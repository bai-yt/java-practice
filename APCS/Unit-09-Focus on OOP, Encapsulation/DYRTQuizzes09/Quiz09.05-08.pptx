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5"/>
  </p:notesMasterIdLst>
  <p:sldIdLst>
    <p:sldId id="292" r:id="rId2"/>
    <p:sldId id="257" r:id="rId3"/>
    <p:sldId id="299" r:id="rId4"/>
    <p:sldId id="300" r:id="rId5"/>
    <p:sldId id="265" r:id="rId6"/>
    <p:sldId id="304" r:id="rId7"/>
    <p:sldId id="267" r:id="rId8"/>
    <p:sldId id="301" r:id="rId9"/>
    <p:sldId id="295" r:id="rId10"/>
    <p:sldId id="298" r:id="rId11"/>
    <p:sldId id="297" r:id="rId12"/>
    <p:sldId id="305" r:id="rId13"/>
    <p:sldId id="30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84" y="-4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E867F77-26FC-4F24-9A8F-F448BB9EDF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023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025AAC0-1F11-4B85-9440-038203696A34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AF3D7C7-102D-4AEB-9C41-66444077C58E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9F5C50D-755C-4C0D-AB75-4BE51DE2BC80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3CE61F4-1587-4EB4-B242-C03ED9353997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186735E-BDD8-4BE2-B1FE-268FDEDC8A75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D27A14-CC71-4BC4-B147-9E773E9B2E6C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BEC30D9-CB32-455E-AE4A-909F246FF9FF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685DB78-12C0-4DF7-BB93-08EA2086ABFE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9FD2DD0-173B-4E7B-990E-F2450E28D3AC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9FD2DD0-173B-4E7B-990E-F2450E28D3AC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57AB49-741F-4EBD-B781-26B512BF4390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57AB49-741F-4EBD-B781-26B512BF4390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9259AE7-4B8A-41D6-BDD3-8AF02E7657F4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63E7D-C66A-4186-A2BD-671BDD2F59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1523"/>
      </p:ext>
    </p:extLst>
  </p:cSld>
  <p:clrMapOvr>
    <a:masterClrMapping/>
  </p:clrMapOvr>
  <p:transition advTm="3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E3CCD-87AC-4921-A0E5-CC14EE5A63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76676"/>
      </p:ext>
    </p:extLst>
  </p:cSld>
  <p:clrMapOvr>
    <a:masterClrMapping/>
  </p:clrMapOvr>
  <p:transition advTm="3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0F8D7-7D3B-43FA-98B5-37A193B9F7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66887"/>
      </p:ext>
    </p:extLst>
  </p:cSld>
  <p:clrMapOvr>
    <a:masterClrMapping/>
  </p:clrMapOvr>
  <p:transition advTm="3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45DEF3-C145-452F-B65D-AEC0156EAF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9070"/>
      </p:ext>
    </p:extLst>
  </p:cSld>
  <p:clrMapOvr>
    <a:masterClrMapping/>
  </p:clrMapOvr>
  <p:transition advTm="3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8EBC1-9435-407D-B26F-EA327BDFC7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60654"/>
      </p:ext>
    </p:extLst>
  </p:cSld>
  <p:clrMapOvr>
    <a:masterClrMapping/>
  </p:clrMapOvr>
  <p:transition advTm="3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1288A-47D3-406B-BE62-89B681A05A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00808"/>
      </p:ext>
    </p:extLst>
  </p:cSld>
  <p:clrMapOvr>
    <a:masterClrMapping/>
  </p:clrMapOvr>
  <p:transition advTm="3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022A7-346C-4C3E-BFA8-4854545F7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25348"/>
      </p:ext>
    </p:extLst>
  </p:cSld>
  <p:clrMapOvr>
    <a:masterClrMapping/>
  </p:clrMapOvr>
  <p:transition advTm="3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3BCE2-1DA8-45EC-9F91-468AB189DB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47472"/>
      </p:ext>
    </p:extLst>
  </p:cSld>
  <p:clrMapOvr>
    <a:masterClrMapping/>
  </p:clrMapOvr>
  <p:transition advTm="3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3E7F8-E729-470B-A603-7B0A2E4A1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56221"/>
      </p:ext>
    </p:extLst>
  </p:cSld>
  <p:clrMapOvr>
    <a:masterClrMapping/>
  </p:clrMapOvr>
  <p:transition advTm="3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83CCF-C788-4D54-857C-6845DF672D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62252"/>
      </p:ext>
    </p:extLst>
  </p:cSld>
  <p:clrMapOvr>
    <a:masterClrMapping/>
  </p:clrMapOvr>
  <p:transition advTm="3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91FAB9-B5A2-4DD4-B17D-1452E95F0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45867"/>
      </p:ext>
    </p:extLst>
  </p:cSld>
  <p:clrMapOvr>
    <a:masterClrMapping/>
  </p:clrMapOvr>
  <p:transition advTm="3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766D0C1-588C-4DE8-8D32-F3717ADFB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 advTm="30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</a:t>
            </a:r>
            <a:r>
              <a:rPr lang="en-US" sz="4000" b="1" dirty="0" smtClean="0"/>
              <a:t>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6096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09.05-08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4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910489"/>
              </p:ext>
            </p:extLst>
          </p:nvPr>
        </p:nvGraphicFramePr>
        <p:xfrm>
          <a:off x="2819400" y="1676400"/>
          <a:ext cx="3581400" cy="4864578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09.05-08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529261"/>
              </p:ext>
            </p:extLst>
          </p:nvPr>
        </p:nvGraphicFramePr>
        <p:xfrm>
          <a:off x="457200" y="1371600"/>
          <a:ext cx="8305800" cy="35909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constructor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the same name as the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neither a void method nor a return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all of the above.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121691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 </a:t>
            </a:r>
            <a:endParaRPr lang="en-US" sz="3600" b="1" dirty="0"/>
          </a:p>
        </p:txBody>
      </p:sp>
      <p:graphicFrame>
        <p:nvGraphicFramePr>
          <p:cNvPr id="16396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289961"/>
              </p:ext>
            </p:extLst>
          </p:nvPr>
        </p:nvGraphicFramePr>
        <p:xfrm>
          <a:off x="152400" y="1371600"/>
          <a:ext cx="8839200" cy="4187946"/>
        </p:xfrm>
        <a:graphic>
          <a:graphicData uri="http://schemas.openxmlformats.org/drawingml/2006/table">
            <a:tbl>
              <a:tblPr/>
              <a:tblGrid>
                <a:gridCol w="8839200"/>
              </a:tblGrid>
              <a:tr h="41878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statements is true?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can have only one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Overloaded constructors have the same signature.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can have multiple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Constructors make a class less reliable.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124411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8443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942812"/>
              </p:ext>
            </p:extLst>
          </p:nvPr>
        </p:nvGraphicFramePr>
        <p:xfrm>
          <a:off x="304800" y="1371600"/>
          <a:ext cx="8610600" cy="4102574"/>
        </p:xfrm>
        <a:graphic>
          <a:graphicData uri="http://schemas.openxmlformats.org/drawingml/2006/table">
            <a:tbl>
              <a:tblPr/>
              <a:tblGrid>
                <a:gridCol w="86106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of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an example of a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helper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 attribute.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parameter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3322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19826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should be declared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different file from the class methods.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933095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20491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40305"/>
              </p:ext>
            </p:extLst>
          </p:nvPr>
        </p:nvGraphicFramePr>
        <p:xfrm>
          <a:off x="457200" y="1371600"/>
          <a:ext cx="8305800" cy="410257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method is neither a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 a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void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public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object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constructor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5135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015557"/>
              </p:ext>
            </p:extLst>
          </p:nvPr>
        </p:nvGraphicFramePr>
        <p:xfrm>
          <a:off x="304800" y="1371600"/>
          <a:ext cx="8610600" cy="4980436"/>
        </p:xfrm>
        <a:graphic>
          <a:graphicData uri="http://schemas.openxmlformats.org/drawingml/2006/table">
            <a:tbl>
              <a:tblPr/>
              <a:tblGrid>
                <a:gridCol w="86106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shown by the two program statements?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Cube c1 = new Cube();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Cube c2 = new Cube(200,100,300);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Overloaded constructors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Void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Interaction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80060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07</a:t>
            </a:r>
          </a:p>
        </p:txBody>
      </p:sp>
      <p:graphicFrame>
        <p:nvGraphicFramePr>
          <p:cNvPr id="19468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509082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primary purpose of a constructor is to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readability.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initialize attribute values.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display attribute values.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catch program errors.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897128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9468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288813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these is another name for a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method?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accessing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altering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modifier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mutator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783192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81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528563"/>
              </p:ext>
            </p:extLst>
          </p:nvPr>
        </p:nvGraphicFramePr>
        <p:xfrm>
          <a:off x="457200" y="1371600"/>
          <a:ext cx="8305800" cy="460248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72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You can never have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statement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void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  True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 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49080068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2233"/>
              </p:ext>
            </p:extLst>
          </p:nvPr>
        </p:nvGraphicFramePr>
        <p:xfrm>
          <a:off x="152400" y="1143000"/>
          <a:ext cx="8839200" cy="530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9600"/>
                <a:gridCol w="4419600"/>
              </a:tblGrid>
              <a:tr h="20193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Which of these </a:t>
                      </a:r>
                      <a:r>
                        <a:rPr lang="en-US" sz="3200" b="1" dirty="0" smtClean="0"/>
                        <a:t>Qwerty </a:t>
                      </a:r>
                      <a:r>
                        <a:rPr lang="en-US" sz="3200" b="0" dirty="0" smtClean="0"/>
                        <a:t>constructors</a:t>
                      </a:r>
                      <a:r>
                        <a:rPr lang="en-US" sz="3200" b="0" baseline="0" dirty="0" smtClean="0"/>
                        <a:t> will cause a logic error?</a:t>
                      </a:r>
                      <a:endParaRPr lang="en-US" sz="3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dirty="0" smtClean="0"/>
                        <a:t>(a)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public 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Qwerty(int 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	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;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}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endParaRPr lang="en-US" sz="2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019300">
                <a:tc>
                  <a:txBody>
                    <a:bodyPr/>
                    <a:lstStyle/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dirty="0" smtClean="0"/>
                        <a:t>(b)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public 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Qwerty(int 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	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= b;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}</a:t>
                      </a:r>
                    </a:p>
                    <a:p>
                      <a:endParaRPr lang="en-US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dirty="0" smtClean="0"/>
                        <a:t>(c)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smtClean="0">
                          <a:latin typeface="Times New Roman" pitchFamily="18" charset="0"/>
                          <a:cs typeface="Times New Roman" pitchFamily="18" charset="0"/>
                        </a:rPr>
                        <a:t>public </a:t>
                      </a:r>
                      <a:r>
                        <a:rPr lang="en-US" sz="2800" b="1" smtClean="0">
                          <a:latin typeface="Times New Roman" pitchFamily="18" charset="0"/>
                          <a:cs typeface="Times New Roman" pitchFamily="18" charset="0"/>
                        </a:rPr>
                        <a:t>Qwerty(int 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	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this.boohiss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;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}</a:t>
                      </a:r>
                    </a:p>
                    <a:p>
                      <a:endParaRPr lang="en-US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752146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369545"/>
              </p:ext>
            </p:extLst>
          </p:nvPr>
        </p:nvGraphicFramePr>
        <p:xfrm>
          <a:off x="457200" y="1219200"/>
          <a:ext cx="8305800" cy="509012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statement below.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Piggy tom = new Piggy();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first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Piggy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the class name.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second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Piggy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identifier?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second class name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constructor name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class parameter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object name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072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Extra Credit</a:t>
            </a:r>
          </a:p>
        </p:txBody>
      </p:sp>
    </p:spTree>
    <p:extLst>
      <p:ext uri="{BB962C8B-B14F-4D97-AF65-F5344CB8AC3E}">
        <p14:creationId xmlns:p14="http://schemas.microsoft.com/office/powerpoint/2010/main" val="2582901729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</TotalTime>
  <Words>359</Words>
  <Application>Microsoft Office PowerPoint</Application>
  <PresentationFormat>On-screen Show (4:3)</PresentationFormat>
  <Paragraphs>133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74</cp:revision>
  <dcterms:created xsi:type="dcterms:W3CDTF">2005-09-25T13:05:16Z</dcterms:created>
  <dcterms:modified xsi:type="dcterms:W3CDTF">2015-05-30T17:43:26Z</dcterms:modified>
</cp:coreProperties>
</file>