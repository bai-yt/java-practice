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5"/>
  </p:notesMasterIdLst>
  <p:sldIdLst>
    <p:sldId id="292" r:id="rId2"/>
    <p:sldId id="257" r:id="rId3"/>
    <p:sldId id="299" r:id="rId4"/>
    <p:sldId id="300" r:id="rId5"/>
    <p:sldId id="265" r:id="rId6"/>
    <p:sldId id="304" r:id="rId7"/>
    <p:sldId id="267" r:id="rId8"/>
    <p:sldId id="301" r:id="rId9"/>
    <p:sldId id="295" r:id="rId10"/>
    <p:sldId id="298" r:id="rId11"/>
    <p:sldId id="297" r:id="rId12"/>
    <p:sldId id="305" r:id="rId13"/>
    <p:sldId id="30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00"/>
    <a:srgbClr val="FF0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91" y="-5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E867F77-26FC-4F24-9A8F-F448BB9EDF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3023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025AAC0-1F11-4B85-9440-038203696A34}" type="slidenum">
              <a:rPr lang="en-US" smtClean="0"/>
              <a:pPr eaLnBrk="1" hangingPunct="1"/>
              <a:t>1</a:t>
            </a:fld>
            <a:endParaRPr lang="en-US" smtClean="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AF3D7C7-102D-4AEB-9C41-66444077C58E}" type="slidenum">
              <a:rPr lang="en-US" smtClean="0"/>
              <a:pPr eaLnBrk="1" hangingPunct="1"/>
              <a:t>2</a:t>
            </a:fld>
            <a:endParaRPr 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9F5C50D-755C-4C0D-AB75-4BE51DE2BC80}" type="slidenum">
              <a:rPr lang="en-US" smtClean="0"/>
              <a:pPr eaLnBrk="1" hangingPunct="1"/>
              <a:t>3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3CE61F4-1587-4EB4-B242-C03ED9353997}" type="slidenum">
              <a:rPr lang="en-US" smtClean="0"/>
              <a:pPr eaLnBrk="1" hangingPunct="1"/>
              <a:t>4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186735E-BDD8-4BE2-B1FE-268FDEDC8A75}" type="slidenum">
              <a:rPr lang="en-US" smtClean="0"/>
              <a:pPr eaLnBrk="1" hangingPunct="1"/>
              <a:t>5</a:t>
            </a:fld>
            <a:endParaRPr lang="en-U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AD27A14-CC71-4BC4-B147-9E773E9B2E6C}" type="slidenum">
              <a:rPr lang="en-US" smtClean="0"/>
              <a:pPr eaLnBrk="1" hangingPunct="1"/>
              <a:t>6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BEC30D9-CB32-455E-AE4A-909F246FF9FF}" type="slidenum">
              <a:rPr lang="en-US" smtClean="0"/>
              <a:pPr eaLnBrk="1" hangingPunct="1"/>
              <a:t>7</a:t>
            </a:fld>
            <a:endParaRPr 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685DB78-12C0-4DF7-BB93-08EA2086ABFE}" type="slidenum">
              <a:rPr lang="en-US" smtClean="0"/>
              <a:pPr eaLnBrk="1" hangingPunct="1"/>
              <a:t>8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9FD2DD0-173B-4E7B-990E-F2450E28D3AC}" type="slidenum">
              <a:rPr lang="en-US" smtClean="0"/>
              <a:pPr eaLnBrk="1" hangingPunct="1"/>
              <a:t>9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9FD2DD0-173B-4E7B-990E-F2450E28D3AC}" type="slidenum">
              <a:rPr lang="en-US" smtClean="0"/>
              <a:pPr eaLnBrk="1" hangingPunct="1"/>
              <a:t>10</a:t>
            </a:fld>
            <a:endParaRPr lang="en-US" smtClean="0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57AB49-741F-4EBD-B781-26B512BF4390}" type="slidenum">
              <a:rPr lang="en-US" smtClean="0"/>
              <a:pPr eaLnBrk="1" hangingPunct="1"/>
              <a:t>11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357AB49-741F-4EBD-B781-26B512BF4390}" type="slidenum">
              <a:rPr lang="en-US" smtClean="0"/>
              <a:pPr eaLnBrk="1" hangingPunct="1"/>
              <a:t>12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9259AE7-4B8A-41D6-BDD3-8AF02E7657F4}" type="slidenum">
              <a:rPr lang="en-US" smtClean="0"/>
              <a:pPr eaLnBrk="1" hangingPunct="1"/>
              <a:t>13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C63E7D-C66A-4186-A2BD-671BDD2F59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152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2E3CCD-87AC-4921-A0E5-CC14EE5A63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7667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30F8D7-7D3B-43FA-98B5-37A193B9F7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66887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45DEF3-C145-452F-B65D-AEC0156EAF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907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8EBC1-9435-407D-B26F-EA327BDFC7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6065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1288A-47D3-406B-BE62-89B681A05A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0080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8022A7-346C-4C3E-BFA8-4854545F7A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2534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3BCE2-1DA8-45EC-9F91-468AB189DB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34747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43E7F8-E729-470B-A603-7B0A2E4A1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5622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B83CCF-C788-4D54-857C-6845DF672D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6225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91FAB9-B5A2-4DD4-B17D-1452E95F02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458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766D0C1-588C-4DE8-8D32-F3717ADFBD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276600"/>
            <a:ext cx="9144000" cy="2438400"/>
          </a:xfrm>
        </p:spPr>
        <p:txBody>
          <a:bodyPr/>
          <a:lstStyle/>
          <a:p>
            <a:pPr eaLnBrk="1" hangingPunct="1"/>
            <a:r>
              <a:rPr lang="en-US" sz="4000" b="1" smtClean="0"/>
              <a:t>Take </a:t>
            </a:r>
            <a:r>
              <a:rPr lang="en-US" sz="4000" b="1" dirty="0" smtClean="0"/>
              <a:t>out a piece of paper and </a:t>
            </a:r>
            <a:r>
              <a:rPr lang="en-US" sz="4000" b="1" u="sng" dirty="0" smtClean="0"/>
              <a:t>PEN</a:t>
            </a:r>
            <a:r>
              <a:rPr lang="en-US" sz="4000" b="1" dirty="0" smtClean="0"/>
              <a:t>.</a:t>
            </a:r>
          </a:p>
          <a:p>
            <a:pPr eaLnBrk="1" hangingPunct="1"/>
            <a:r>
              <a:rPr lang="en-US" sz="4000" b="1" dirty="0" smtClean="0"/>
              <a:t>The quiz starts </a:t>
            </a:r>
            <a:r>
              <a:rPr lang="en-US" sz="4000" b="1" u="sng" dirty="0" smtClean="0"/>
              <a:t>TWO</a:t>
            </a:r>
            <a:r>
              <a:rPr lang="en-US" sz="4000" b="1" dirty="0" smtClean="0"/>
              <a:t> minutes after the tardy bell rings.</a:t>
            </a:r>
          </a:p>
          <a:p>
            <a:pPr eaLnBrk="1" hangingPunct="1"/>
            <a:r>
              <a:rPr lang="en-US" sz="3600" b="1" dirty="0" smtClean="0"/>
              <a:t>You will have 30 seconds per question.</a:t>
            </a:r>
          </a:p>
          <a:p>
            <a:pPr eaLnBrk="1" hangingPunct="1"/>
            <a:endParaRPr lang="en-US" sz="3600" b="1" dirty="0" smtClean="0"/>
          </a:p>
        </p:txBody>
      </p:sp>
      <p:sp>
        <p:nvSpPr>
          <p:cNvPr id="5" name="Rectangle 4"/>
          <p:cNvSpPr>
            <a:spLocks noGrp="1" noChangeArrowheads="1"/>
          </p:cNvSpPr>
          <p:nvPr/>
        </p:nvSpPr>
        <p:spPr bwMode="auto">
          <a:xfrm>
            <a:off x="381000" y="609600"/>
            <a:ext cx="8382000" cy="2438400"/>
          </a:xfrm>
          <a:prstGeom prst="rect">
            <a:avLst/>
          </a:prstGeom>
          <a:solidFill>
            <a:srgbClr val="FF0000"/>
          </a:solidFill>
          <a:ln w="76200">
            <a:solidFill>
              <a:srgbClr val="000000"/>
            </a:solidFill>
            <a:miter lim="800000"/>
            <a:headEnd/>
            <a:tailEnd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3200" b="1" dirty="0">
                <a:latin typeface="Arial Black" panose="020B0A04020102020204" pitchFamily="34" charset="0"/>
              </a:rPr>
              <a:t>Exposure Java </a:t>
            </a:r>
            <a:r>
              <a:rPr lang="en-US" sz="3200" b="1" dirty="0" smtClean="0">
                <a:latin typeface="Arial Black" panose="020B0A04020102020204" pitchFamily="34" charset="0"/>
              </a:rPr>
              <a:t>2015 </a:t>
            </a:r>
            <a:r>
              <a:rPr lang="en-US" sz="3200" b="1" dirty="0">
                <a:latin typeface="Arial Black" panose="020B0A04020102020204" pitchFamily="34" charset="0"/>
              </a:rPr>
              <a:t>for Teaching</a:t>
            </a:r>
            <a:br>
              <a:rPr lang="en-US" sz="3200" b="1" dirty="0">
                <a:latin typeface="Arial Black" panose="020B0A04020102020204" pitchFamily="34" charset="0"/>
              </a:rPr>
            </a:br>
            <a:r>
              <a:rPr lang="en-US" sz="3200" b="1" dirty="0">
                <a:latin typeface="Arial Black" panose="020B0A04020102020204" pitchFamily="34" charset="0"/>
              </a:rPr>
              <a:t>AP</a:t>
            </a:r>
            <a:r>
              <a:rPr lang="en-US" sz="3200" b="1" baseline="30000" dirty="0">
                <a:latin typeface="Arial Black" panose="020B0A04020102020204" pitchFamily="34" charset="0"/>
              </a:rPr>
              <a:t>® </a:t>
            </a:r>
            <a:r>
              <a:rPr lang="en-US" sz="3200" b="1" dirty="0">
                <a:latin typeface="Arial Black" panose="020B0A04020102020204" pitchFamily="34" charset="0"/>
              </a:rPr>
              <a:t>Computer Science</a:t>
            </a:r>
            <a:r>
              <a:rPr lang="en-US" sz="3600" b="1" dirty="0">
                <a:latin typeface="Arial Black" panose="020B0A04020102020204" pitchFamily="34" charset="0"/>
              </a:rPr>
              <a:t/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4800" b="1" dirty="0">
                <a:latin typeface="Arial Black" panose="020B0A04020102020204" pitchFamily="34" charset="0"/>
              </a:rPr>
              <a:t>DYRT Quiz </a:t>
            </a:r>
            <a:r>
              <a:rPr lang="en-US" sz="4800" b="1" dirty="0" smtClean="0">
                <a:latin typeface="Arial Black" panose="020B0A04020102020204" pitchFamily="34" charset="0"/>
              </a:rPr>
              <a:t>09.05-08 Key</a:t>
            </a:r>
            <a:endParaRPr lang="en-US" sz="4800" b="1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0"/>
            <a:ext cx="9144000" cy="1371600"/>
          </a:xfrm>
        </p:spPr>
        <p:txBody>
          <a:bodyPr/>
          <a:lstStyle/>
          <a:p>
            <a:pPr eaLnBrk="1" hangingPunct="1"/>
            <a:r>
              <a:rPr lang="en-US" sz="4800" b="1" smtClean="0"/>
              <a:t>Title the quiz as shown below</a:t>
            </a:r>
            <a:br>
              <a:rPr lang="en-US" sz="4800" b="1" smtClean="0"/>
            </a:br>
            <a:r>
              <a:rPr lang="en-US" sz="3600" b="1" smtClean="0"/>
              <a:t>The quiz starts in </a:t>
            </a:r>
            <a:r>
              <a:rPr lang="en-US" sz="3600" b="1" u="sng" smtClean="0"/>
              <a:t>ONE</a:t>
            </a:r>
            <a:r>
              <a:rPr lang="en-US" sz="3600" b="1" smtClean="0"/>
              <a:t> minute.</a:t>
            </a:r>
          </a:p>
        </p:txBody>
      </p:sp>
      <p:graphicFrame>
        <p:nvGraphicFramePr>
          <p:cNvPr id="4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910489"/>
              </p:ext>
            </p:extLst>
          </p:nvPr>
        </p:nvGraphicFramePr>
        <p:xfrm>
          <a:off x="2819400" y="1676400"/>
          <a:ext cx="3581400" cy="4864578"/>
        </p:xfrm>
        <a:graphic>
          <a:graphicData uri="http://schemas.openxmlformats.org/drawingml/2006/table">
            <a:tbl>
              <a:tblPr/>
              <a:tblGrid>
                <a:gridCol w="3581400"/>
              </a:tblGrid>
              <a:tr h="4864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	Name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Period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                     	Date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		Quiz 09.05-08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2.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3.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4.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5.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6.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7.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8.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10.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EC.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01</a:t>
            </a:r>
            <a:endParaRPr lang="en-US" sz="3600" b="1" dirty="0"/>
          </a:p>
        </p:txBody>
      </p:sp>
      <p:graphicFrame>
        <p:nvGraphicFramePr>
          <p:cNvPr id="15376" name="Group 16"/>
          <p:cNvGraphicFramePr>
            <a:graphicFrameLocks noGrp="1"/>
          </p:cNvGraphicFramePr>
          <p:nvPr/>
        </p:nvGraphicFramePr>
        <p:xfrm>
          <a:off x="457200" y="1371600"/>
          <a:ext cx="8305800" cy="3590925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909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constructor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has the same name as the class.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neither a void method nor a return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all of the above.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5" marB="4572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31216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02 </a:t>
            </a:r>
            <a:endParaRPr lang="en-US" sz="3600" b="1" dirty="0"/>
          </a:p>
        </p:txBody>
      </p:sp>
      <p:graphicFrame>
        <p:nvGraphicFramePr>
          <p:cNvPr id="16396" name="Group 12"/>
          <p:cNvGraphicFramePr>
            <a:graphicFrameLocks noGrp="1"/>
          </p:cNvGraphicFramePr>
          <p:nvPr/>
        </p:nvGraphicFramePr>
        <p:xfrm>
          <a:off x="152400" y="1371600"/>
          <a:ext cx="8839200" cy="4187946"/>
        </p:xfrm>
        <a:graphic>
          <a:graphicData uri="http://schemas.openxmlformats.org/drawingml/2006/table">
            <a:tbl>
              <a:tblPr/>
              <a:tblGrid>
                <a:gridCol w="8839200"/>
              </a:tblGrid>
              <a:tr h="41878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 following statements is true?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can have only one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Overloaded constructors have the same signature.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can have multiple constructors.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Constructors make a class less reliable.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7" marB="4571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1244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03</a:t>
            </a:r>
            <a:endParaRPr lang="en-US" sz="3600" b="1" dirty="0"/>
          </a:p>
        </p:txBody>
      </p:sp>
      <p:graphicFrame>
        <p:nvGraphicFramePr>
          <p:cNvPr id="18443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91007"/>
              </p:ext>
            </p:extLst>
          </p:nvPr>
        </p:nvGraphicFramePr>
        <p:xfrm>
          <a:off x="304800" y="1371600"/>
          <a:ext cx="8610600" cy="4102574"/>
        </p:xfrm>
        <a:graphic>
          <a:graphicData uri="http://schemas.openxmlformats.org/drawingml/2006/table">
            <a:tbl>
              <a:tblPr/>
              <a:tblGrid>
                <a:gridCol w="86106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 of the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Card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an example of a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helper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 attribute.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parameter constructor.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04</a:t>
            </a:r>
            <a:endParaRPr lang="en-US" sz="3600" b="1" dirty="0"/>
          </a:p>
        </p:txBody>
      </p:sp>
      <p:graphicFrame>
        <p:nvGraphicFramePr>
          <p:cNvPr id="13322" name="Group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479591"/>
              </p:ext>
            </p:extLst>
          </p:nvPr>
        </p:nvGraphicFramePr>
        <p:xfrm>
          <a:off x="457200" y="1371600"/>
          <a:ext cx="8305800" cy="35052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35052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Methods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should be declared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public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private.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different file from the class methods.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79330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05</a:t>
            </a:r>
            <a:endParaRPr lang="en-US" sz="3600" b="1" dirty="0"/>
          </a:p>
        </p:txBody>
      </p:sp>
      <p:graphicFrame>
        <p:nvGraphicFramePr>
          <p:cNvPr id="20491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237187"/>
              </p:ext>
            </p:extLst>
          </p:nvPr>
        </p:nvGraphicFramePr>
        <p:xfrm>
          <a:off x="457200" y="1371600"/>
          <a:ext cx="8305800" cy="4102574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1021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method is neither a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nor a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void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public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class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An object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constructor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06</a:t>
            </a:r>
            <a:endParaRPr lang="en-US" sz="3600" b="1" dirty="0"/>
          </a:p>
        </p:txBody>
      </p:sp>
      <p:graphicFrame>
        <p:nvGraphicFramePr>
          <p:cNvPr id="5135" name="Group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286723"/>
              </p:ext>
            </p:extLst>
          </p:nvPr>
        </p:nvGraphicFramePr>
        <p:xfrm>
          <a:off x="304800" y="1371600"/>
          <a:ext cx="8610600" cy="4980436"/>
        </p:xfrm>
        <a:graphic>
          <a:graphicData uri="http://schemas.openxmlformats.org/drawingml/2006/table">
            <a:tbl>
              <a:tblPr/>
              <a:tblGrid>
                <a:gridCol w="8610600"/>
              </a:tblGrid>
              <a:tr h="4614863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shown by the two program statements?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Cube c1 = new Cube();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	Cube c2 = new Cube(200,100,300);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Overloaded constructors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Void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 methods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  <a:defRPr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Class Interaction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800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Question 07</a:t>
            </a:r>
          </a:p>
        </p:txBody>
      </p:sp>
      <p:graphicFrame>
        <p:nvGraphicFramePr>
          <p:cNvPr id="19468" name="Group 12"/>
          <p:cNvGraphicFramePr>
            <a:graphicFrameLocks noGrp="1"/>
          </p:cNvGraphicFramePr>
          <p:nvPr/>
        </p:nvGraphicFramePr>
        <p:xfrm>
          <a:off x="457200" y="1371600"/>
          <a:ext cx="8305800" cy="406400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primary purpose of a constructor is to</a:t>
                      </a:r>
                      <a:endParaRPr kumimoji="0" lang="en-US" sz="2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increase readability.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initialize attribute values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  <a:endParaRPr kumimoji="0" lang="en-US" sz="2800" b="1" i="0" u="sng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display attribute values.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catch program errors.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8971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08</a:t>
            </a:r>
            <a:endParaRPr lang="en-US" sz="3600" b="1" dirty="0"/>
          </a:p>
        </p:txBody>
      </p:sp>
      <p:graphicFrame>
        <p:nvGraphicFramePr>
          <p:cNvPr id="19468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318586"/>
              </p:ext>
            </p:extLst>
          </p:nvPr>
        </p:nvGraphicFramePr>
        <p:xfrm>
          <a:off x="457200" y="1371600"/>
          <a:ext cx="8305800" cy="4102608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064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Which of these is another name for a </a:t>
                      </a: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get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method?</a:t>
                      </a:r>
                      <a:endParaRPr kumimoji="0" lang="en-US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accessing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altering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modifier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mutator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 method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7831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81" name="Group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220962"/>
              </p:ext>
            </p:extLst>
          </p:nvPr>
        </p:nvGraphicFramePr>
        <p:xfrm>
          <a:off x="457200" y="1371600"/>
          <a:ext cx="8305800" cy="4602480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4572000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True or 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You can never have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 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statement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 a </a:t>
                      </a: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void</a:t>
                      </a: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method.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(a)  True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(b)  </a:t>
                      </a:r>
                      <a:r>
                        <a:rPr kumimoji="0" lang="en-US" sz="3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False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09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7490800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 dirty="0"/>
              <a:t>Question </a:t>
            </a:r>
            <a:r>
              <a:rPr lang="en-US" sz="3600" b="1" dirty="0" smtClean="0"/>
              <a:t>10</a:t>
            </a:r>
            <a:endParaRPr lang="en-US" sz="36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075213"/>
              </p:ext>
            </p:extLst>
          </p:nvPr>
        </p:nvGraphicFramePr>
        <p:xfrm>
          <a:off x="152400" y="1143000"/>
          <a:ext cx="8839200" cy="5303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9600"/>
                <a:gridCol w="4419600"/>
              </a:tblGrid>
              <a:tr h="2019300"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Which of these </a:t>
                      </a:r>
                      <a:r>
                        <a:rPr lang="en-US" sz="3200" b="1" dirty="0" smtClean="0"/>
                        <a:t>Qwerty </a:t>
                      </a:r>
                      <a:r>
                        <a:rPr lang="en-US" sz="3200" b="0" dirty="0" smtClean="0"/>
                        <a:t>constructors</a:t>
                      </a:r>
                      <a:r>
                        <a:rPr lang="en-US" sz="3200" b="0" baseline="0" dirty="0" smtClean="0"/>
                        <a:t> will cause a logic error?</a:t>
                      </a:r>
                      <a:endParaRPr lang="en-US" sz="3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dirty="0" smtClean="0"/>
                        <a:t>(a)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public Qwerty(int 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	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;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}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endParaRPr lang="en-US" sz="2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00FF"/>
                    </a:solidFill>
                  </a:tcPr>
                </a:tc>
              </a:tr>
              <a:tr h="2019300">
                <a:tc>
                  <a:txBody>
                    <a:bodyPr/>
                    <a:lstStyle/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dirty="0" smtClean="0"/>
                        <a:t>(b)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public Qwerty(int b)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	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= b;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}</a:t>
                      </a:r>
                    </a:p>
                    <a:p>
                      <a:endParaRPr lang="en-US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dirty="0" smtClean="0"/>
                        <a:t>(c)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public Qwerty(int 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{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	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this.boohiss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 = </a:t>
                      </a:r>
                      <a:r>
                        <a:rPr lang="en-US" sz="2800" b="1" dirty="0" err="1" smtClean="0">
                          <a:latin typeface="Times New Roman" pitchFamily="18" charset="0"/>
                          <a:cs typeface="Times New Roman" pitchFamily="18" charset="0"/>
                        </a:rPr>
                        <a:t>boohiss</a:t>
                      </a: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;</a:t>
                      </a:r>
                    </a:p>
                    <a:p>
                      <a:pPr>
                        <a:tabLst>
                          <a:tab pos="457200" algn="l"/>
                        </a:tabLst>
                      </a:pPr>
                      <a:r>
                        <a:rPr lang="en-US" sz="2800" b="1" dirty="0" smtClean="0">
                          <a:latin typeface="Times New Roman" pitchFamily="18" charset="0"/>
                          <a:cs typeface="Times New Roman" pitchFamily="18" charset="0"/>
                        </a:rPr>
                        <a:t>}</a:t>
                      </a:r>
                    </a:p>
                    <a:p>
                      <a:endParaRPr lang="en-US" sz="28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7521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13"/>
          <p:cNvGraphicFramePr>
            <a:graphicFrameLocks noGrp="1"/>
          </p:cNvGraphicFramePr>
          <p:nvPr/>
        </p:nvGraphicFramePr>
        <p:xfrm>
          <a:off x="457200" y="1219200"/>
          <a:ext cx="8305800" cy="5090126"/>
        </p:xfrm>
        <a:graphic>
          <a:graphicData uri="http://schemas.openxmlformats.org/drawingml/2006/table">
            <a:tbl>
              <a:tblPr/>
              <a:tblGrid>
                <a:gridCol w="8305800"/>
              </a:tblGrid>
              <a:tr h="50895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Consider the statement below.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cs typeface="Courier New" pitchFamily="49" charset="0"/>
                        </a:rPr>
                        <a:t>Piggy tom = new Piggy();</a:t>
                      </a:r>
                    </a:p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first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Piggy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is the class name.  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What is the second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Piggy </a:t>
                      </a: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identifier?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 second class name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constructor name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class parameter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lphaLcParenBoth"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 object name</a:t>
                      </a: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0728" name="Text Box 2"/>
          <p:cNvSpPr txBox="1">
            <a:spLocks noChangeArrowheads="1"/>
          </p:cNvSpPr>
          <p:nvPr/>
        </p:nvSpPr>
        <p:spPr bwMode="auto">
          <a:xfrm>
            <a:off x="381000" y="304800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/>
              <a:t>Extra Credit</a:t>
            </a:r>
          </a:p>
        </p:txBody>
      </p:sp>
    </p:spTree>
    <p:extLst>
      <p:ext uri="{BB962C8B-B14F-4D97-AF65-F5344CB8AC3E}">
        <p14:creationId xmlns:p14="http://schemas.microsoft.com/office/powerpoint/2010/main" val="25829017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</TotalTime>
  <Words>359</Words>
  <Application>Microsoft Office PowerPoint</Application>
  <PresentationFormat>On-screen Show (4:3)</PresentationFormat>
  <Paragraphs>133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Default Design</vt:lpstr>
      <vt:lpstr>PowerPoint Presentation</vt:lpstr>
      <vt:lpstr>Title the quiz as shown below The quiz starts in ONE minute.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John Paul II High School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Leon Schram</dc:creator>
  <cp:lastModifiedBy>Schram, John</cp:lastModifiedBy>
  <cp:revision>74</cp:revision>
  <dcterms:created xsi:type="dcterms:W3CDTF">2005-09-25T13:05:16Z</dcterms:created>
  <dcterms:modified xsi:type="dcterms:W3CDTF">2015-08-24T14:57:53Z</dcterms:modified>
</cp:coreProperties>
</file>