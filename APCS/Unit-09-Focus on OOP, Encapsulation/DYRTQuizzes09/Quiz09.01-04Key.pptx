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92" r:id="rId2"/>
    <p:sldId id="257" r:id="rId3"/>
    <p:sldId id="264" r:id="rId4"/>
    <p:sldId id="302" r:id="rId5"/>
    <p:sldId id="299" r:id="rId6"/>
    <p:sldId id="300" r:id="rId7"/>
    <p:sldId id="301" r:id="rId8"/>
    <p:sldId id="297" r:id="rId9"/>
    <p:sldId id="298" r:id="rId10"/>
    <p:sldId id="267" r:id="rId11"/>
    <p:sldId id="268" r:id="rId12"/>
    <p:sldId id="269" r:id="rId13"/>
    <p:sldId id="304" r:id="rId14"/>
    <p:sldId id="305" r:id="rId15"/>
    <p:sldId id="294" r:id="rId16"/>
    <p:sldId id="295" r:id="rId17"/>
    <p:sldId id="29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FF"/>
    <a:srgbClr val="FFFF00"/>
    <a:srgbClr val="F8F8F8"/>
    <a:srgbClr val="EAEAEA"/>
    <a:srgbClr val="DDDDD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FB8A7F0-66B3-48D9-BCE3-E13AFCC99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81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D09DD7F-7A71-4B72-A755-333288BC980E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8BC17B-7140-47FF-B094-F4B7E49F8D43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5CF9A4-3BF7-4C1D-B453-DA1E21044144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59E214-7A96-447E-AAA8-4615B046661A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F9B451-BA2E-4E30-BFBF-E34528152C56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654361-DC38-46BA-9997-F47F0F528A7A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8D4EC19-45B8-4E71-996B-F36F952EED9B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40D861-192F-4199-BBF9-960FF4EBB56B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40D861-192F-4199-BBF9-960FF4EBB56B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859DAF-B855-430E-A3EA-AEA93882A090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B1F006-99DF-4769-854F-F29CCFFDC1B4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0D9D46-73BC-47C0-B65A-D4C1A04137CE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D27A14-CC71-4BC4-B147-9E773E9B2E6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45867F-A5FB-47F4-A013-84C3438EF180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B1F006-99DF-4769-854F-F29CCFFDC1B4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0D9D46-73BC-47C0-B65A-D4C1A04137CE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789C6-34EB-487B-873A-E231E2A4B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07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D8597-0D0B-4FD9-85AC-BA88C51263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7490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03FBE-6F6C-4818-AB31-1E218A496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6600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78DB1-35DA-495E-BEBE-3B349E71B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777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8FD41-6E55-41FA-B45F-6BDC9A37F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5309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97BE-7CBD-46F6-971A-844832A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2463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81F0E-732E-4048-8AF6-309779F56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4080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94958-76E7-4321-A2AF-3C640783D3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563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0C0D-3EBC-46A8-87F1-4F38F1042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2112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62829-DEBB-4B8C-97AF-1E4BD2CE0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204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4B7C4-6598-4167-A372-B6E6490273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465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BF14BF-611F-4DC1-8E0F-984B98DF4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</a:t>
            </a:r>
            <a:r>
              <a:rPr lang="en-US" sz="3200" b="1">
                <a:latin typeface="Arial Black" panose="020B0A04020102020204" pitchFamily="34" charset="0"/>
              </a:rPr>
              <a:t>Java </a:t>
            </a:r>
            <a:r>
              <a:rPr lang="en-US" sz="3200" b="1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09.01-04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93971"/>
              </p:ext>
            </p:extLst>
          </p:nvPr>
        </p:nvGraphicFramePr>
        <p:xfrm>
          <a:off x="2971800" y="1676400"/>
          <a:ext cx="3657600" cy="48641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09.01-04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EC.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single most important goal for any program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appearance.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execution speed.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cost.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reliability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2800" b="1" i="0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844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143448"/>
              </p:ext>
            </p:extLst>
          </p:nvPr>
        </p:nvGraphicFramePr>
        <p:xfrm>
          <a:off x="304800" y="1371600"/>
          <a:ext cx="8534400" cy="4064000"/>
        </p:xfrm>
        <a:graphic>
          <a:graphicData uri="http://schemas.openxmlformats.org/drawingml/2006/table">
            <a:tbl>
              <a:tblPr/>
              <a:tblGrid>
                <a:gridCol w="85344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OOP incorporates what 3 features?</a:t>
                      </a:r>
                      <a:endParaRPr kumimoji="0" 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speed, reliability and readability.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encapsulation, polymorphism &amp; class interaction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methods, classes and parameters.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reserved words, identifiers and variables.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1550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214383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members that perform some task are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procedures.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5895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04</a:t>
            </a:r>
          </a:p>
        </p:txBody>
      </p:sp>
      <p:graphicFrame>
        <p:nvGraphicFramePr>
          <p:cNvPr id="4" name="Group 19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members that store data are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procedures.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9204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05</a:t>
            </a:r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143454"/>
              </p:ext>
            </p:extLst>
          </p:nvPr>
        </p:nvGraphicFramePr>
        <p:xfrm>
          <a:off x="304800" y="1371600"/>
          <a:ext cx="8610600" cy="4614672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process of placing attributes and methods in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same container is called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8109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Java keyword is used to instantiate 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 an object?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1272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4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10432"/>
              </p:ext>
            </p:extLst>
          </p:nvPr>
        </p:nvGraphicFramePr>
        <p:xfrm>
          <a:off x="457200" y="1371600"/>
          <a:ext cx="8305800" cy="4953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53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class can compile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 execute.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 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59916"/>
              </p:ext>
            </p:extLst>
          </p:nvPr>
        </p:nvGraphicFramePr>
        <p:xfrm>
          <a:off x="5334000" y="1371600"/>
          <a:ext cx="3429000" cy="2249424"/>
        </p:xfrm>
        <a:graphic>
          <a:graphicData uri="http://schemas.openxmlformats.org/drawingml/2006/table">
            <a:tbl>
              <a:tblPr/>
              <a:tblGrid>
                <a:gridCol w="3429000"/>
              </a:tblGrid>
              <a:tr h="1828800">
                <a:tc>
                  <a:txBody>
                    <a:bodyPr/>
                    <a:lstStyle/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class Card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7835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08</a:t>
            </a:r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need to be declared as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or public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09</a:t>
            </a:r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that are declared 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file.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 accessed from anywhere.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be accessed.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10</a:t>
            </a:r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that are declared 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file.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 accessed from anywhere.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be accessed.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/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usually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methods.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605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/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are usually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attributes.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294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200235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methods can be classified as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write-only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 and write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that can never be accessed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6499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847016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can be classified as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write-only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 and write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that can never be accessed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024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  <p:graphicFrame>
        <p:nvGraphicFramePr>
          <p:cNvPr id="45081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805200"/>
              </p:ext>
            </p:extLst>
          </p:nvPr>
        </p:nvGraphicFramePr>
        <p:xfrm>
          <a:off x="457200" y="1371600"/>
          <a:ext cx="8305800" cy="4953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53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 must always be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must always be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  </a:t>
                      </a: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3347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421</Words>
  <Application>Microsoft Office PowerPoint</Application>
  <PresentationFormat>On-screen Show (4:3)</PresentationFormat>
  <Paragraphs>148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67</cp:revision>
  <dcterms:created xsi:type="dcterms:W3CDTF">2005-09-25T13:05:16Z</dcterms:created>
  <dcterms:modified xsi:type="dcterms:W3CDTF">2015-05-30T17:38:18Z</dcterms:modified>
</cp:coreProperties>
</file>