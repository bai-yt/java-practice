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629" r:id="rId3"/>
    <p:sldId id="681" r:id="rId4"/>
    <p:sldId id="630" r:id="rId5"/>
    <p:sldId id="631" r:id="rId6"/>
    <p:sldId id="632" r:id="rId7"/>
    <p:sldId id="633" r:id="rId8"/>
    <p:sldId id="634" r:id="rId9"/>
    <p:sldId id="635" r:id="rId10"/>
    <p:sldId id="636" r:id="rId11"/>
    <p:sldId id="637" r:id="rId12"/>
    <p:sldId id="638" r:id="rId13"/>
    <p:sldId id="639" r:id="rId14"/>
    <p:sldId id="640" r:id="rId15"/>
    <p:sldId id="641" r:id="rId16"/>
    <p:sldId id="642" r:id="rId17"/>
    <p:sldId id="643" r:id="rId18"/>
    <p:sldId id="644" r:id="rId19"/>
    <p:sldId id="645" r:id="rId20"/>
    <p:sldId id="646" r:id="rId21"/>
    <p:sldId id="647" r:id="rId22"/>
    <p:sldId id="648" r:id="rId23"/>
    <p:sldId id="649" r:id="rId24"/>
    <p:sldId id="650" r:id="rId25"/>
    <p:sldId id="651" r:id="rId26"/>
    <p:sldId id="652" r:id="rId27"/>
    <p:sldId id="653" r:id="rId28"/>
    <p:sldId id="654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FFCC"/>
    <a:srgbClr val="FF8000"/>
    <a:srgbClr val="FF00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3" autoAdjust="0"/>
    <p:restoredTop sz="94681" autoAdjust="0"/>
  </p:normalViewPr>
  <p:slideViewPr>
    <p:cSldViewPr>
      <p:cViewPr varScale="1">
        <p:scale>
          <a:sx n="87" d="100"/>
          <a:sy n="87" d="100"/>
        </p:scale>
        <p:origin x="-700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8352B-2969-40FA-BC40-26C3F2BAA66A}" type="datetimeFigureOut">
              <a:rPr lang="en-US"/>
              <a:pPr>
                <a:defRPr/>
              </a:pPr>
              <a:t>6/2/2015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EAC4572-BAA7-4D15-A764-D5961D712C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94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549BE-8142-49BA-B503-F2B262C70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6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FD0E1-F4E6-4EF2-9A3D-9F3F85815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9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C01E2-5147-427A-8B06-168EAC3B2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59EA4-D4D4-40D9-879F-90ED1D95BC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8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649C-B05E-46A5-BEBE-7AFF1D5DE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4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250DD-B4B4-4AE7-9262-C0BF9D762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7E967-DD44-4599-93DA-EA33E0C13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9F49E-1113-4CB5-BD0F-113340D20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1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97D1F-9CBC-4BA4-B642-8DC878AB10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3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B24D8-AB5B-4596-9E94-59921E1F1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D7B1A-0AEC-4785-80AF-75782A4A9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4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4955E-206D-44EF-8A35-65B5AA24AF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2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5B5D6DE5-1037-4CAB-AFF2-27EA3A601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WordArt 18"/>
          <p:cNvSpPr>
            <a:spLocks noChangeArrowheads="1" noChangeShapeType="1" noTextEdit="1"/>
          </p:cNvSpPr>
          <p:nvPr/>
        </p:nvSpPr>
        <p:spPr bwMode="auto">
          <a:xfrm>
            <a:off x="1295400" y="3962400"/>
            <a:ext cx="656272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For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Students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054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2055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WordArt 6"/>
          <p:cNvSpPr>
            <a:spLocks noChangeArrowheads="1" noChangeShapeType="1" noTextEdit="1"/>
          </p:cNvSpPr>
          <p:nvPr/>
        </p:nvSpPr>
        <p:spPr bwMode="auto">
          <a:xfrm>
            <a:off x="685800" y="2743200"/>
            <a:ext cx="8077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Review Slides</a:t>
            </a:r>
            <a:endParaRPr 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DCEBF5"/>
                  </a:gs>
                  <a:gs pos="8000">
                    <a:srgbClr val="83A7C3"/>
                  </a:gs>
                  <a:gs pos="13000">
                    <a:srgbClr val="768FB9"/>
                  </a:gs>
                  <a:gs pos="21001">
                    <a:srgbClr val="83A7C3"/>
                  </a:gs>
                  <a:gs pos="52000">
                    <a:srgbClr val="FFFFFF"/>
                  </a:gs>
                  <a:gs pos="56000">
                    <a:srgbClr val="9C6563"/>
                  </a:gs>
                  <a:gs pos="58000">
                    <a:srgbClr val="80302D"/>
                  </a:gs>
                  <a:gs pos="71001">
                    <a:srgbClr val="C0524E"/>
                  </a:gs>
                  <a:gs pos="94000">
                    <a:srgbClr val="EBDAD4"/>
                  </a:gs>
                  <a:gs pos="100000">
                    <a:srgbClr val="55261C"/>
                  </a:gs>
                </a:gsLst>
                <a:lin ang="5400000" scaled="1"/>
              </a:gradFill>
              <a:latin typeface="Arial Black"/>
            </a:endParaRPr>
          </a:p>
        </p:txBody>
      </p:sp>
      <p:sp>
        <p:nvSpPr>
          <p:cNvPr id="9" name="WordArt 21"/>
          <p:cNvSpPr>
            <a:spLocks noChangeArrowheads="1" noChangeShapeType="1" noTextEdit="1"/>
          </p:cNvSpPr>
          <p:nvPr/>
        </p:nvSpPr>
        <p:spPr bwMode="auto">
          <a:xfrm>
            <a:off x="685800" y="1600200"/>
            <a:ext cx="8077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9</a:t>
            </a:r>
          </a:p>
        </p:txBody>
      </p:sp>
      <p:sp>
        <p:nvSpPr>
          <p:cNvPr id="11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</a:t>
            </a:r>
            <a:r>
              <a:rPr lang="fr-FR" sz="7200" kern="10" baseline="3000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®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828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Do You Understand Methods and Parameters?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1524000" y="1895475"/>
            <a:ext cx="6172200" cy="40481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In this section you will be shown 25 different programs.  </a:t>
            </a:r>
          </a:p>
          <a:p>
            <a:pPr eaLnBrk="1" hangingPunct="1"/>
            <a:endParaRPr lang="en-US" sz="32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Most of these programs have some type of error.  </a:t>
            </a:r>
          </a:p>
          <a:p>
            <a:pPr eaLnBrk="1" hangingPunct="1"/>
            <a:endParaRPr lang="en-US" sz="32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A </a:t>
            </a:r>
            <a:r>
              <a:rPr lang="en-US" sz="3200" dirty="0" smtClean="0">
                <a:latin typeface="Arial" charset="0"/>
                <a:sym typeface="Symbol" pitchFamily="18" charset="2"/>
              </a:rPr>
              <a:t>few (less than 5) programs </a:t>
            </a:r>
            <a:r>
              <a:rPr lang="en-US" sz="3200" dirty="0">
                <a:latin typeface="Arial" charset="0"/>
                <a:sym typeface="Symbol" pitchFamily="18" charset="2"/>
              </a:rPr>
              <a:t>are actually correct.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latin typeface="Arial Black" pitchFamily="34" charset="0"/>
                <a:cs typeface="Arial" charset="0"/>
              </a:rPr>
              <a:t>Teacher/Student Versions,</a:t>
            </a:r>
            <a:br>
              <a:rPr lang="en-US" sz="4000" smtClean="0">
                <a:latin typeface="Arial Black" pitchFamily="34" charset="0"/>
                <a:cs typeface="Arial" charset="0"/>
              </a:rPr>
            </a:br>
            <a:r>
              <a:rPr lang="en-US" sz="4000" smtClean="0">
                <a:latin typeface="Arial Black" pitchFamily="34" charset="0"/>
                <a:cs typeface="Arial" charset="0"/>
              </a:rPr>
              <a:t>Tablet PCs, and Inking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8534400" cy="54943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 </a:t>
            </a:r>
            <a:r>
              <a:rPr lang="en-US" sz="2700" i="1">
                <a:latin typeface="Arial" charset="0"/>
                <a:sym typeface="Symbol" pitchFamily="18" charset="2"/>
              </a:rPr>
              <a:t>“For Teachers”</a:t>
            </a:r>
            <a:r>
              <a:rPr lang="en-US" sz="2700">
                <a:latin typeface="Arial" charset="0"/>
                <a:sym typeface="Symbol" pitchFamily="18" charset="2"/>
              </a:rPr>
              <a:t>  version of this presentation has 2 slides for each program.</a:t>
            </a:r>
          </a:p>
          <a:p>
            <a:pPr eaLnBrk="1" hangingPunct="1"/>
            <a:endParaRPr lang="en-US" sz="27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first slide only shows the program.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second shows the program, and an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explanation of the error(s).</a:t>
            </a:r>
          </a:p>
          <a:p>
            <a:pPr eaLnBrk="1" hangingPunct="1"/>
            <a:endParaRPr lang="en-US" sz="27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</a:t>
            </a:r>
            <a:r>
              <a:rPr lang="en-US" sz="2700" i="1">
                <a:latin typeface="Arial" charset="0"/>
                <a:sym typeface="Symbol" pitchFamily="18" charset="2"/>
              </a:rPr>
              <a:t>“For Students”</a:t>
            </a:r>
            <a:r>
              <a:rPr lang="en-US" sz="2700">
                <a:latin typeface="Arial" charset="0"/>
                <a:sym typeface="Symbol" pitchFamily="18" charset="2"/>
              </a:rPr>
              <a:t>  version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only has 1 slide for each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program with no provided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explanations.  Students are 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expected to determine the errors either on paper, or ideally they can “ink” directly on their laptops.</a:t>
            </a:r>
          </a:p>
        </p:txBody>
      </p:sp>
      <p:pic>
        <p:nvPicPr>
          <p:cNvPr id="4100" name="Picture 7" descr="C:\Documents and Settings\JohnSchram\Local Settings\Temporary Internet Files\Content.IE5\J2XVZ0KZ\MCj0432596000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276600"/>
            <a:ext cx="2590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Review0901.java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Review0901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nReview0901.JAVA\n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method1(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("Method1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nReview0902.JAVA\n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("Method2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of the &lt;pi&gt;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nReview0903.JAVA\n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pi = 3.14159;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method3(pi);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method3(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("Method3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of the parameters.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nReview0904.JAVA\n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method4(num1);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method4(double a, double b)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("Method4 displays " + sum);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3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nReview0905.JAVA\n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method5(num1,num2);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method5(double number2, double number1)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number2 - number1;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("Method5 displays " + difference);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nReview0906.JAVA\n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method6(num1,num2);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method6(double number1, double number2)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number1 - number2;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("Method6 displays " + difference);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nReview0907.JAVA\n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method7(num1,num2);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public static void method7(double number1, double number2)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double difference = number1 - number2;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("Method7 displays " + difference);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}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nReview0908.JAVA\n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method8();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method8()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num1 - num2;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("Method8 displays " + difference);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417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&lt;num2&gt;.</a:t>
            </a:r>
          </a:p>
          <a:p>
            <a:pPr eaLnBrk="1" hangingPunct="1"/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nReview0909.JAVA\n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add(num1,num2);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subtract(num1,num2);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   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  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3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234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nReview0910.JAVA\n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  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6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- b);    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  		{   return a + b;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  	{   return a – b; 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&gt;.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  	{   double sum = a + b;   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	{  double difference = a -b; 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14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nReview0914.JAVA\n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-b;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nReview0915.JAVA\n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 b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&lt;Widget&gt; object </a:t>
            </a:r>
            <a:endParaRPr lang="en-US" sz="2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nReview0916.JAVA\n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Review0917.java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</a:t>
            </a: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nReview0917.JAVA\n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nReview0918.JAVA\n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nReview0919.JAVA\n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&lt;Widget&gt; data.</a:t>
            </a:r>
          </a:p>
          <a:p>
            <a:pPr eaLnBrk="1" hangingPunct="1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nReview0920.JAVA\n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count;  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nReview0924.JAVA\n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8854</TotalTime>
  <Words>646</Words>
  <Application>Microsoft Office PowerPoint</Application>
  <PresentationFormat>On-screen Show (4:3)</PresentationFormat>
  <Paragraphs>563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Default Design</vt:lpstr>
      <vt:lpstr>PowerPoint Presentation</vt:lpstr>
      <vt:lpstr>Do You Understand Methods and Parameters?</vt:lpstr>
      <vt:lpstr>Teacher/Student Versions, Tablet PCs, and 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LeonSchram49</cp:lastModifiedBy>
  <cp:revision>941</cp:revision>
  <dcterms:created xsi:type="dcterms:W3CDTF">2003-07-04T03:08:29Z</dcterms:created>
  <dcterms:modified xsi:type="dcterms:W3CDTF">2015-06-02T12:07:55Z</dcterms:modified>
</cp:coreProperties>
</file>