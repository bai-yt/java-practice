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629" r:id="rId3"/>
    <p:sldId id="681" r:id="rId4"/>
    <p:sldId id="630" r:id="rId5"/>
    <p:sldId id="656" r:id="rId6"/>
    <p:sldId id="631" r:id="rId7"/>
    <p:sldId id="657" r:id="rId8"/>
    <p:sldId id="632" r:id="rId9"/>
    <p:sldId id="658" r:id="rId10"/>
    <p:sldId id="633" r:id="rId11"/>
    <p:sldId id="659" r:id="rId12"/>
    <p:sldId id="634" r:id="rId13"/>
    <p:sldId id="660" r:id="rId14"/>
    <p:sldId id="635" r:id="rId15"/>
    <p:sldId id="661" r:id="rId16"/>
    <p:sldId id="636" r:id="rId17"/>
    <p:sldId id="662" r:id="rId18"/>
    <p:sldId id="637" r:id="rId19"/>
    <p:sldId id="663" r:id="rId20"/>
    <p:sldId id="638" r:id="rId21"/>
    <p:sldId id="664" r:id="rId22"/>
    <p:sldId id="639" r:id="rId23"/>
    <p:sldId id="665" r:id="rId24"/>
    <p:sldId id="640" r:id="rId25"/>
    <p:sldId id="666" r:id="rId26"/>
    <p:sldId id="641" r:id="rId27"/>
    <p:sldId id="667" r:id="rId28"/>
    <p:sldId id="642" r:id="rId29"/>
    <p:sldId id="668" r:id="rId30"/>
    <p:sldId id="643" r:id="rId31"/>
    <p:sldId id="669" r:id="rId32"/>
    <p:sldId id="644" r:id="rId33"/>
    <p:sldId id="670" r:id="rId34"/>
    <p:sldId id="645" r:id="rId35"/>
    <p:sldId id="671" r:id="rId36"/>
    <p:sldId id="646" r:id="rId37"/>
    <p:sldId id="672" r:id="rId38"/>
    <p:sldId id="647" r:id="rId39"/>
    <p:sldId id="673" r:id="rId40"/>
    <p:sldId id="648" r:id="rId41"/>
    <p:sldId id="674" r:id="rId42"/>
    <p:sldId id="649" r:id="rId43"/>
    <p:sldId id="675" r:id="rId44"/>
    <p:sldId id="650" r:id="rId45"/>
    <p:sldId id="676" r:id="rId46"/>
    <p:sldId id="651" r:id="rId47"/>
    <p:sldId id="677" r:id="rId48"/>
    <p:sldId id="652" r:id="rId49"/>
    <p:sldId id="678" r:id="rId50"/>
    <p:sldId id="653" r:id="rId51"/>
    <p:sldId id="679" r:id="rId52"/>
    <p:sldId id="654" r:id="rId53"/>
    <p:sldId id="680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FFCC"/>
    <a:srgbClr val="FF8000"/>
    <a:srgbClr val="FF00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3" autoAdjust="0"/>
    <p:restoredTop sz="94681" autoAdjust="0"/>
  </p:normalViewPr>
  <p:slideViewPr>
    <p:cSldViewPr>
      <p:cViewPr varScale="1">
        <p:scale>
          <a:sx n="87" d="100"/>
          <a:sy n="87" d="100"/>
        </p:scale>
        <p:origin x="-700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8352B-2969-40FA-BC40-26C3F2BAA66A}" type="datetimeFigureOut">
              <a:rPr lang="en-US"/>
              <a:pPr>
                <a:defRPr/>
              </a:pPr>
              <a:t>6/2/2015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EAC4572-BAA7-4D15-A764-D5961D712C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94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549BE-8142-49BA-B503-F2B262C70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6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FD0E1-F4E6-4EF2-9A3D-9F3F85815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9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C01E2-5147-427A-8B06-168EAC3B2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59EA4-D4D4-40D9-879F-90ED1D95BC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8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649C-B05E-46A5-BEBE-7AFF1D5DE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4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250DD-B4B4-4AE7-9262-C0BF9D762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7E967-DD44-4599-93DA-EA33E0C13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B9F49E-1113-4CB5-BD0F-113340D20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1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97D1F-9CBC-4BA4-B642-8DC878AB10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3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B24D8-AB5B-4596-9E94-59921E1F1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D7B1A-0AEC-4785-80AF-75782A4A9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47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4955E-206D-44EF-8A35-65B5AA24AF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2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5B5D6DE5-1037-4CAB-AFF2-27EA3A601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WordArt 18"/>
          <p:cNvSpPr>
            <a:spLocks noChangeArrowheads="1" noChangeShapeType="1" noTextEdit="1"/>
          </p:cNvSpPr>
          <p:nvPr/>
        </p:nvSpPr>
        <p:spPr bwMode="auto">
          <a:xfrm>
            <a:off x="1295400" y="3962400"/>
            <a:ext cx="656272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For Teachers</a:t>
            </a:r>
          </a:p>
        </p:txBody>
      </p:sp>
      <p:sp>
        <p:nvSpPr>
          <p:cNvPr id="2054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2055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WordArt 6"/>
          <p:cNvSpPr>
            <a:spLocks noChangeArrowheads="1" noChangeShapeType="1" noTextEdit="1"/>
          </p:cNvSpPr>
          <p:nvPr/>
        </p:nvSpPr>
        <p:spPr bwMode="auto">
          <a:xfrm>
            <a:off x="685800" y="2743200"/>
            <a:ext cx="8077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Review Slides</a:t>
            </a:r>
            <a:endParaRPr lang="en-US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DCEBF5"/>
                  </a:gs>
                  <a:gs pos="8000">
                    <a:srgbClr val="83A7C3"/>
                  </a:gs>
                  <a:gs pos="13000">
                    <a:srgbClr val="768FB9"/>
                  </a:gs>
                  <a:gs pos="21001">
                    <a:srgbClr val="83A7C3"/>
                  </a:gs>
                  <a:gs pos="52000">
                    <a:srgbClr val="FFFFFF"/>
                  </a:gs>
                  <a:gs pos="56000">
                    <a:srgbClr val="9C6563"/>
                  </a:gs>
                  <a:gs pos="58000">
                    <a:srgbClr val="80302D"/>
                  </a:gs>
                  <a:gs pos="71001">
                    <a:srgbClr val="C0524E"/>
                  </a:gs>
                  <a:gs pos="94000">
                    <a:srgbClr val="EBDAD4"/>
                  </a:gs>
                  <a:gs pos="100000">
                    <a:srgbClr val="55261C"/>
                  </a:gs>
                </a:gsLst>
                <a:lin ang="5400000" scaled="1"/>
              </a:gradFill>
              <a:latin typeface="Arial Black"/>
            </a:endParaRPr>
          </a:p>
        </p:txBody>
      </p:sp>
      <p:sp>
        <p:nvSpPr>
          <p:cNvPr id="9" name="WordArt 21"/>
          <p:cNvSpPr>
            <a:spLocks noChangeArrowheads="1" noChangeShapeType="1" noTextEdit="1"/>
          </p:cNvSpPr>
          <p:nvPr/>
        </p:nvSpPr>
        <p:spPr bwMode="auto">
          <a:xfrm>
            <a:off x="685800" y="1600200"/>
            <a:ext cx="8077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9</a:t>
            </a:r>
          </a:p>
        </p:txBody>
      </p:sp>
      <p:sp>
        <p:nvSpPr>
          <p:cNvPr id="11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</a:t>
            </a:r>
            <a:r>
              <a:rPr lang="fr-FR" sz="7200" kern="10" baseline="3000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®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828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Do You Understand Methods and Parameters?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1524000" y="1895475"/>
            <a:ext cx="6172200" cy="40481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In this section you will be shown 25 different programs.  </a:t>
            </a:r>
          </a:p>
          <a:p>
            <a:pPr eaLnBrk="1" hangingPunct="1"/>
            <a:endParaRPr lang="en-US" sz="32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Most of these programs have some type of error.  </a:t>
            </a:r>
          </a:p>
          <a:p>
            <a:pPr eaLnBrk="1" hangingPunct="1"/>
            <a:endParaRPr lang="en-US" sz="32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charset="0"/>
                <a:sym typeface="Symbol" pitchFamily="18" charset="2"/>
              </a:rPr>
              <a:t>A </a:t>
            </a:r>
            <a:r>
              <a:rPr lang="en-US" sz="3200" dirty="0" smtClean="0">
                <a:latin typeface="Arial" charset="0"/>
                <a:sym typeface="Symbol" pitchFamily="18" charset="2"/>
              </a:rPr>
              <a:t>few (less than 5) programs </a:t>
            </a:r>
            <a:r>
              <a:rPr lang="en-US" sz="3200" dirty="0">
                <a:latin typeface="Arial" charset="0"/>
                <a:sym typeface="Symbol" pitchFamily="18" charset="2"/>
              </a:rPr>
              <a:t>are actually correct.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latin typeface="Arial Black" pitchFamily="34" charset="0"/>
                <a:cs typeface="Arial" charset="0"/>
              </a:rPr>
              <a:t>Teacher/Student Versions,</a:t>
            </a:r>
            <a:br>
              <a:rPr lang="en-US" sz="4000" smtClean="0">
                <a:latin typeface="Arial Black" pitchFamily="34" charset="0"/>
                <a:cs typeface="Arial" charset="0"/>
              </a:rPr>
            </a:br>
            <a:r>
              <a:rPr lang="en-US" sz="4000" smtClean="0">
                <a:latin typeface="Arial Black" pitchFamily="34" charset="0"/>
                <a:cs typeface="Arial" charset="0"/>
              </a:rPr>
              <a:t>Tablet PCs, and Inking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8534400" cy="549433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3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 </a:t>
            </a:r>
            <a:r>
              <a:rPr lang="en-US" sz="2700" i="1">
                <a:latin typeface="Arial" charset="0"/>
                <a:sym typeface="Symbol" pitchFamily="18" charset="2"/>
              </a:rPr>
              <a:t>“For Teachers”</a:t>
            </a:r>
            <a:r>
              <a:rPr lang="en-US" sz="2700">
                <a:latin typeface="Arial" charset="0"/>
                <a:sym typeface="Symbol" pitchFamily="18" charset="2"/>
              </a:rPr>
              <a:t>  version of this presentation has 2 slides for each program.</a:t>
            </a:r>
          </a:p>
          <a:p>
            <a:pPr eaLnBrk="1" hangingPunct="1"/>
            <a:endParaRPr lang="en-US" sz="27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first slide only shows the program.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second shows the program, and an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explanation of the error(s).</a:t>
            </a:r>
          </a:p>
          <a:p>
            <a:pPr eaLnBrk="1" hangingPunct="1"/>
            <a:endParaRPr lang="en-US" sz="27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The </a:t>
            </a:r>
            <a:r>
              <a:rPr lang="en-US" sz="2700" i="1">
                <a:latin typeface="Arial" charset="0"/>
                <a:sym typeface="Symbol" pitchFamily="18" charset="2"/>
              </a:rPr>
              <a:t>“For Students”</a:t>
            </a:r>
            <a:r>
              <a:rPr lang="en-US" sz="2700">
                <a:latin typeface="Arial" charset="0"/>
                <a:sym typeface="Symbol" pitchFamily="18" charset="2"/>
              </a:rPr>
              <a:t>  version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only has 1 slide for each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program with no provided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explanations.  Students are </a:t>
            </a:r>
          </a:p>
          <a:p>
            <a:pPr eaLnBrk="1" hangingPunct="1"/>
            <a:r>
              <a:rPr lang="en-US" sz="2700">
                <a:latin typeface="Arial" charset="0"/>
                <a:sym typeface="Symbol" pitchFamily="18" charset="2"/>
              </a:rPr>
              <a:t>expected to determine the errors either on paper, or ideally they can “ink” directly on their laptops.</a:t>
            </a:r>
          </a:p>
        </p:txBody>
      </p:sp>
      <p:pic>
        <p:nvPicPr>
          <p:cNvPr id="4100" name="Picture 7" descr="C:\Documents and Settings\JohnSchram\Local Settings\Temporary Internet Files\Content.IE5\J2XVZ0KZ\MCj0432596000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276600"/>
            <a:ext cx="2590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Review0901.java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Review0901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nReview0901.JAVA\n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method1(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("Method1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Review0901.java is supposed to display the value </a:t>
            </a: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the &lt;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Review0901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nReview0901.JAVA\n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method1(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("Method1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148" name="WordArt 131"/>
          <p:cNvSpPr>
            <a:spLocks noChangeArrowheads="1" noChangeShapeType="1" noTextEdit="1"/>
          </p:cNvSpPr>
          <p:nvPr/>
        </p:nvSpPr>
        <p:spPr bwMode="auto">
          <a:xfrm>
            <a:off x="1066800" y="5257800"/>
            <a:ext cx="6553200" cy="11334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&lt;method1&gt; is never called.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533400"/>
            <a:ext cx="44958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Review0901.JAVA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nReview0902.JAVA\n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("Method2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</a:t>
            </a:r>
          </a:p>
          <a:p>
            <a:pPr eaLnBrk="1" hangingPunct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Review0902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nReview0902.JAVA\n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method2(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("Method2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195" name="WordArt 40"/>
          <p:cNvSpPr>
            <a:spLocks noChangeArrowheads="1" noChangeShapeType="1" noTextEdit="1"/>
          </p:cNvSpPr>
          <p:nvPr/>
        </p:nvSpPr>
        <p:spPr bwMode="auto">
          <a:xfrm>
            <a:off x="1371600" y="5181600"/>
            <a:ext cx="6629400" cy="1447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94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You cannot declare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 actual parameter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inside the method call.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44" t="52910" r="30833" b="9731"/>
          <a:stretch/>
        </p:blipFill>
        <p:spPr bwMode="auto">
          <a:xfrm>
            <a:off x="4129280" y="533400"/>
            <a:ext cx="501472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of the &lt;pi&gt;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nReview0903.JAVA\n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pi = 3.14159;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method3(pi);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method3(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("Method3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value of the &lt;pi&gt; parameter.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Review0903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nReview0903.JAVA\n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pi = 3.14159;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method3(pi);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method3(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("Method3 displays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0243" name="WordArt 3"/>
          <p:cNvSpPr>
            <a:spLocks noChangeArrowheads="1" noChangeShapeType="1" noTextEdit="1"/>
          </p:cNvSpPr>
          <p:nvPr/>
        </p:nvSpPr>
        <p:spPr bwMode="auto">
          <a:xfrm>
            <a:off x="762000" y="5543550"/>
            <a:ext cx="8153400" cy="11620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931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data types of the actual parameter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and formal parameter do not match.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1" t="53575" r="6848" b="16906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of the parameters.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nReview0904.JAVA\n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method4(num1);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method4(double a, double b)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("Method4 displays " + sum);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3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of the parameters.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Review0904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nReview0904.JAVA\n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method4(num1);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method4(double a, double b)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("Method4 displays " + sum);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3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2291" name="WordArt 3"/>
          <p:cNvSpPr>
            <a:spLocks noChangeArrowheads="1" noChangeShapeType="1" noTextEdit="1"/>
          </p:cNvSpPr>
          <p:nvPr/>
        </p:nvSpPr>
        <p:spPr bwMode="auto">
          <a:xfrm>
            <a:off x="609600" y="5562600"/>
            <a:ext cx="8153400" cy="1143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2995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number of actual parameters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and formal parameters do not match.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9" t="54126" r="3877" b="11589"/>
          <a:stretch/>
        </p:blipFill>
        <p:spPr bwMode="auto">
          <a:xfrm>
            <a:off x="0" y="-1"/>
            <a:ext cx="9144000" cy="2514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nReview0905.JAVA\n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method5(num1,num2);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method5(double number2, double number1)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number2 - number1;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("Method5 displays " + difference);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nReview0905.JAVA\n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method5(num1,num2);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method5(double number2, double number1)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number2 - number1;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("Method5 displays " + difference);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7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4339" name="WordArt 3"/>
          <p:cNvSpPr>
            <a:spLocks noChangeArrowheads="1" noChangeShapeType="1" noTextEdit="1"/>
          </p:cNvSpPr>
          <p:nvPr/>
        </p:nvSpPr>
        <p:spPr bwMode="auto">
          <a:xfrm>
            <a:off x="304800" y="5257800"/>
            <a:ext cx="8763000" cy="1447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403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This question is tricky.  There is nothing technically wrong. 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parameters are named illogically, but the correct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computation is performed to display num1  - num2.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95800" y="496431"/>
            <a:ext cx="46482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Review0905.JAVA</a:t>
            </a:r>
          </a:p>
          <a:p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Method5 displays 100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nReview0906.JAVA\n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method6(num1,num2);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method6(double number1, double number2)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number1 - number2;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("Method6 displays " + difference);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16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Review0906.java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7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Review0906</a:t>
            </a:r>
            <a:endParaRPr lang="en-US" sz="2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nReview0906.JAVA\n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method6(num1,num2);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method6(double number1, double number2)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number1 - number2;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("Method6 displays " + difference);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6387" name="WordArt 3"/>
          <p:cNvSpPr>
            <a:spLocks noChangeArrowheads="1" noChangeShapeType="1" noTextEdit="1"/>
          </p:cNvSpPr>
          <p:nvPr/>
        </p:nvSpPr>
        <p:spPr bwMode="auto">
          <a:xfrm>
            <a:off x="762000" y="5715000"/>
            <a:ext cx="8153400" cy="97631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2222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main method does not have a closing brace.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7" t="28709" r="14816" b="7037"/>
          <a:stretch/>
        </p:blipFill>
        <p:spPr bwMode="auto">
          <a:xfrm>
            <a:off x="3733800" y="0"/>
            <a:ext cx="5410201" cy="43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nReview0907.JAVA\n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method7(num1,num2);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public static void method7(double number1, double number2)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double difference = number1 - number2;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("Method7 displays " + difference);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}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Review0907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nReview0907.JAVA\n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method7(num1,num2);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public static void method7(double number1, double number2)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double difference = number1 - number2;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("Method7 displays " + difference);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}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106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7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8435" name="WordArt 4"/>
          <p:cNvSpPr>
            <a:spLocks noChangeArrowheads="1" noChangeShapeType="1" noTextEdit="1"/>
          </p:cNvSpPr>
          <p:nvPr/>
        </p:nvSpPr>
        <p:spPr bwMode="auto">
          <a:xfrm>
            <a:off x="838200" y="5653087"/>
            <a:ext cx="8001000" cy="112871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051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&lt;method7&gt; is placed inside the &lt;main&gt; method.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7" t="35577" r="8639" b="7800"/>
          <a:stretch/>
        </p:blipFill>
        <p:spPr bwMode="auto">
          <a:xfrm>
            <a:off x="3505201" y="0"/>
            <a:ext cx="5638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nReview0908.JAVA\n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method8();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method8()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num1 - num2;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("Method8 displays " + difference);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difference of num1 - num2.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Review0908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nReview0908.JAVA\n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method8();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method8()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num1 - num2;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("Method8 displays " + difference);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0483" name="WordArt 3"/>
          <p:cNvSpPr>
            <a:spLocks noChangeArrowheads="1" noChangeShapeType="1" noTextEdit="1"/>
          </p:cNvSpPr>
          <p:nvPr/>
        </p:nvSpPr>
        <p:spPr bwMode="auto">
          <a:xfrm>
            <a:off x="533400" y="5562600"/>
            <a:ext cx="8382000" cy="10858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662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There are no parameters passed to &lt;method8&gt;. 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Variables &lt;num1&gt; and &lt;num2&gt; are unknown in &lt;method8&gt;.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6" t="41987" r="29154" b="19094"/>
          <a:stretch/>
        </p:blipFill>
        <p:spPr bwMode="auto">
          <a:xfrm>
            <a:off x="3379098" y="0"/>
            <a:ext cx="576490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417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&lt;num2&gt;.</a:t>
            </a:r>
          </a:p>
          <a:p>
            <a:pPr eaLnBrk="1" hangingPunct="1"/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nReview0909.JAVA\n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add(num1,num2);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subtract(num1,num2);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   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  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3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417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34413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Review0909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nReview0909.JAVA\n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add(num1,num2);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subtract(num1,num2);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   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  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3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6" t="43056" r="28162" b="17263"/>
          <a:stretch/>
        </p:blipFill>
        <p:spPr bwMode="auto">
          <a:xfrm>
            <a:off x="3560884" y="0"/>
            <a:ext cx="5583116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WordArt 4"/>
          <p:cNvSpPr>
            <a:spLocks noChangeArrowheads="1" noChangeShapeType="1" noTextEdit="1"/>
          </p:cNvSpPr>
          <p:nvPr/>
        </p:nvSpPr>
        <p:spPr bwMode="auto">
          <a:xfrm>
            <a:off x="762000" y="3721889"/>
            <a:ext cx="8153400" cy="153591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2347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&lt;add&gt; &amp; &lt;subtract&gt;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 are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 a different class.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You need to use the class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identifier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to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call them.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Examples: </a:t>
            </a:r>
            <a:r>
              <a:rPr lang="en-US" sz="3600" kern="10" dirty="0" err="1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Calc.add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&amp; </a:t>
            </a:r>
            <a:r>
              <a:rPr lang="en-US" sz="3600" kern="10" dirty="0" err="1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Calc.subtract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234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nReview0910.JAVA\n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  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of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Review0910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nReview0910.JAVA\n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– b);    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4579" name="WordArt 3"/>
          <p:cNvSpPr>
            <a:spLocks noChangeArrowheads="1" noChangeShapeType="1" noTextEdit="1"/>
          </p:cNvSpPr>
          <p:nvPr/>
        </p:nvSpPr>
        <p:spPr bwMode="auto">
          <a:xfrm>
            <a:off x="1981200" y="3810000"/>
            <a:ext cx="68580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014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There can only be one public class in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 file,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which is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class with the same name as the file.</a:t>
            </a:r>
          </a:p>
        </p:txBody>
      </p:sp>
      <p:sp>
        <p:nvSpPr>
          <p:cNvPr id="2" name="&quot;No&quot; Symbol 1"/>
          <p:cNvSpPr/>
          <p:nvPr/>
        </p:nvSpPr>
        <p:spPr bwMode="auto">
          <a:xfrm>
            <a:off x="27432" y="4617720"/>
            <a:ext cx="762000" cy="457200"/>
          </a:xfrm>
          <a:prstGeom prst="noSmoking">
            <a:avLst>
              <a:gd name="adj" fmla="val 1147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5" t="32882" r="4386" b="38027"/>
          <a:stretch/>
        </p:blipFill>
        <p:spPr bwMode="auto">
          <a:xfrm>
            <a:off x="27432" y="-2"/>
            <a:ext cx="9116568" cy="2362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6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- b);    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6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+ b);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;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(a - b);    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806103" y="0"/>
            <a:ext cx="5337897" cy="4953000"/>
            <a:chOff x="1798820" y="8744"/>
            <a:chExt cx="4691921" cy="435360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31" t="38324" r="20143" b="11135"/>
            <a:stretch/>
          </p:blipFill>
          <p:spPr bwMode="auto">
            <a:xfrm>
              <a:off x="1798820" y="8744"/>
              <a:ext cx="4691921" cy="2413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31" t="41206" r="20143" b="17588"/>
            <a:stretch/>
          </p:blipFill>
          <p:spPr bwMode="auto">
            <a:xfrm>
              <a:off x="1798820" y="2394679"/>
              <a:ext cx="4691921" cy="1967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7" name="WordArt 3"/>
          <p:cNvSpPr>
            <a:spLocks noChangeArrowheads="1" noChangeShapeType="1" noTextEdit="1"/>
          </p:cNvSpPr>
          <p:nvPr/>
        </p:nvSpPr>
        <p:spPr bwMode="auto">
          <a:xfrm>
            <a:off x="1371600" y="4876800"/>
            <a:ext cx="7620000" cy="6762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111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 headings do not use a semicolon ( ; 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add(double a, double b)  		{   return a + b;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subtract(double a, double b)  	{   return a – b; 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418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&lt;num2&gt;.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void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add(double a, double b)  		{   return a + b;   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void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subtract(double a, double b)  	{   return a – b; 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8675" name="WordArt 3"/>
          <p:cNvSpPr>
            <a:spLocks noChangeArrowheads="1" noChangeShapeType="1" noTextEdit="1"/>
          </p:cNvSpPr>
          <p:nvPr/>
        </p:nvSpPr>
        <p:spPr bwMode="auto">
          <a:xfrm>
            <a:off x="1143000" y="3733800"/>
            <a:ext cx="7696200" cy="1828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2532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 &lt;add&gt; and &lt;subtract&gt; return a value,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they are declared as "void" methods.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Instead of “void” we should see a data type.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1" t="32499" r="18463" b="13194"/>
          <a:stretch/>
        </p:blipFill>
        <p:spPr bwMode="auto">
          <a:xfrm>
            <a:off x="3124200" y="0"/>
            <a:ext cx="6019801" cy="29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&gt;.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  	{   double sum = a + b;   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	{  double difference = a -b; 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14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651500" algn="l"/>
                <a:tab pos="5995988" algn="l"/>
                <a:tab pos="6400800" algn="l"/>
                <a:tab pos="6858000" algn="l"/>
                <a:tab pos="7315200" algn="l"/>
                <a:tab pos="7772400" algn="l"/>
                <a:tab pos="84550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difference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of &lt;num1&gt; and &lt;num2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&gt;.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  	{   double sum = a + b;   	}</a:t>
            </a:r>
          </a:p>
          <a:p>
            <a:pPr eaLnBrk="1" hangingPunct="1">
              <a:lnSpc>
                <a:spcPct val="6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	{  double difference = a -b; 	}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14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1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0723" name="WordArt 3"/>
          <p:cNvSpPr>
            <a:spLocks noChangeArrowheads="1" noChangeShapeType="1" noTextEdit="1"/>
          </p:cNvSpPr>
          <p:nvPr/>
        </p:nvSpPr>
        <p:spPr bwMode="auto">
          <a:xfrm>
            <a:off x="1295400" y="3886200"/>
            <a:ext cx="7696200" cy="1524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5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 &lt;add&gt; and &lt;subtract&gt; </a:t>
            </a:r>
            <a:endParaRPr lang="en-US" sz="3600" kern="10" dirty="0" smtClean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are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declared </a:t>
            </a:r>
            <a:r>
              <a:rPr lang="en-US" sz="3600" kern="10" dirty="0" err="1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as"return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" methods, </a:t>
            </a:r>
            <a:endParaRPr lang="en-US" sz="3600" kern="10" dirty="0" smtClean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they have no return statements.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1" t="54535" r="33586" b="10196"/>
          <a:stretch/>
        </p:blipFill>
        <p:spPr bwMode="auto">
          <a:xfrm>
            <a:off x="3143837" y="0"/>
            <a:ext cx="600016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nReview0914.JAVA\n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-b;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Review0914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nReview0914.JAVA\n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-b;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32772" name="WordArt 4"/>
          <p:cNvSpPr>
            <a:spLocks noChangeArrowheads="1" noChangeShapeType="1" noTextEdit="1"/>
          </p:cNvSpPr>
          <p:nvPr/>
        </p:nvSpPr>
        <p:spPr bwMode="auto">
          <a:xfrm>
            <a:off x="5105400" y="1981200"/>
            <a:ext cx="3886200" cy="449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6204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This program does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not display anything. 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methods return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proper values,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nothing is done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with these values.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 return method should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be called as part of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some other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57200"/>
            <a:ext cx="36576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Review0914.JAVA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nReview0915.JAVA\n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 b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357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Review0915.java 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sum and difference of &lt;num1&gt; and &lt;num2&gt;.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Review0915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nReview0915.JAVA\n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num1 = 200;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num2 = 100;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Calc.add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Calc.subtract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(num1,num2);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	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Calc</a:t>
            </a:r>
            <a:endParaRPr lang="en-US" sz="17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add(double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sum = a + b;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sum;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double subtract(double a, double b)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double difference = a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 b</a:t>
            </a: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return difference;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34819" name="WordArt 4"/>
          <p:cNvSpPr>
            <a:spLocks noChangeArrowheads="1" noChangeShapeType="1" noTextEdit="1"/>
          </p:cNvSpPr>
          <p:nvPr/>
        </p:nvSpPr>
        <p:spPr bwMode="auto">
          <a:xfrm>
            <a:off x="5334000" y="2743200"/>
            <a:ext cx="3429000" cy="3810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442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method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calls are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missing a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second set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of closing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parenthesis.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8" t="62145" r="25656" b="19723"/>
          <a:stretch/>
        </p:blipFill>
        <p:spPr bwMode="auto">
          <a:xfrm>
            <a:off x="2" y="0"/>
            <a:ext cx="9143998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&lt;Widget&gt; object </a:t>
            </a:r>
            <a:endParaRPr lang="en-US" sz="2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nReview0916.JAVA\n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&lt;Widget&gt; object </a:t>
            </a:r>
            <a:endParaRPr lang="en-US" sz="2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Review0916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nReview0916.JAVA\n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initWidgets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6867" name="WordArt 3"/>
          <p:cNvSpPr>
            <a:spLocks noChangeArrowheads="1" noChangeShapeType="1" noTextEdit="1"/>
          </p:cNvSpPr>
          <p:nvPr/>
        </p:nvSpPr>
        <p:spPr bwMode="auto">
          <a:xfrm>
            <a:off x="2819400" y="2590800"/>
            <a:ext cx="6172200" cy="3048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333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&lt;</a:t>
            </a:r>
            <a:r>
              <a:rPr lang="en-US" sz="3600" kern="10" dirty="0" err="1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initWidgets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&gt; is declared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"static" like a “class”  method,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it  is called like  an object method.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Also, “static” methods can only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access “static” data.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5" t="53846" r="4816" b="18215"/>
          <a:stretch/>
        </p:blipFill>
        <p:spPr bwMode="auto">
          <a:xfrm>
            <a:off x="0" y="-1"/>
            <a:ext cx="9144000" cy="2209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Review0917.java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</a:t>
            </a: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nReview0917.JAVA\n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00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Review0917.java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110000"/>
              </a:lnSpc>
            </a:pP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Review0917</a:t>
            </a:r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nReview0917.JAVA\n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100;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     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3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/>
            <a:r>
              <a:rPr lang="en-US" sz="23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38915" name="WordArt 3"/>
          <p:cNvSpPr>
            <a:spLocks noChangeArrowheads="1" noChangeShapeType="1" noTextEdit="1"/>
          </p:cNvSpPr>
          <p:nvPr/>
        </p:nvSpPr>
        <p:spPr bwMode="auto">
          <a:xfrm>
            <a:off x="2971800" y="4114800"/>
            <a:ext cx="5867400" cy="19716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9505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This program compiles,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object data should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not be accessed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57200"/>
            <a:ext cx="36576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Review0917.JAVA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nReview0918.JAVA\n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Review0918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nReview0918.JAVA\n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void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0963" name="WordArt 3"/>
          <p:cNvSpPr>
            <a:spLocks noChangeArrowheads="1" noChangeShapeType="1" noTextEdit="1"/>
          </p:cNvSpPr>
          <p:nvPr/>
        </p:nvSpPr>
        <p:spPr bwMode="auto">
          <a:xfrm>
            <a:off x="1295400" y="3886200"/>
            <a:ext cx="7696200" cy="1295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963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 constructor is  neither a &lt;void&gt; method  nor a &lt;return&gt; method.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words “void” or “return” cannot be in a constructor.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4" t="56044" r="4262" b="7228"/>
          <a:stretch/>
        </p:blipFill>
        <p:spPr bwMode="auto">
          <a:xfrm>
            <a:off x="0" y="0"/>
            <a:ext cx="9144000" cy="256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nReview0919.JAVA\n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75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Review0919.java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construct a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&lt;Widget&gt; object and initialize its data.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Review0919</a:t>
            </a: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nReview0919.JAVA\n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     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sz="2400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private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   {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3011" name="WordArt 3"/>
          <p:cNvSpPr>
            <a:spLocks noChangeArrowheads="1" noChangeShapeType="1" noTextEdit="1"/>
          </p:cNvSpPr>
          <p:nvPr/>
        </p:nvSpPr>
        <p:spPr bwMode="auto">
          <a:xfrm>
            <a:off x="4419600" y="3048000"/>
            <a:ext cx="44958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963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 constructor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cannot be declared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as a private method.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0" t="54160" r="24219" b="18216"/>
          <a:stretch/>
        </p:blipFill>
        <p:spPr bwMode="auto">
          <a:xfrm>
            <a:off x="1" y="0"/>
            <a:ext cx="9143999" cy="256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&lt;Widget&gt; data.</a:t>
            </a:r>
          </a:p>
          <a:p>
            <a:pPr eaLnBrk="1" hangingPunct="1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nReview0920.JAVA\n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Review0920.java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display the &lt;Widget&gt; data.</a:t>
            </a:r>
          </a:p>
          <a:p>
            <a:pPr eaLnBrk="1" hangingPunct="1">
              <a:lnSpc>
                <a:spcPct val="16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Review0920</a:t>
            </a: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nReview0920.JAVA\n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}</a:t>
            </a:r>
          </a:p>
          <a:p>
            <a:pPr eaLnBrk="1" hangingPunct="1">
              <a:lnSpc>
                <a:spcPct val="7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{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   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</p:txBody>
      </p:sp>
      <p:sp>
        <p:nvSpPr>
          <p:cNvPr id="45060" name="WordArt 4"/>
          <p:cNvSpPr>
            <a:spLocks noChangeArrowheads="1" noChangeShapeType="1" noTextEdit="1"/>
          </p:cNvSpPr>
          <p:nvPr/>
        </p:nvSpPr>
        <p:spPr bwMode="auto">
          <a:xfrm>
            <a:off x="4648200" y="2743200"/>
            <a:ext cx="4114800" cy="26860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1481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 &lt;getWidgets&gt;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is missing a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&lt;return&gt; statement.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6" t="53846" r="35430" b="18529"/>
          <a:stretch/>
        </p:blipFill>
        <p:spPr bwMode="auto">
          <a:xfrm>
            <a:off x="2667001" y="0"/>
            <a:ext cx="6477000" cy="239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count;  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Review0921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nReview0921.JAVA\n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 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 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count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7107" name="WordArt 3"/>
          <p:cNvSpPr>
            <a:spLocks noChangeArrowheads="1" noChangeShapeType="1" noTextEdit="1"/>
          </p:cNvSpPr>
          <p:nvPr/>
        </p:nvSpPr>
        <p:spPr bwMode="auto">
          <a:xfrm>
            <a:off x="1528763" y="3505200"/>
            <a:ext cx="7462837" cy="14573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37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Variable &lt;count&gt; is not passed as parameter. 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 &lt;setWidgets&gt; does not have access to &lt;count&gt;.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1" t="54473" r="38012" b="13507"/>
          <a:stretch/>
        </p:blipFill>
        <p:spPr bwMode="auto">
          <a:xfrm>
            <a:off x="2813425" y="0"/>
            <a:ext cx="6330576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Review0922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b="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count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b="0" dirty="0" err="1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int</a:t>
            </a:r>
            <a:r>
              <a:rPr lang="en-US" b="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9155" name="WordArt 3"/>
          <p:cNvSpPr>
            <a:spLocks noChangeArrowheads="1" noChangeShapeType="1" noTextEdit="1"/>
          </p:cNvSpPr>
          <p:nvPr/>
        </p:nvSpPr>
        <p:spPr bwMode="auto">
          <a:xfrm>
            <a:off x="1528763" y="3493294"/>
            <a:ext cx="7462837" cy="1535906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37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There is nothing wrong with this program.  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names of the actual and formal parameters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do not need to match.  There is nothing wrong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with &lt;count&gt; </a:t>
            </a:r>
            <a:r>
              <a:rPr lang="en-US" sz="3600" kern="10" dirty="0" err="1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pasing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data to &lt;n&gt;.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1600" y="572631"/>
            <a:ext cx="39624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Review0922.JAVA</a:t>
            </a:r>
          </a:p>
          <a:p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Review0923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nReview0923.JAVA\n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()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1203" name="WordArt 3"/>
          <p:cNvSpPr>
            <a:spLocks noChangeArrowheads="1" noChangeShapeType="1" noTextEdit="1"/>
          </p:cNvSpPr>
          <p:nvPr/>
        </p:nvSpPr>
        <p:spPr bwMode="auto">
          <a:xfrm>
            <a:off x="838200" y="3581400"/>
            <a:ext cx="8153400" cy="1447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37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 the &lt;main&gt; method there are object  methods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called without the object identifier.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1" t="46626" r="36536" b="7542"/>
          <a:stretch/>
        </p:blipFill>
        <p:spPr bwMode="auto">
          <a:xfrm>
            <a:off x="3733800" y="0"/>
            <a:ext cx="5410201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nReview0924.JAVA\n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Widget.getWidgets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Review0924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nReview0924.JAVA\n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b="0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Widget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b="0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Widget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3251" name="WordArt 3"/>
          <p:cNvSpPr>
            <a:spLocks noChangeArrowheads="1" noChangeShapeType="1" noTextEdit="1"/>
          </p:cNvSpPr>
          <p:nvPr/>
        </p:nvSpPr>
        <p:spPr bwMode="auto">
          <a:xfrm>
            <a:off x="1528763" y="3657600"/>
            <a:ext cx="7462837" cy="12287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37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&lt;Widget&gt; class has object methods,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but here they are called like class methods.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7" t="49950" r="2787" b="15705"/>
          <a:stretch/>
        </p:blipFill>
        <p:spPr bwMode="auto">
          <a:xfrm>
            <a:off x="0" y="0"/>
            <a:ext cx="9144000" cy="2423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323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Review0925.java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is supposed to alter and display the &lt;Widget&gt; data.</a:t>
            </a:r>
          </a:p>
          <a:p>
            <a:pPr eaLnBrk="1" hangingPunct="1">
              <a:lnSpc>
                <a:spcPct val="120000"/>
              </a:lnSpc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public class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Review0925</a:t>
            </a: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static void main(String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args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[])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("\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nReview0922.JAVA\n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");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Widget w = new Widget(100);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count = 200;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(count);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w.getWidgets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System.out.println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();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}	     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class Widget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private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	</a:t>
            </a:r>
          </a:p>
          <a:p>
            <a:pPr eaLnBrk="1" hangingPunct="1">
              <a:lnSpc>
                <a:spcPct val="14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public Widget(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			 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 	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private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()		   	{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  }</a:t>
            </a:r>
          </a:p>
          <a:p>
            <a:pPr eaLnBrk="1" hangingPunct="1">
              <a:lnSpc>
                <a:spcPct val="13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</a:t>
            </a:r>
            <a:r>
              <a:rPr lang="en-US" b="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private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setWidgets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n) 	{  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numWidgets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n;  	}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  <a:endParaRPr lang="en-US" sz="32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5299" name="WordArt 3"/>
          <p:cNvSpPr>
            <a:spLocks noChangeArrowheads="1" noChangeShapeType="1" noTextEdit="1"/>
          </p:cNvSpPr>
          <p:nvPr/>
        </p:nvSpPr>
        <p:spPr bwMode="auto">
          <a:xfrm>
            <a:off x="1528763" y="3505200"/>
            <a:ext cx="7462837" cy="13811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037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 is not possible to access &lt;getWidgets&gt; and </a:t>
            </a:r>
          </a:p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&lt;setWidgets&gt; when they are declared &lt;private&gt;.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1" t="50000" r="14406" b="15341"/>
          <a:stretch/>
        </p:blipFill>
        <p:spPr bwMode="auto">
          <a:xfrm>
            <a:off x="-1" y="0"/>
            <a:ext cx="9144001" cy="271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8820</TotalTime>
  <Words>1647</Words>
  <Application>Microsoft Office PowerPoint</Application>
  <PresentationFormat>On-screen Show (4:3)</PresentationFormat>
  <Paragraphs>1187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Default Design</vt:lpstr>
      <vt:lpstr>PowerPoint Presentation</vt:lpstr>
      <vt:lpstr>Do You Understand Methods and Parameters?</vt:lpstr>
      <vt:lpstr>Teacher/Student Versions, Tablet PCs, and 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LeonSchram49</cp:lastModifiedBy>
  <cp:revision>939</cp:revision>
  <dcterms:created xsi:type="dcterms:W3CDTF">2003-07-04T03:08:29Z</dcterms:created>
  <dcterms:modified xsi:type="dcterms:W3CDTF">2015-06-02T12:08:35Z</dcterms:modified>
</cp:coreProperties>
</file>