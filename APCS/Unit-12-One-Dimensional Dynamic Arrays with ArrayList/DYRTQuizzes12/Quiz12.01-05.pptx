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sldIdLst>
    <p:sldId id="292" r:id="rId2"/>
    <p:sldId id="257" r:id="rId3"/>
    <p:sldId id="293" r:id="rId4"/>
    <p:sldId id="303" r:id="rId5"/>
    <p:sldId id="304" r:id="rId6"/>
    <p:sldId id="294" r:id="rId7"/>
    <p:sldId id="295" r:id="rId8"/>
    <p:sldId id="305" r:id="rId9"/>
    <p:sldId id="296" r:id="rId10"/>
    <p:sldId id="297" r:id="rId11"/>
    <p:sldId id="298" r:id="rId12"/>
    <p:sldId id="299" r:id="rId13"/>
    <p:sldId id="30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72" y="-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88B538-8A08-48C1-A9FC-14D183E44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41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8CE73B-A25E-4F59-A13D-B00BB057C925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55437A-184D-4D75-9309-A0EF5132D58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11AE12-5D0E-47F5-B9DB-209A3B8387C2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06DF25-869F-45C0-8503-4F5D290D9C62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45DDA8-2A3E-4D3E-8E24-3309D1EB1148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D95CDA-15DE-4C44-B427-7B38F52621AE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537C6C-12CE-49B8-A1D5-FA53EC114A82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F5470B-C9E6-41DC-8402-ADCA9BEA2EEC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5AA87-2494-4FCF-9790-F387B3D00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534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3098D-3ADF-4D5A-B376-4377A495F1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561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5C043-3F81-4084-9BD5-12D472AA6D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6058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A6F2C-FF28-429D-A9EB-B402DC86A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71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39E35-C6BA-4B72-A414-DDF09DAE8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64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63648-1476-4F43-8303-F44518864E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8919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9AC2A-A49A-47C0-84ED-0D88FB3EC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535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E4E5-61BE-4A00-B337-6D16AC0A2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1353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C00F6-BA7B-49DC-8092-58E946474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7546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40A61-BE49-4EEB-B465-EA60E5C0B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52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53647-73CE-4197-AEEA-FB4639E4F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644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5CEC360-092E-4107-974D-C3A847E7E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12.01-05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1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123589"/>
              </p:ext>
            </p:extLst>
          </p:nvPr>
        </p:nvGraphicFramePr>
        <p:xfrm>
          <a:off x="2819400" y="1676400"/>
          <a:ext cx="3581400" cy="4864554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Quiz 12.01-05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11.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141236"/>
              </p:ext>
            </p:extLst>
          </p:nvPr>
        </p:nvGraphicFramePr>
        <p:xfrm>
          <a:off x="457200" y="1371601"/>
          <a:ext cx="8305800" cy="359054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 is used for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arrays.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dynamic arrays.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or dynamic arrays.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Two-dimensional arrays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068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902"/>
              </p:ext>
            </p:extLst>
          </p:nvPr>
        </p:nvGraphicFramePr>
        <p:xfrm>
          <a:off x="76200" y="1371601"/>
          <a:ext cx="8991600" cy="4102604"/>
        </p:xfrm>
        <a:graphic>
          <a:graphicData uri="http://schemas.openxmlformats.org/drawingml/2006/table">
            <a:tbl>
              <a:tblPr/>
              <a:tblGrid>
                <a:gridCol w="89916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a feature of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 of elements can change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methods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used to create 2D arrays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primitive data types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objects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755906"/>
              </p:ext>
            </p:extLst>
          </p:nvPr>
        </p:nvGraphicFramePr>
        <p:xfrm>
          <a:off x="6095999" y="2209800"/>
          <a:ext cx="2971801" cy="3264408"/>
        </p:xfrm>
        <a:graphic>
          <a:graphicData uri="http://schemas.openxmlformats.org/drawingml/2006/table">
            <a:tbl>
              <a:tblPr/>
              <a:tblGrid>
                <a:gridCol w="2971801"/>
              </a:tblGrid>
              <a:tr h="326440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&amp; 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I, II &amp; III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III, IV &amp; V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but IV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517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06506"/>
              </p:ext>
            </p:extLst>
          </p:nvPr>
        </p:nvGraphicFramePr>
        <p:xfrm>
          <a:off x="76200" y="1371601"/>
          <a:ext cx="8991600" cy="4102604"/>
        </p:xfrm>
        <a:graphic>
          <a:graphicData uri="http://schemas.openxmlformats.org/drawingml/2006/table">
            <a:tbl>
              <a:tblPr/>
              <a:tblGrid>
                <a:gridCol w="89916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a feature of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 static arrays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 of elements can change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methods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used to create 2D arrays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primitive data types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objects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667418"/>
              </p:ext>
            </p:extLst>
          </p:nvPr>
        </p:nvGraphicFramePr>
        <p:xfrm>
          <a:off x="5943601" y="2209800"/>
          <a:ext cx="3124199" cy="3264408"/>
        </p:xfrm>
        <a:graphic>
          <a:graphicData uri="http://schemas.openxmlformats.org/drawingml/2006/table">
            <a:tbl>
              <a:tblPr/>
              <a:tblGrid>
                <a:gridCol w="3124199"/>
              </a:tblGrid>
              <a:tr h="326440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&amp; 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I, II &amp; III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III, IV &amp; V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but IV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6754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843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681234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add method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adds a new element at the end of the array.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overloaded.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adds a new element at a specified 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does all of the above.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110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31220"/>
              </p:ext>
            </p:extLst>
          </p:nvPr>
        </p:nvGraphicFramePr>
        <p:xfrm>
          <a:off x="457200" y="1371600"/>
          <a:ext cx="8305800" cy="410259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do you use to obtain the number of elements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an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length()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size() method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958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908730"/>
              </p:ext>
            </p:extLst>
          </p:nvPr>
        </p:nvGraphicFramePr>
        <p:xfrm>
          <a:off x="457200" y="1371600"/>
          <a:ext cx="8305800" cy="410259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do you use to obtain the number of elements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 static array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length()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size() method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7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923579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are ArrayList methods?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64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11012"/>
              </p:ext>
            </p:extLst>
          </p:nvPr>
        </p:nvGraphicFramePr>
        <p:xfrm>
          <a:off x="457200" y="1371599"/>
          <a:ext cx="8305800" cy="359054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are wrapper classes?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Integer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Boolean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148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30403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generic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declaration?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int[ ] list = new int[10]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 list = new ArrayList();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names[ ] = new String[10];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ArrayList&lt;String&gt; names = new ArrayList&lt;String&gt;();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707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34408"/>
              </p:ext>
            </p:extLst>
          </p:nvPr>
        </p:nvGraphicFramePr>
        <p:xfrm>
          <a:off x="381000" y="1371600"/>
          <a:ext cx="8458200" cy="4809758"/>
        </p:xfrm>
        <a:graphic>
          <a:graphicData uri="http://schemas.openxmlformats.org/drawingml/2006/table">
            <a:tbl>
              <a:tblPr/>
              <a:tblGrid>
                <a:gridCol w="8458200"/>
              </a:tblGrid>
              <a:tr h="432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 these two loop structures print the same output?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(int index = 0; index &lt; names.size(); index++)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System.out.println(names.get(index));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(String name: names)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2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System.out.println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(name);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indent="-457200">
                        <a:buAutoNum type="alphaUcParenBoth"/>
                        <a:tabLst>
                          <a:tab pos="690563" algn="l"/>
                        </a:tabLst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Yes</a:t>
                      </a:r>
                    </a:p>
                    <a:p>
                      <a:pPr marL="457200" indent="-457200">
                        <a:buAutoNum type="alphaUcParenBoth"/>
                        <a:tabLst>
                          <a:tab pos="690563" algn="l"/>
                        </a:tabLst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No</a:t>
                      </a:r>
                    </a:p>
                    <a:p>
                      <a:pPr marL="457200" indent="-457200">
                        <a:buAutoNum type="alphaUcParenBoth"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5346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4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92744"/>
              </p:ext>
            </p:extLst>
          </p:nvPr>
        </p:nvGraphicFramePr>
        <p:xfrm>
          <a:off x="457200" y="1371600"/>
          <a:ext cx="8305800" cy="3352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352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size of an ArrayList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can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specified during the program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entered during program execution.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altered during program execution.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 altered.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220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</TotalTime>
  <Words>408</Words>
  <Application>Microsoft Office PowerPoint</Application>
  <PresentationFormat>On-screen Show (4:3)</PresentationFormat>
  <Paragraphs>131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64</cp:revision>
  <dcterms:created xsi:type="dcterms:W3CDTF">2005-09-25T13:05:16Z</dcterms:created>
  <dcterms:modified xsi:type="dcterms:W3CDTF">2015-05-30T21:01:55Z</dcterms:modified>
</cp:coreProperties>
</file>