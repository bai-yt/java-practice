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92" r:id="rId2"/>
    <p:sldId id="257" r:id="rId3"/>
    <p:sldId id="293" r:id="rId4"/>
    <p:sldId id="308" r:id="rId5"/>
    <p:sldId id="303" r:id="rId6"/>
    <p:sldId id="306" r:id="rId7"/>
    <p:sldId id="307" r:id="rId8"/>
    <p:sldId id="294" r:id="rId9"/>
    <p:sldId id="295" r:id="rId10"/>
    <p:sldId id="305" r:id="rId11"/>
    <p:sldId id="296" r:id="rId12"/>
    <p:sldId id="30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80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88B538-8A08-48C1-A9FC-14D183E44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41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8CE73B-A25E-4F59-A13D-B00BB057C925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55437A-184D-4D75-9309-A0EF5132D58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11AE12-5D0E-47F5-B9DB-209A3B8387C2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06DF25-869F-45C0-8503-4F5D290D9C62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06DF25-869F-45C0-8503-4F5D290D9C62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5AA87-2494-4FCF-9790-F387B3D00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534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3098D-3ADF-4D5A-B376-4377A495F1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561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5C043-3F81-4084-9BD5-12D472AA6D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6058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A6F2C-FF28-429D-A9EB-B402DC86A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71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39E35-C6BA-4B72-A414-DDF09DAE8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64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63648-1476-4F43-8303-F44518864E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8919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9AC2A-A49A-47C0-84ED-0D88FB3EC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535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E4E5-61BE-4A00-B337-6D16AC0A2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1353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C00F6-BA7B-49DC-8092-58E946474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7546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40A61-BE49-4EEB-B465-EA60E5C0B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52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53647-73CE-4197-AEEA-FB4639E4F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644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5CEC360-092E-4107-974D-C3A847E7E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12.06-08 </a:t>
            </a:r>
            <a:r>
              <a:rPr lang="en-US" sz="4800" b="1" dirty="0" smtClean="0">
                <a:latin typeface="Arial Black" panose="020B0A04020102020204" pitchFamily="34" charset="0"/>
              </a:rPr>
              <a:t>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1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67891"/>
              </p:ext>
            </p:extLst>
          </p:nvPr>
        </p:nvGraphicFramePr>
        <p:xfrm>
          <a:off x="2819400" y="1676400"/>
          <a:ext cx="3581400" cy="4864100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12.06-08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07463"/>
              </p:ext>
            </p:extLst>
          </p:nvPr>
        </p:nvGraphicFramePr>
        <p:xfrm>
          <a:off x="457200" y="1371601"/>
          <a:ext cx="8305800" cy="359054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dynamic array of Card objects.</a:t>
                      </a: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array of Card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with an array attribute, called cards.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with a Card object attribute.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068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75649"/>
              </p:ext>
            </p:extLst>
          </p:nvPr>
        </p:nvGraphicFramePr>
        <p:xfrm>
          <a:off x="457200" y="1371601"/>
          <a:ext cx="8305800" cy="5181599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1815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an object of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if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statement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System.out.println(card);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displays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[Clubs, Three, 3]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. . . that is evidence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is a primitive data type like double.</a:t>
                      </a: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toString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re-defined for the Card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is a subclass of the ArrayList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 is a subclass of the Card class.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440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10340"/>
              </p:ext>
            </p:extLst>
          </p:nvPr>
        </p:nvGraphicFramePr>
        <p:xfrm>
          <a:off x="152400" y="1066800"/>
          <a:ext cx="8870576" cy="5711948"/>
        </p:xfrm>
        <a:graphic>
          <a:graphicData uri="http://schemas.openxmlformats.org/drawingml/2006/table">
            <a:tbl>
              <a:tblPr/>
              <a:tblGrid>
                <a:gridCol w="4648200"/>
                <a:gridCol w="4222376"/>
              </a:tblGrid>
              <a:tr h="5029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method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below: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 void display()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for (Card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: cards)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System.out.println(card);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 to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 . . .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objects in a static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objects in a dynamic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objects in either a static array or a dynamic array.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any type of array element, but the [ ] operators are needed with a static array. 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517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954299"/>
              </p:ext>
            </p:extLst>
          </p:nvPr>
        </p:nvGraphicFramePr>
        <p:xfrm>
          <a:off x="152400" y="1066800"/>
          <a:ext cx="8870576" cy="5029199"/>
        </p:xfrm>
        <a:graphic>
          <a:graphicData uri="http://schemas.openxmlformats.org/drawingml/2006/table">
            <a:tbl>
              <a:tblPr/>
              <a:tblGrid>
                <a:gridCol w="5029200"/>
                <a:gridCol w="3841376"/>
              </a:tblGrid>
              <a:tr h="5029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below: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Deck02()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cards = new ArrayList&lt;Card&gt;();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size = 0;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a . . 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static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dynamic array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(C)  static array 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dynamic array.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 startAt="4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Object Oriented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type of array only.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997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947755"/>
              </p:ext>
            </p:extLst>
          </p:nvPr>
        </p:nvGraphicFramePr>
        <p:xfrm>
          <a:off x="152400" y="1066800"/>
          <a:ext cx="8870576" cy="5029199"/>
        </p:xfrm>
        <a:graphic>
          <a:graphicData uri="http://schemas.openxmlformats.org/drawingml/2006/table">
            <a:tbl>
              <a:tblPr/>
              <a:tblGrid>
                <a:gridCol w="5029200"/>
                <a:gridCol w="3841376"/>
              </a:tblGrid>
              <a:tr h="5029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below: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Deck02()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cards = new Card[52];</a:t>
                      </a:r>
                      <a:b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 = 0;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a . . 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dynamic array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only.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(C)  static array 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dynamic array.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 startAt="4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Object Oriented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type of array only.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642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843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217777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class interaction or relationship between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is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interaction at all.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110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53555"/>
              </p:ext>
            </p:extLst>
          </p:nvPr>
        </p:nvGraphicFramePr>
        <p:xfrm>
          <a:off x="457200" y="1371600"/>
          <a:ext cx="8305800" cy="512672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 computer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specializes in giving random responses.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the ability to think and talk, like a person.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attempts to respond to input like a person.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been programmed to develop a personality,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like a human being.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958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71642"/>
              </p:ext>
            </p:extLst>
          </p:nvPr>
        </p:nvGraphicFramePr>
        <p:xfrm>
          <a:off x="457200" y="1371600"/>
          <a:ext cx="8305800" cy="487069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can arrays be useful in 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array data structure is fundamental in AI.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Arrays help to manage random responses in an efficient manner with minimal code.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Arrays store wrong responses to help the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learn.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Responses need to be stored to analyze for the future to help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improve.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7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14499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Magpie02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reviews an earlier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class. In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 how will the program respond to 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”I notice you talk a lot.”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Random, like “Do you really think so?”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“Tell me more about your family.”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“Why so negative?”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“Hello, let’s talk.”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64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13411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Magpie02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reviews an earlier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class. In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 how will the program respond to 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</a:t>
                      </a: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is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weather today?”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Random, like “Do you really think so?”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“Tell me more about your family.”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“Why so negative?”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“Hello, let’s talk.”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659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540</Words>
  <Application>Microsoft Office PowerPoint</Application>
  <PresentationFormat>On-screen Show (4:3)</PresentationFormat>
  <Paragraphs>142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71</cp:revision>
  <dcterms:created xsi:type="dcterms:W3CDTF">2005-09-25T13:05:16Z</dcterms:created>
  <dcterms:modified xsi:type="dcterms:W3CDTF">2015-05-30T21:12:00Z</dcterms:modified>
</cp:coreProperties>
</file>