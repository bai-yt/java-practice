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4"/>
  </p:notesMasterIdLst>
  <p:sldIdLst>
    <p:sldId id="297" r:id="rId2"/>
    <p:sldId id="257" r:id="rId3"/>
    <p:sldId id="264" r:id="rId4"/>
    <p:sldId id="265" r:id="rId5"/>
    <p:sldId id="259" r:id="rId6"/>
    <p:sldId id="263" r:id="rId7"/>
    <p:sldId id="301" r:id="rId8"/>
    <p:sldId id="305" r:id="rId9"/>
    <p:sldId id="306" r:id="rId10"/>
    <p:sldId id="307" r:id="rId11"/>
    <p:sldId id="308" r:id="rId12"/>
    <p:sldId id="309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66FFFF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64" y="-3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566FB92-910E-49C7-90E6-9034DEC70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06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1F5E74CF-8FF2-42B2-8C27-BB0B1FC6D8C6}" type="slidenum">
              <a:rPr lang="en-US" sz="1200"/>
              <a:pPr algn="r" eaLnBrk="1" hangingPunct="1"/>
              <a:t>1</a:t>
            </a:fld>
            <a:endParaRPr lang="en-US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7094492-F065-4A39-A76F-EC1F54E3BA46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3E819B4-0F3C-4E87-A97D-9E90BB48C416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AFF6AAF-74BE-4655-BA1A-9D77DF0AA4E3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695BBC0-2171-48DE-BF60-0992A6563A85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14286-9B7B-49A1-A3FF-7C157B85A5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1621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EB4CB-6F5A-434B-964F-6FED9743FE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44267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4557F-915A-4D00-8818-B62A6FA01A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9983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2DEC62-3AD0-463F-BFCB-2468BD666A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7560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683E37-FF2A-4C19-9111-1F324C4A16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3446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72C0E6-B5E2-48BA-8666-10E80EBA30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645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2C7328-06CF-4AE8-82C1-47314A9332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107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FA345-B070-4C3A-A07C-ADA0B0BD86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0845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EDB4B6-EC17-4F52-AB74-04DD6ACCD9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5709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F8DF3-A8D8-4047-A22C-4F6E0B856D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1896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52FE9-3041-48DD-9551-BAEB49B35A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7781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7D833B9-E58D-4F73-AB8F-FD53129F29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marL="0" indent="0" algn="ctr" eaLnBrk="1" hangingPunct="1">
              <a:buFontTx/>
              <a:buNone/>
            </a:pPr>
            <a:r>
              <a:rPr lang="en-US" sz="4000" b="1" smtClean="0"/>
              <a:t>Take </a:t>
            </a:r>
            <a:r>
              <a:rPr lang="en-US" sz="4000" b="1" dirty="0" smtClean="0"/>
              <a:t>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marL="0" indent="0" algn="ctr" eaLnBrk="1" hangingPunct="1">
              <a:buFontTx/>
              <a:buNone/>
            </a:pPr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marL="0" indent="0" algn="ctr" eaLnBrk="1" hangingPunct="1">
              <a:buFontTx/>
              <a:buNone/>
            </a:pPr>
            <a:r>
              <a:rPr lang="en-US" sz="3600" b="1" dirty="0" smtClean="0"/>
              <a:t>You will have 30 seconds per question.</a:t>
            </a:r>
          </a:p>
          <a:p>
            <a:pPr marL="0" indent="0" algn="ctr" eaLnBrk="1" hangingPunct="1">
              <a:buFontTx/>
              <a:buNone/>
            </a:pPr>
            <a:endParaRPr lang="en-US" sz="3600" b="1" dirty="0" smtClean="0"/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381000" y="4572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</a:t>
            </a:r>
            <a:r>
              <a:rPr lang="en-US" sz="3200" b="1">
                <a:latin typeface="Arial Black" panose="020B0A04020102020204" pitchFamily="34" charset="0"/>
              </a:rPr>
              <a:t>Java </a:t>
            </a:r>
            <a:r>
              <a:rPr lang="en-US" sz="3200" b="1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Quiz </a:t>
            </a:r>
            <a:r>
              <a:rPr lang="en-US" sz="4800" b="1" dirty="0" smtClean="0">
                <a:latin typeface="Arial Black" panose="020B0A04020102020204" pitchFamily="34" charset="0"/>
              </a:rPr>
              <a:t>08.09-13 Key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/>
              <a:t>Title the quiz as shown below</a:t>
            </a:r>
            <a:br>
              <a:rPr lang="en-US" sz="4800" b="1" smtClean="0"/>
            </a:br>
            <a:r>
              <a:rPr lang="en-US" sz="3600" b="1" smtClean="0"/>
              <a:t>The quiz starts in </a:t>
            </a:r>
            <a:r>
              <a:rPr lang="en-US" sz="3600" b="1" u="sng" smtClean="0"/>
              <a:t>ONE</a:t>
            </a:r>
            <a:r>
              <a:rPr lang="en-US" sz="3600" b="1" smtClean="0"/>
              <a:t> minute.</a:t>
            </a:r>
          </a:p>
        </p:txBody>
      </p:sp>
      <p:graphicFrame>
        <p:nvGraphicFramePr>
          <p:cNvPr id="5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708"/>
              </p:ext>
            </p:extLst>
          </p:nvPr>
        </p:nvGraphicFramePr>
        <p:xfrm>
          <a:off x="2819400" y="1539294"/>
          <a:ext cx="3581400" cy="4864554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864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	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	Quiz 08.09-13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9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01</a:t>
            </a:r>
          </a:p>
        </p:txBody>
      </p:sp>
      <p:graphicFrame>
        <p:nvGraphicFramePr>
          <p:cNvPr id="17432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01398"/>
              </p:ext>
            </p:extLst>
          </p:nvPr>
        </p:nvGraphicFramePr>
        <p:xfrm>
          <a:off x="457200" y="1371600"/>
          <a:ext cx="8305800" cy="50292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2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When was the last time for the GridWorld Case Study to be tested?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May, 2014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May, 2015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May, 2016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No decided yet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02</a:t>
            </a:r>
          </a:p>
        </p:txBody>
      </p:sp>
      <p:graphicFrame>
        <p:nvGraphicFramePr>
          <p:cNvPr id="18463" name="Group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715713"/>
              </p:ext>
            </p:extLst>
          </p:nvPr>
        </p:nvGraphicFramePr>
        <p:xfrm>
          <a:off x="457200" y="1143000"/>
          <a:ext cx="8305800" cy="4572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572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replacing the GridWorld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Case Study?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	The Magpie Lab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	The 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Chatbot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Lab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(c)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Three new </a:t>
                      </a:r>
                      <a:r>
                        <a:rPr lang="en-US" sz="3200" b="1" u="sng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</a:t>
                      </a:r>
                      <a:r>
                        <a:rPr lang="en-US" sz="3200" b="1" u="sng" kern="1200" baseline="30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®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Labs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(d)	Four new </a:t>
                      </a:r>
                      <a:r>
                        <a:rPr lang="en-US" sz="3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</a:t>
                      </a:r>
                      <a:r>
                        <a:rPr lang="en-US" sz="3200" kern="1200" baseline="30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®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Labs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03</a:t>
            </a:r>
          </a:p>
        </p:txBody>
      </p:sp>
      <p:graphicFrame>
        <p:nvGraphicFramePr>
          <p:cNvPr id="12306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230605"/>
              </p:ext>
            </p:extLst>
          </p:nvPr>
        </p:nvGraphicFramePr>
        <p:xfrm>
          <a:off x="457200" y="1371600"/>
          <a:ext cx="8305800" cy="499268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992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a 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Chatbot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program?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 program that resembles a robot.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 program that controls a robot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 robot that can talk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program that tries to respond like a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person.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589755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 is the author of the Magpie program?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Leon Schram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John Schram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Laurie White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Mercer White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622051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“Turing Test?”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test to check artificial intelligence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 test to make a robot move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 test to see if a robot can talk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 test to see if a computer can beat a person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9948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746231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first output of the Magpie program?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Hello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Hello, let’s talk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How are you?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What is your name?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08015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058602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Which of the following are initial Magpie responses?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3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Why so negative?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Tell me more about your family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 don’t know what to say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62754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263696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Which</a:t>
                      </a:r>
                      <a:r>
                        <a:rPr lang="en-US" sz="3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Java class is used to select the random response?</a:t>
                      </a:r>
                      <a:endParaRPr lang="en-US" sz="3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Random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random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Math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NextRandom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1527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313672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wrong with the negative response?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It picks the negative response randomly.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It always responds in the same way.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treats know and notary as “no”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None of the above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8836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980164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Which method is used to</a:t>
                      </a:r>
                      <a:r>
                        <a:rPr lang="en-US" sz="3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find the “no” substring?</a:t>
                      </a:r>
                      <a:endParaRPr lang="en-US" sz="3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substring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indexOf</a:t>
                      </a:r>
                      <a:endParaRPr kumimoji="0" lang="en-US" sz="32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find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search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8955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</TotalTime>
  <Words>169</Words>
  <Application>Microsoft Office PowerPoint</Application>
  <PresentationFormat>On-screen Show (4:3)</PresentationFormat>
  <Paragraphs>108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leonschram</cp:lastModifiedBy>
  <cp:revision>103</cp:revision>
  <dcterms:created xsi:type="dcterms:W3CDTF">2005-09-25T13:05:16Z</dcterms:created>
  <dcterms:modified xsi:type="dcterms:W3CDTF">2015-05-30T17:13:12Z</dcterms:modified>
</cp:coreProperties>
</file>