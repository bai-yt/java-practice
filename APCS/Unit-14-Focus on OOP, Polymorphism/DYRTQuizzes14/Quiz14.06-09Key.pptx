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92" r:id="rId2"/>
    <p:sldId id="257" r:id="rId3"/>
    <p:sldId id="298" r:id="rId4"/>
    <p:sldId id="265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93" r:id="rId13"/>
    <p:sldId id="294" r:id="rId14"/>
    <p:sldId id="295" r:id="rId15"/>
    <p:sldId id="296" r:id="rId16"/>
    <p:sldId id="297" r:id="rId17"/>
    <p:sldId id="299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1780" autoAdjust="0"/>
    <p:restoredTop sz="94660"/>
  </p:normalViewPr>
  <p:slideViewPr>
    <p:cSldViewPr>
      <p:cViewPr varScale="1">
        <p:scale>
          <a:sx n="68" d="100"/>
          <a:sy n="68" d="100"/>
        </p:scale>
        <p:origin x="-64" y="-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CEBA6-EA32-421A-9121-89E2CDAA852C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5C281C-93A7-4F71-B6F1-E96B459584D9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AD97F2-9B37-4AED-953E-8896E6EDAADD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B32713-2F0D-40B0-9519-416FA235FD8D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14.06-09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067514"/>
              </p:ext>
            </p:extLst>
          </p:nvPr>
        </p:nvGraphicFramePr>
        <p:xfrm>
          <a:off x="2743200" y="1447800"/>
          <a:ext cx="3581400" cy="5324475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532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14.06-09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46364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821880"/>
              </p:ext>
            </p:extLst>
          </p:nvPr>
        </p:nvGraphicFramePr>
        <p:xfrm>
          <a:off x="457200" y="914401"/>
          <a:ext cx="8305800" cy="5410199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410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bear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could be verb (to carry a burden) 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could be a noun (large hairy mammal).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one distinguish between the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usages?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 different body language.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pronunciation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different.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 clues tell the difference.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a problem and causes much confusion.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People usually explain what usage they mean.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641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02</a:t>
            </a:r>
          </a:p>
        </p:txBody>
      </p:sp>
      <p:graphicFrame>
        <p:nvGraphicFramePr>
          <p:cNvPr id="1846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622991"/>
              </p:ext>
            </p:extLst>
          </p:nvPr>
        </p:nvGraphicFramePr>
        <p:xfrm>
          <a:off x="457200" y="1371600"/>
          <a:ext cx="8305800" cy="461468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bear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 the previous question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Resembles the __________ in 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superclass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concrete subclasses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27398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731200"/>
              </p:ext>
            </p:extLst>
          </p:nvPr>
        </p:nvGraphicFramePr>
        <p:xfrm>
          <a:off x="457200" y="838200"/>
          <a:ext cx="8305800" cy="578511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2357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did this loop structure use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(Actor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actors)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actor.act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act method uses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instanceof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determine which act definition to use.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 compile time the proper act method is connected to its own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 runtime the proper act is connected to its own class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parameter signature identifies the correct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5379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690636"/>
              </p:ext>
            </p:extLst>
          </p:nvPr>
        </p:nvGraphicFramePr>
        <p:xfrm>
          <a:off x="457200" y="1371600"/>
          <a:ext cx="8305800" cy="461468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Connecting a method to a memory location 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compile-time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early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late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allocation.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1029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Connecting a method to a memory location 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run-time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early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late binding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allocation.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151368"/>
              </p:ext>
            </p:extLst>
          </p:nvPr>
        </p:nvGraphicFramePr>
        <p:xfrm>
          <a:off x="457200" y="914400"/>
          <a:ext cx="8305800" cy="56326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32674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polymorphism add reliability to 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program?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re-using tested 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thoroughly testing every execution path.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making each class responsible for its own actions.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placing data and the methods that process the data in the same container.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all of the above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13410"/>
              </p:ext>
            </p:extLst>
          </p:nvPr>
        </p:nvGraphicFramePr>
        <p:xfrm>
          <a:off x="457200" y="1371600"/>
          <a:ext cx="8305800" cy="50535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the graduation analogy describe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reliability of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graduate in alphabetical order.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go through a graduation rehearsal.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Each student picks out his/her own diploma.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carry their own name card.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92837"/>
              </p:ext>
            </p:extLst>
          </p:nvPr>
        </p:nvGraphicFramePr>
        <p:xfrm>
          <a:off x="457200" y="1371600"/>
          <a:ext cx="8305800" cy="4876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876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following describes the use of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Preferences stay with a customer’s computer. </a:t>
                      </a: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try to get personal identity information.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are spam-type pop-up windows.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is another name for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test program reliability.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29479"/>
              </p:ext>
            </p:extLst>
          </p:nvPr>
        </p:nvGraphicFramePr>
        <p:xfrm>
          <a:off x="457200" y="1371600"/>
          <a:ext cx="8305800" cy="41026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first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does not use 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does not use 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has no overloaded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draws rail cars in the same 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47107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the __________of the Train Case Study.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superclass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of the train subclasses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rail cars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59742"/>
              </p:ext>
            </p:extLst>
          </p:nvPr>
        </p:nvGraphicFramePr>
        <p:xfrm>
          <a:off x="228600" y="1371600"/>
          <a:ext cx="8686800" cy="4742688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polymorphic method of the train case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study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carColor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drawCar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drawTrain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trainCar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3718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is/are the concrete subclass(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of the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Choo-Choo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train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Locomotive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FreightCar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PassengerCar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Caboose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496547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class holds the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super.drawCar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Locomotive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FreightCar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PassengerCar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Caboose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15902"/>
              </p:ext>
            </p:extLst>
          </p:nvPr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benefit of using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super.drawCar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instantiates the super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activates the polymorphic process.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draws the common components and makes each </a:t>
                      </a: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drawCar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 simpler.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passes the Graphics object to the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19484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52448"/>
              </p:ext>
            </p:extLst>
          </p:nvPr>
        </p:nvGraphicFramePr>
        <p:xfrm>
          <a:off x="228600" y="1371600"/>
          <a:ext cx="8686800" cy="4064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are the three OOP features?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Inheritance and 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Class Interaction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Inheritance, Composition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Instantiation, Inheritance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Data Access &amp; Class Interaction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5419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</TotalTime>
  <Words>583</Words>
  <Application>Microsoft Office PowerPoint</Application>
  <PresentationFormat>On-screen Show (4:3)</PresentationFormat>
  <Paragraphs>177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81</cp:revision>
  <dcterms:created xsi:type="dcterms:W3CDTF">2005-09-25T13:05:16Z</dcterms:created>
  <dcterms:modified xsi:type="dcterms:W3CDTF">2015-05-31T15:06:48Z</dcterms:modified>
</cp:coreProperties>
</file>