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8"/>
  </p:notesMasterIdLst>
  <p:sldIdLst>
    <p:sldId id="292" r:id="rId2"/>
    <p:sldId id="257" r:id="rId3"/>
    <p:sldId id="298" r:id="rId4"/>
    <p:sldId id="315" r:id="rId5"/>
    <p:sldId id="261" r:id="rId6"/>
    <p:sldId id="263" r:id="rId7"/>
    <p:sldId id="266" r:id="rId8"/>
    <p:sldId id="267" r:id="rId9"/>
    <p:sldId id="268" r:id="rId10"/>
    <p:sldId id="316" r:id="rId11"/>
    <p:sldId id="269" r:id="rId12"/>
    <p:sldId id="293" r:id="rId13"/>
    <p:sldId id="294" r:id="rId14"/>
    <p:sldId id="295" r:id="rId15"/>
    <p:sldId id="296" r:id="rId16"/>
    <p:sldId id="297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318" autoAdjust="0"/>
    <p:restoredTop sz="94660"/>
  </p:normalViewPr>
  <p:slideViewPr>
    <p:cSldViewPr>
      <p:cViewPr>
        <p:scale>
          <a:sx n="80" d="100"/>
          <a:sy n="80" d="100"/>
        </p:scale>
        <p:origin x="-2016" y="-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6A67B0-AD19-4516-A1F0-1BA1D1E6A9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159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7E10FB-B383-4A45-8250-B94D3A00BFB9}" type="slidenum">
              <a:rPr lang="en-US" smtClean="0"/>
              <a:pPr eaLnBrk="1" hangingPunct="1"/>
              <a:t>1</a:t>
            </a:fld>
            <a:endParaRPr lang="en-US" dirty="0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5525F6B-A6F0-4CD2-BDFF-22F65DB89BB5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8ABEC8F-D44A-49C6-B6BA-ED879D165573}" type="slidenum">
              <a:rPr lang="en-US" smtClean="0"/>
              <a:pPr eaLnBrk="1" hangingPunct="1"/>
              <a:t>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8ABEC8F-D44A-49C6-B6BA-ED879D165573}" type="slidenum">
              <a:rPr lang="en-US" smtClean="0"/>
              <a:pPr eaLnBrk="1" hangingPunct="1"/>
              <a:t>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5C281C-93A7-4F71-B6F1-E96B459584D9}" type="slidenum">
              <a:rPr lang="en-US" smtClean="0"/>
              <a:pPr eaLnBrk="1" hangingPunct="1"/>
              <a:t>5</a:t>
            </a:fld>
            <a:endParaRPr lang="en-US" dirty="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523398-1C19-4218-9D28-B179B99D5FFA}" type="slidenum">
              <a:rPr lang="en-US" smtClean="0"/>
              <a:pPr eaLnBrk="1" hangingPunct="1"/>
              <a:t>6</a:t>
            </a:fld>
            <a:endParaRPr lang="en-US" dirty="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4C8B616-65C3-4ABF-AA2B-48D13DCF47D0}" type="slidenum">
              <a:rPr lang="en-US" smtClean="0"/>
              <a:pPr eaLnBrk="1" hangingPunct="1"/>
              <a:t>7</a:t>
            </a:fld>
            <a:endParaRPr lang="en-US" dirty="0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AB62D1-9B15-43BB-A2F8-DAF46C364314}" type="slidenum">
              <a:rPr lang="en-US" smtClean="0"/>
              <a:pPr eaLnBrk="1" hangingPunct="1"/>
              <a:t>8</a:t>
            </a:fld>
            <a:endParaRPr lang="en-US" dirty="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D542E-9DB5-41A2-9B06-FE88A31BEFF1}" type="slidenum">
              <a:rPr lang="en-US" smtClean="0"/>
              <a:pPr eaLnBrk="1" hangingPunct="1"/>
              <a:t>9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2D542E-9DB5-41A2-9B06-FE88A31BEFF1}" type="slidenum">
              <a:rPr lang="en-US" smtClean="0"/>
              <a:pPr eaLnBrk="1" hangingPunct="1"/>
              <a:t>10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922856-A673-44FF-8A5F-91200CAE46C7}" type="slidenum">
              <a:rPr lang="en-US" smtClean="0"/>
              <a:pPr eaLnBrk="1" hangingPunct="1"/>
              <a:t>11</a:t>
            </a:fld>
            <a:endParaRPr lang="en-US" dirty="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D056E7-E492-426A-9879-E5621FCA881B}" type="slidenum">
              <a:rPr lang="en-US" smtClean="0"/>
              <a:pPr eaLnBrk="1" hangingPunct="1"/>
              <a:t>12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C5C541E-CF4C-467A-9457-815135703D1C}" type="slidenum">
              <a:rPr lang="en-US" smtClean="0"/>
              <a:pPr eaLnBrk="1" hangingPunct="1"/>
              <a:t>13</a:t>
            </a:fld>
            <a:endParaRPr lang="en-US" dirty="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ED61A8-CD5C-408F-A319-950E34F865B0}" type="slidenum">
              <a:rPr lang="en-US" smtClean="0"/>
              <a:pPr eaLnBrk="1" hangingPunct="1"/>
              <a:t>14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04A803-846C-4080-B6AD-8B5A963C651B}" type="slidenum">
              <a:rPr lang="en-US" smtClean="0"/>
              <a:pPr eaLnBrk="1" hangingPunct="1"/>
              <a:t>15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32C1947-982C-43A2-AFA8-A1A500FC0517}" type="slidenum">
              <a:rPr lang="en-US" smtClean="0"/>
              <a:pPr eaLnBrk="1" hangingPunct="1"/>
              <a:t>16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D8261-7EBC-485F-9BC1-8923BB49F3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269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2E0F0-CD7E-4B21-99A0-D8BCAEEC3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4164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A93A4-F4CD-4D16-ACDA-341974937F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373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892A9-5825-45E0-9383-4A4BD5DE93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444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40FCD-3CE3-4E2D-A396-C2AC381167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27163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0B437-D6C5-4A27-8A46-36AABD12FA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397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324C-096F-4B58-9D6A-C471F5575E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564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71426-95B0-417B-9B7B-927E1E1F0B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41910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28CEF-121B-4552-AB58-CD4E4D3886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25435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80505-72AC-4E0F-B9B4-163BC253BA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17967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59CCA-1869-47AA-BEF1-62F7D54B14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8111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71899B-3FE5-4335-A5DD-BBD0F00BBA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5334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14.01-05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dirty="0" smtClean="0"/>
              <a:t>Title the quiz as shown below</a:t>
            </a:r>
            <a:br>
              <a:rPr lang="en-US" sz="4800" b="1" dirty="0" smtClean="0"/>
            </a:br>
            <a:r>
              <a:rPr lang="en-US" sz="3600" b="1" dirty="0" smtClean="0"/>
              <a:t>The quiz starts in </a:t>
            </a:r>
            <a:r>
              <a:rPr lang="en-US" sz="3600" b="1" u="sng" dirty="0" smtClean="0"/>
              <a:t>ONE</a:t>
            </a:r>
            <a:r>
              <a:rPr lang="en-US" sz="3600" b="1" dirty="0" smtClean="0"/>
              <a:t> minute.</a:t>
            </a:r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536387"/>
              </p:ext>
            </p:extLst>
          </p:nvPr>
        </p:nvGraphicFramePr>
        <p:xfrm>
          <a:off x="2743200" y="1676400"/>
          <a:ext cx="3581400" cy="4800600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0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Period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    Quiz 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14.01-05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 startAt="2"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 startAt="3"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11.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12.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13.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</a:t>
                      </a: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14.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084263" algn="l"/>
                        </a:tabLst>
                      </a:pPr>
                      <a:r>
                        <a:rPr kumimoji="0" 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</a:t>
                      </a: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68300" y="762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16399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349783"/>
              </p:ext>
            </p:extLst>
          </p:nvPr>
        </p:nvGraphicFramePr>
        <p:xfrm>
          <a:off x="520700" y="914400"/>
          <a:ext cx="8305800" cy="563880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7990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the the plus  (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 operator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 + 200 becomes 300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“100” + “200” becomes “100200”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Performing these two different operations is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concatenation.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addition.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abstractness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polyoperator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6416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6399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473092"/>
              </p:ext>
            </p:extLst>
          </p:nvPr>
        </p:nvGraphicFramePr>
        <p:xfrm>
          <a:off x="457200" y="1371600"/>
          <a:ext cx="8305800" cy="512674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term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__________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used when describing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multiple method declarations with the same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identifier, but different parameter signatures.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overloading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concatenation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polyoperation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polymethods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0415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762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181520"/>
              </p:ext>
            </p:extLst>
          </p:nvPr>
        </p:nvGraphicFramePr>
        <p:xfrm>
          <a:off x="457200" y="838200"/>
          <a:ext cx="8305800" cy="5638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638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Language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below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Language { public void greeting(); 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always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must be defined by any concrete class that implements the Language interface.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become a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 be implemented by an abstract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all of the above.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565893"/>
              </p:ext>
            </p:extLst>
          </p:nvPr>
        </p:nvGraphicFramePr>
        <p:xfrm>
          <a:off x="457200" y="1371600"/>
          <a:ext cx="8305800" cy="495604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 requires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umbrella interface or an umbrella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one or more polymorphic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classes to implement two or more polymorphic 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array or method that uses the umbrella identifier to accept objects of many 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1524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947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424304"/>
              </p:ext>
            </p:extLst>
          </p:nvPr>
        </p:nvGraphicFramePr>
        <p:xfrm>
          <a:off x="152400" y="914400"/>
          <a:ext cx="8839200" cy="5867400"/>
        </p:xfrm>
        <a:graphic>
          <a:graphicData uri="http://schemas.openxmlformats.org/drawingml/2006/table">
            <a:tbl>
              <a:tblPr/>
              <a:tblGrid>
                <a:gridCol w="8839200"/>
              </a:tblGrid>
              <a:tr h="5867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following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English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class. What can be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stated about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and polymorphism?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English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public void greeting()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{ System.out.println() { “Good Day”); 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is not a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must be a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greeting can be a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only one class nothing polymorphic can be stated.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2050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43740"/>
              </p:ext>
            </p:extLst>
          </p:nvPr>
        </p:nvGraphicFramePr>
        <p:xfrm>
          <a:off x="457200" y="1371600"/>
          <a:ext cx="8305800" cy="530962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following declaration.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ArrayList&lt;Language&gt; obj = new ArrayList&lt;Language&gt;();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umbrella interface or umbrella class?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Language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ArrayList&lt;Language&gt;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statement does not have an umbrella.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22225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21544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69671"/>
              </p:ext>
            </p:extLst>
          </p:nvPr>
        </p:nvGraphicFramePr>
        <p:xfrm>
          <a:off x="533400" y="688975"/>
          <a:ext cx="8305800" cy="576681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08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type of umbrella is used by the 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English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 English extends Language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public void greeting()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System.out.println("In English you say Good Day");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class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 or concrete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or abstract class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22225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21544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399159"/>
              </p:ext>
            </p:extLst>
          </p:nvPr>
        </p:nvGraphicFramePr>
        <p:xfrm>
          <a:off x="533400" y="688975"/>
          <a:ext cx="8305800" cy="576681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308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type of umbrella is used by the </a:t>
                      </a: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English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 English implements Language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	public void greeting()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System.out.println("In English you say Good Day");</a:t>
                      </a:r>
                      <a:b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concrete class only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abstract class or concrete 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interface or abstract class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4244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22548" name="Group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429450"/>
              </p:ext>
            </p:extLst>
          </p:nvPr>
        </p:nvGraphicFramePr>
        <p:xfrm>
          <a:off x="457200" y="1371600"/>
          <a:ext cx="8305800" cy="410261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concrete class ___________ an abstract class.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extends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extends or implements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648654"/>
              </p:ext>
            </p:extLst>
          </p:nvPr>
        </p:nvGraphicFramePr>
        <p:xfrm>
          <a:off x="457200" y="1371600"/>
          <a:ext cx="8305800" cy="495604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Beauty and the Beast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shows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that umbrellas can be interfaces or superclasses.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polymorphism with a class is better.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polymorphism with an interface is better.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that polymorphism is not always possible.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That polymorphism is identical with an interface or a superclass.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5233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8472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644996"/>
              </p:ext>
            </p:extLst>
          </p:nvPr>
        </p:nvGraphicFramePr>
        <p:xfrm>
          <a:off x="228600" y="1371600"/>
          <a:ext cx="8686800" cy="5309616"/>
        </p:xfrm>
        <a:graphic>
          <a:graphicData uri="http://schemas.openxmlformats.org/drawingml/2006/table">
            <a:tbl>
              <a:tblPr/>
              <a:tblGrid>
                <a:gridCol w="8686800"/>
              </a:tblGrid>
              <a:tr h="44196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Why is there a call to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super.act()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the subclasses of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Beauty and the Beast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is required to pass information to the super constructor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super.act() activates the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takes care of the common Actor behavior.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 starts by execution the polymorphic method in the umbrella interface or umbrella 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914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6443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1231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149230"/>
              </p:ext>
            </p:extLst>
          </p:nvPr>
        </p:nvGraphicFramePr>
        <p:xfrm>
          <a:off x="457200" y="762000"/>
          <a:ext cx="8305800" cy="573633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736336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following Java code from the </a:t>
                      </a: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Beauty and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Beast program.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(Actor actor : actors)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actor.act();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is the umbrella interface or umbrella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superclass?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actors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None of the above</a:t>
                      </a:r>
                      <a:endParaRPr kumimoji="0" lang="en-US" sz="24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2750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715389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429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use of an abstract class umbrella for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 resembles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using an umbrella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using an umbrella 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implementing a concrete subclass.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implementing an abstract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none of the above.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552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15392" name="Group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959423"/>
              </p:ext>
            </p:extLst>
          </p:nvPr>
        </p:nvGraphicFramePr>
        <p:xfrm>
          <a:off x="457200" y="1371600"/>
          <a:ext cx="8305800" cy="41148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148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about polymorphic methods?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They can only be abstract.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There can only be one polymorphic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They must start in an interface.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They must start in a superclass.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of the above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48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1394</TotalTime>
  <Words>531</Words>
  <Application>Microsoft Office PowerPoint</Application>
  <PresentationFormat>On-screen Show (4:3)</PresentationFormat>
  <Paragraphs>180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93</cp:revision>
  <dcterms:created xsi:type="dcterms:W3CDTF">2005-09-25T13:05:16Z</dcterms:created>
  <dcterms:modified xsi:type="dcterms:W3CDTF">2015-08-28T19:05:36Z</dcterms:modified>
</cp:coreProperties>
</file>