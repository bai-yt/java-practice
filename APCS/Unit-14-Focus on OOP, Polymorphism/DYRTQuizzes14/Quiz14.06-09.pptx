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9"/>
  </p:notesMasterIdLst>
  <p:sldIdLst>
    <p:sldId id="292" r:id="rId2"/>
    <p:sldId id="257" r:id="rId3"/>
    <p:sldId id="298" r:id="rId4"/>
    <p:sldId id="265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93" r:id="rId13"/>
    <p:sldId id="294" r:id="rId14"/>
    <p:sldId id="295" r:id="rId15"/>
    <p:sldId id="296" r:id="rId16"/>
    <p:sldId id="297" r:id="rId17"/>
    <p:sldId id="299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1780" autoAdjust="0"/>
    <p:restoredTop sz="94660"/>
  </p:normalViewPr>
  <p:slideViewPr>
    <p:cSldViewPr>
      <p:cViewPr varScale="1">
        <p:scale>
          <a:sx n="68" d="100"/>
          <a:sy n="68" d="100"/>
        </p:scale>
        <p:origin x="-64" y="-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6A67B0-AD19-4516-A1F0-1BA1D1E6A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7E10FB-B383-4A45-8250-B94D3A00BFB9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525F6B-A6F0-4CD2-BDFF-22F65DB89BB5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8ABEC8F-D44A-49C6-B6BA-ED879D165573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3CEBA6-EA32-421A-9121-89E2CDAA852C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5C281C-93A7-4F71-B6F1-E96B459584D9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AD97F2-9B37-4AED-953E-8896E6EDAADD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523398-1C19-4218-9D28-B179B99D5FFA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C8B616-65C3-4ABF-AA2B-48D13DCF47D0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AB62D1-9B15-43BB-A2F8-DAF46C364314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D542E-9DB5-41A2-9B06-FE88A31BEFF1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922856-A673-44FF-8A5F-91200CAE46C7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C5C541E-CF4C-467A-9457-815135703D1C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ED61A8-CD5C-408F-A319-950E34F865B0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04A803-846C-4080-B6AD-8B5A963C651B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2C1947-982C-43A2-AFA8-A1A500FC0517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8B32713-2F0D-40B0-9519-416FA235FD8D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D8261-7EBC-485F-9BC1-8923BB49F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269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2E0F0-CD7E-4B21-99A0-D8BCAEEC3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416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A93A4-F4CD-4D16-ACDA-341974937F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373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92A9-5825-45E0-9383-4A4BD5DE9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444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40FCD-3CE3-4E2D-A396-C2AC381167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716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437-D6C5-4A27-8A46-36AABD12FA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7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324C-096F-4B58-9D6A-C471F5575E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64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71426-95B0-417B-9B7B-927E1E1F0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1910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28CEF-121B-4552-AB58-CD4E4D3886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543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80505-72AC-4E0F-B9B4-163BC253BA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7967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59CCA-1869-47AA-BEF1-62F7D54B14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811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71899B-3FE5-4335-A5DD-BBD0F00BBA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out a piece of paper and </a:t>
            </a:r>
            <a:r>
              <a:rPr lang="en-US" sz="4000" b="1" u="sng" smtClean="0"/>
              <a:t>PEN</a:t>
            </a:r>
            <a:r>
              <a:rPr lang="en-US" sz="4000" b="1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5334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14.06-09 </a:t>
            </a:r>
            <a:r>
              <a:rPr lang="en-US" sz="4800" b="1" dirty="0" smtClean="0">
                <a:latin typeface="Arial Black" panose="020B0A04020102020204" pitchFamily="34" charset="0"/>
              </a:rPr>
              <a:t>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067514"/>
              </p:ext>
            </p:extLst>
          </p:nvPr>
        </p:nvGraphicFramePr>
        <p:xfrm>
          <a:off x="2743200" y="1447800"/>
          <a:ext cx="3581400" cy="5324475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532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Period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Quiz 14.06-09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15.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46364" y="762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16399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281726"/>
              </p:ext>
            </p:extLst>
          </p:nvPr>
        </p:nvGraphicFramePr>
        <p:xfrm>
          <a:off x="457200" y="914401"/>
          <a:ext cx="8305800" cy="5410199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4101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term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bear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could be verb (to carry a burden) 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could be a noun (large hairy mammal).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does one distinguish between the two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usages?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 different body language.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pronunciation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different.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Context clues tell the difference.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is a problem and causes much confusion.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People usually explain what usage they mean.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6416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02</a:t>
            </a:r>
          </a:p>
        </p:txBody>
      </p:sp>
      <p:graphicFrame>
        <p:nvGraphicFramePr>
          <p:cNvPr id="1846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214335"/>
              </p:ext>
            </p:extLst>
          </p:nvPr>
        </p:nvGraphicFramePr>
        <p:xfrm>
          <a:off x="457200" y="1371600"/>
          <a:ext cx="8305800" cy="461468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term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bear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 the previous question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Resembles the __________ in 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polymorphic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interface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superclass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implementing concrete subclasses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overloaded methods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27398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396895"/>
              </p:ext>
            </p:extLst>
          </p:nvPr>
        </p:nvGraphicFramePr>
        <p:xfrm>
          <a:off x="457200" y="838200"/>
          <a:ext cx="8305800" cy="562357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62357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did this loop structure use polymorphism?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(Actor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actors)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actor.act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act method uses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instanceof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to determine which act definition to use.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 compile time the proper act method is connected to its own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 runtime the proper act is connected to its own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parameter signature identifies the correct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None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5379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869396"/>
              </p:ext>
            </p:extLst>
          </p:nvPr>
        </p:nvGraphicFramePr>
        <p:xfrm>
          <a:off x="457200" y="1371600"/>
          <a:ext cx="8305800" cy="461468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Connecting a method to a memory location 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compile-time is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early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late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 allocation.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040355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Connecting a method to a memory location 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run-time is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early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late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 binding.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 allocation.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762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947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224764"/>
              </p:ext>
            </p:extLst>
          </p:nvPr>
        </p:nvGraphicFramePr>
        <p:xfrm>
          <a:off x="457200" y="914400"/>
          <a:ext cx="8305800" cy="563267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632674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does polymorphism add reliability to a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program?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re-using tested 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thoroughly testing every execution path.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making each class responsible for its own actions.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placing data and the methods that process the data in the same container.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all of the above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2050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005712"/>
              </p:ext>
            </p:extLst>
          </p:nvPr>
        </p:nvGraphicFramePr>
        <p:xfrm>
          <a:off x="457200" y="1371600"/>
          <a:ext cx="8305800" cy="505358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does the graduation analogy describe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reliability of polymorphism?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Students graduate in alphabetical order.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Students go through a graduation rehearsal.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Each student picks out his/her own diploma.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Students carry their own name card.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21544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065053"/>
              </p:ext>
            </p:extLst>
          </p:nvPr>
        </p:nvGraphicFramePr>
        <p:xfrm>
          <a:off x="457200" y="1371600"/>
          <a:ext cx="8305800" cy="4876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876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following describes the use of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Preferences stay with a customer’s computer. 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 try to get personal identity information.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 are spam-type pop-up windows.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 is another name for polymorphic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Cookies test program reliability.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22548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825133"/>
              </p:ext>
            </p:extLst>
          </p:nvPr>
        </p:nvGraphicFramePr>
        <p:xfrm>
          <a:off x="457200" y="1371600"/>
          <a:ext cx="8305800" cy="410261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the first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RailCar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does not use 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does not use 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has no overloaded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draws rail cars in the same location.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876132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RailCar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the __________of the Train Case Study.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interface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umbrella superclass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of the train subclasses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polymorphic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 of rail cars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5233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8472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388602"/>
              </p:ext>
            </p:extLst>
          </p:nvPr>
        </p:nvGraphicFramePr>
        <p:xfrm>
          <a:off x="228600" y="1371600"/>
          <a:ext cx="8686800" cy="4684967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4196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polymorphic method of the train case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study 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railcar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carColor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drawCar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drawTrain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trainCar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914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1231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418238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is/are the concrete subclass(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of the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Choo-Choo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train 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Locomotive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FreightCar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PassengerCar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Caboose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2750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625516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class holds the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super.drawCar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RailCar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Locomotive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FreightCar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PassengerCar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Caboose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552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1539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406536"/>
              </p:ext>
            </p:extLst>
          </p:nvPr>
        </p:nvGraphicFramePr>
        <p:xfrm>
          <a:off x="457200" y="1371600"/>
          <a:ext cx="8305800" cy="461486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benefit of using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super.drawCar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instantiates the super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activates the polymorphic process.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draws the common components and makes each </a:t>
                      </a: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drawCar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 simpler.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passes the Graphics object to the 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48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15</a:t>
            </a:r>
            <a:endParaRPr lang="en-US" sz="3600" b="1" dirty="0"/>
          </a:p>
        </p:txBody>
      </p:sp>
      <p:graphicFrame>
        <p:nvGraphicFramePr>
          <p:cNvPr id="19484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648604"/>
              </p:ext>
            </p:extLst>
          </p:nvPr>
        </p:nvGraphicFramePr>
        <p:xfrm>
          <a:off x="228600" y="1371600"/>
          <a:ext cx="8686800" cy="4064000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are the three OOP features?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Encapsulation, Inheritance and 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Encapsulation, Class Interaction &amp; 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Inheritance, Composition &amp; 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Instantiation, Inheritance &amp; Polymorphism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Encapsulation, Data Access &amp; Class Interaction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5419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</TotalTime>
  <Words>583</Words>
  <Application>Microsoft Office PowerPoint</Application>
  <PresentationFormat>On-screen Show (4:3)</PresentationFormat>
  <Paragraphs>177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82</cp:revision>
  <dcterms:created xsi:type="dcterms:W3CDTF">2005-09-25T13:05:16Z</dcterms:created>
  <dcterms:modified xsi:type="dcterms:W3CDTF">2015-05-31T15:08:54Z</dcterms:modified>
</cp:coreProperties>
</file>