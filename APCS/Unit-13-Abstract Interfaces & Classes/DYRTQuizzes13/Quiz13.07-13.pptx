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0"/>
  </p:notesMasterIdLst>
  <p:sldIdLst>
    <p:sldId id="292" r:id="rId2"/>
    <p:sldId id="257" r:id="rId3"/>
    <p:sldId id="304" r:id="rId4"/>
    <p:sldId id="307" r:id="rId5"/>
    <p:sldId id="313" r:id="rId6"/>
    <p:sldId id="309" r:id="rId7"/>
    <p:sldId id="310" r:id="rId8"/>
    <p:sldId id="311" r:id="rId9"/>
    <p:sldId id="318" r:id="rId10"/>
    <p:sldId id="314" r:id="rId11"/>
    <p:sldId id="316" r:id="rId12"/>
    <p:sldId id="317" r:id="rId13"/>
    <p:sldId id="319" r:id="rId14"/>
    <p:sldId id="320" r:id="rId15"/>
    <p:sldId id="321" r:id="rId16"/>
    <p:sldId id="322" r:id="rId17"/>
    <p:sldId id="324" r:id="rId18"/>
    <p:sldId id="291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FFF00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421" autoAdjust="0"/>
    <p:restoredTop sz="94660"/>
  </p:normalViewPr>
  <p:slideViewPr>
    <p:cSldViewPr>
      <p:cViewPr>
        <p:scale>
          <a:sx n="60" d="100"/>
          <a:sy n="60" d="100"/>
        </p:scale>
        <p:origin x="-931" y="-6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C6A67B0-AD19-4516-A1F0-1BA1D1E6A9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159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B7E10FB-B383-4A45-8250-B94D3A00BFB9}" type="slidenum">
              <a:rPr lang="en-US" smtClean="0"/>
              <a:pPr eaLnBrk="1" hangingPunct="1"/>
              <a:t>1</a:t>
            </a:fld>
            <a:endParaRPr lang="en-US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5525F6B-A6F0-4CD2-BDFF-22F65DB89BB5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73FBE0-E4DD-4C6E-A878-29396413BE8C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5984FE7-D5B8-47BA-8B02-DF85FD69EE69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5984FE7-D5B8-47BA-8B02-DF85FD69EE69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EBF6AC5-12FA-4C16-9D88-A2A3B35E0185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8B5DC5B-86EE-4609-AF0E-2E1DA4106A56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04494C0-9D5D-4F15-A533-962BA658DAEC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04494C0-9D5D-4F15-A533-962BA658DAEC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E3F577-0A4E-4318-B450-2E23A125CD01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E3F577-0A4E-4318-B450-2E23A125CD01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E3F577-0A4E-4318-B450-2E23A125CD01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E3F577-0A4E-4318-B450-2E23A125CD01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E3F577-0A4E-4318-B450-2E23A125CD01}" type="slidenum">
              <a:rPr lang="en-US" smtClean="0"/>
              <a:pPr eaLnBrk="1" hangingPunct="1"/>
              <a:t>14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E3F577-0A4E-4318-B450-2E23A125CD01}" type="slidenum">
              <a:rPr lang="en-US" smtClean="0"/>
              <a:pPr eaLnBrk="1" hangingPunct="1"/>
              <a:t>15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E3F577-0A4E-4318-B450-2E23A125CD01}" type="slidenum">
              <a:rPr lang="en-US" smtClean="0"/>
              <a:pPr eaLnBrk="1" hangingPunct="1"/>
              <a:t>16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E3F577-0A4E-4318-B450-2E23A125CD01}" type="slidenum">
              <a:rPr lang="en-US" smtClean="0"/>
              <a:pPr eaLnBrk="1" hangingPunct="1"/>
              <a:t>17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9DCB51A-BB33-4127-AE37-67F447199F6A}" type="slidenum">
              <a:rPr lang="en-US" smtClean="0"/>
              <a:pPr eaLnBrk="1" hangingPunct="1"/>
              <a:t>18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4D8261-7EBC-485F-9BC1-8923BB49F3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2691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2E0F0-CD7E-4B21-99A0-D8BCAEEC3D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4164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A93A4-F4CD-4D16-ACDA-341974937F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3736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892A9-5825-45E0-9383-4A4BD5DE93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444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40FCD-3CE3-4E2D-A396-C2AC381167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7163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0B437-D6C5-4A27-8A46-36AABD12FA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3978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D324C-096F-4B58-9D6A-C471F5575E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644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71426-95B0-417B-9B7B-927E1E1F0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1910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828CEF-121B-4552-AB58-CD4E4D3886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25435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B80505-72AC-4E0F-B9B4-163BC253BA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7967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59CCA-1869-47AA-BEF1-62F7D54B14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8111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871899B-3FE5-4335-A5DD-BBD0F00BBA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smtClean="0"/>
              <a:t>Take out a piece of paper and </a:t>
            </a:r>
            <a:r>
              <a:rPr lang="en-US" sz="4000" b="1" u="sng" smtClean="0"/>
              <a:t>PEN</a:t>
            </a:r>
            <a:r>
              <a:rPr lang="en-US" sz="4000" b="1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4572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Quiz </a:t>
            </a:r>
            <a:r>
              <a:rPr lang="en-US" sz="4800" b="1" dirty="0" smtClean="0">
                <a:latin typeface="Arial Black" panose="020B0A04020102020204" pitchFamily="34" charset="0"/>
              </a:rPr>
              <a:t>13.07-13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/>
              <a:t>Title the quiz as shown below</a:t>
            </a:r>
            <a:br>
              <a:rPr lang="en-US" sz="4800" b="1" smtClean="0"/>
            </a:br>
            <a:r>
              <a:rPr lang="en-US" sz="3600" b="1" smtClean="0"/>
              <a:t>The quiz starts in </a:t>
            </a:r>
            <a:r>
              <a:rPr lang="en-US" sz="3600" b="1" u="sng" smtClean="0"/>
              <a:t>ONE</a:t>
            </a:r>
            <a:r>
              <a:rPr lang="en-US" sz="3600" b="1" smtClean="0"/>
              <a:t> minute.</a:t>
            </a:r>
          </a:p>
        </p:txBody>
      </p:sp>
      <p:graphicFrame>
        <p:nvGraphicFramePr>
          <p:cNvPr id="5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232916"/>
              </p:ext>
            </p:extLst>
          </p:nvPr>
        </p:nvGraphicFramePr>
        <p:xfrm>
          <a:off x="2743200" y="1447800"/>
          <a:ext cx="3581400" cy="4876800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876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Period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Quiz 13.07-13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	9.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	10.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	11.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12.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13.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14.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	15.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	EC.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01</a:t>
            </a:r>
            <a:endParaRPr lang="en-US" sz="3600" b="1" dirty="0"/>
          </a:p>
        </p:txBody>
      </p:sp>
      <p:graphicFrame>
        <p:nvGraphicFramePr>
          <p:cNvPr id="4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450408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Collection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is a(n)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group of objects.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linear collection that can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linear collection that cannot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unordered collection that can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unordered collection that cannot have duplicate elements.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46209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02</a:t>
            </a:r>
            <a:endParaRPr lang="en-US" sz="3600" b="1" dirty="0"/>
          </a:p>
        </p:txBody>
      </p:sp>
      <p:graphicFrame>
        <p:nvGraphicFramePr>
          <p:cNvPr id="15376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354434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List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is a(n)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group of objects.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linear collection that can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linear collection that cannot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unordered collection that can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unordered collection that cannot have duplicate elements.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5997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03</a:t>
            </a:r>
            <a:endParaRPr lang="en-US" sz="3600" b="1" dirty="0"/>
          </a:p>
        </p:txBody>
      </p:sp>
      <p:graphicFrame>
        <p:nvGraphicFramePr>
          <p:cNvPr id="15376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878905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Set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is a(n)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group of objects.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linear collection that can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linear collection that cannot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unordered collection that can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unordered collection that cannot have duplicate elements.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067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9466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285585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Java keyword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List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4122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20490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282344"/>
              </p:ext>
            </p:extLst>
          </p:nvPr>
        </p:nvGraphicFramePr>
        <p:xfrm>
          <a:off x="457200" y="1371600"/>
          <a:ext cx="8305800" cy="410259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1021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Java keyword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2309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2151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5779"/>
              </p:ext>
            </p:extLst>
          </p:nvPr>
        </p:nvGraphicFramePr>
        <p:xfrm>
          <a:off x="457200" y="1371600"/>
          <a:ext cx="8305800" cy="452913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529138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Java keyword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2961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2151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982585"/>
              </p:ext>
            </p:extLst>
          </p:nvPr>
        </p:nvGraphicFramePr>
        <p:xfrm>
          <a:off x="457200" y="1371600"/>
          <a:ext cx="8305800" cy="452913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529138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Java keyword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TreeSet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2571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225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467289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Java keyword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Collection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68647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graphicFrame>
        <p:nvGraphicFramePr>
          <p:cNvPr id="225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78775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Java keyword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HashSet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97014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225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868956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Java keyword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LinkedList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4291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11</a:t>
            </a:r>
            <a:endParaRPr lang="en-US" sz="3600" b="1" dirty="0"/>
          </a:p>
        </p:txBody>
      </p:sp>
      <p:graphicFrame>
        <p:nvGraphicFramePr>
          <p:cNvPr id="225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029036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Declaring a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generic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requires placing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a(n)_________________between the &lt; &gt; brackets.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generic data type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specific data type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data type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primitive data type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37002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12</a:t>
            </a:r>
            <a:endParaRPr lang="en-US" sz="3600" b="1" dirty="0"/>
          </a:p>
        </p:txBody>
      </p:sp>
      <p:graphicFrame>
        <p:nvGraphicFramePr>
          <p:cNvPr id="225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83702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a computer program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List&lt;E&gt;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used in a(n)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 heading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concrete class heading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instantiation statement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 or in a concrete class heading.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4452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13</a:t>
            </a:r>
            <a:endParaRPr lang="en-US" sz="3600" b="1" dirty="0"/>
          </a:p>
        </p:txBody>
      </p:sp>
      <p:graphicFrame>
        <p:nvGraphicFramePr>
          <p:cNvPr id="225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462429"/>
              </p:ext>
            </p:extLst>
          </p:nvPr>
        </p:nvGraphicFramePr>
        <p:xfrm>
          <a:off x="457200" y="1371600"/>
          <a:ext cx="8305800" cy="4614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Collection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classes is tested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 the AP Computer Science Examination?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LinkedList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HashSet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TreeSet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9990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14</a:t>
            </a:r>
            <a:endParaRPr lang="en-US" sz="3600" b="1" dirty="0"/>
          </a:p>
        </p:txBody>
      </p:sp>
      <p:graphicFrame>
        <p:nvGraphicFramePr>
          <p:cNvPr id="225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613445"/>
              </p:ext>
            </p:extLst>
          </p:nvPr>
        </p:nvGraphicFramePr>
        <p:xfrm>
          <a:off x="457200" y="1371600"/>
          <a:ext cx="8305800" cy="4614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true about the following statement: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ArrayList qwerty = new ArrayList();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will compile, but not execute.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will not compile.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 qwerty will accept any data type.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 qwerty will only accept ArrayList objects.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2002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15</a:t>
            </a:r>
            <a:endParaRPr lang="en-US" sz="3600" b="1" dirty="0"/>
          </a:p>
        </p:txBody>
      </p:sp>
      <p:graphicFrame>
        <p:nvGraphicFramePr>
          <p:cNvPr id="225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070072"/>
              </p:ext>
            </p:extLst>
          </p:nvPr>
        </p:nvGraphicFramePr>
        <p:xfrm>
          <a:off x="152400" y="1371600"/>
          <a:ext cx="8839200" cy="4614672"/>
        </p:xfrm>
        <a:graphic>
          <a:graphicData uri="http://schemas.openxmlformats.org/drawingml/2006/table">
            <a:tbl>
              <a:tblPr/>
              <a:tblGrid>
                <a:gridCol w="88392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true about the following statement: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ArrayList&lt;String&gt; qwerty = new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ArayList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&lt;String&gt;();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will compile, but not execute.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will not compile.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 qwerty will accept any data type.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 qwerty will only accept ArrayList objects.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 qwerty will only accept String objects.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65945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Extra Credit</a:t>
            </a:r>
          </a:p>
        </p:txBody>
      </p:sp>
      <p:graphicFrame>
        <p:nvGraphicFramePr>
          <p:cNvPr id="5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200307"/>
              </p:ext>
            </p:extLst>
          </p:nvPr>
        </p:nvGraphicFramePr>
        <p:xfrm>
          <a:off x="0" y="1371600"/>
          <a:ext cx="9144000" cy="4992688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4992688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Consider the following declaration.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1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ArrayList&lt;ArrayList&lt;String&gt;&gt; x = new ArrayList&lt;ArrayList&lt;String&gt;&gt;();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will cause a compile error.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will create a runtime exception.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declares x as an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object that stores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objects of String objects.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declaration is correct, but very redundant.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532</TotalTime>
  <Words>603</Words>
  <Application>Microsoft Office PowerPoint</Application>
  <PresentationFormat>On-screen Show (4:3)</PresentationFormat>
  <Paragraphs>170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Schram, John</cp:lastModifiedBy>
  <cp:revision>87</cp:revision>
  <dcterms:created xsi:type="dcterms:W3CDTF">2005-09-25T13:05:16Z</dcterms:created>
  <dcterms:modified xsi:type="dcterms:W3CDTF">2015-08-28T15:30:03Z</dcterms:modified>
</cp:coreProperties>
</file>