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1"/>
  </p:notesMasterIdLst>
  <p:sldIdLst>
    <p:sldId id="292" r:id="rId2"/>
    <p:sldId id="257" r:id="rId3"/>
    <p:sldId id="262" r:id="rId4"/>
    <p:sldId id="263" r:id="rId5"/>
    <p:sldId id="266" r:id="rId6"/>
    <p:sldId id="267" r:id="rId7"/>
    <p:sldId id="268" r:id="rId8"/>
    <p:sldId id="269" r:id="rId9"/>
    <p:sldId id="293" r:id="rId10"/>
    <p:sldId id="316" r:id="rId11"/>
    <p:sldId id="315" r:id="rId12"/>
    <p:sldId id="294" r:id="rId13"/>
    <p:sldId id="295" r:id="rId14"/>
    <p:sldId id="296" r:id="rId15"/>
    <p:sldId id="297" r:id="rId16"/>
    <p:sldId id="299" r:id="rId17"/>
    <p:sldId id="300" r:id="rId18"/>
    <p:sldId id="310" r:id="rId19"/>
    <p:sldId id="291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375" autoAdjust="0"/>
    <p:restoredTop sz="94660"/>
  </p:normalViewPr>
  <p:slideViewPr>
    <p:cSldViewPr>
      <p:cViewPr>
        <p:scale>
          <a:sx n="80" d="100"/>
          <a:sy n="80" d="100"/>
        </p:scale>
        <p:origin x="-355" y="-2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AD97F2-9B37-4AED-953E-8896E6EDAADD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13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14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15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B32713-2F0D-40B0-9519-416FA235FD8D}" type="slidenum">
              <a:rPr lang="en-US" smtClean="0"/>
              <a:pPr eaLnBrk="1" hangingPunct="1"/>
              <a:t>16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B90C7C-C7E5-4B2B-8B77-F7C4C17B84B5}" type="slidenum">
              <a:rPr lang="en-US" smtClean="0"/>
              <a:pPr eaLnBrk="1" hangingPunct="1"/>
              <a:t>17</a:t>
            </a:fld>
            <a:endParaRPr lang="en-US" dirty="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B5DC5B-86EE-4609-AF0E-2E1DA4106A56}" type="slidenum">
              <a:rPr lang="en-US" smtClean="0"/>
              <a:pPr eaLnBrk="1" hangingPunct="1"/>
              <a:t>18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CB51A-BB33-4127-AE37-67F447199F6A}" type="slidenum">
              <a:rPr lang="en-US" smtClean="0"/>
              <a:pPr eaLnBrk="1" hangingPunct="1"/>
              <a:t>19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13.01-06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03618"/>
              </p:ext>
            </p:extLst>
          </p:nvPr>
        </p:nvGraphicFramePr>
        <p:xfrm>
          <a:off x="2743200" y="1447801"/>
          <a:ext cx="3581400" cy="5105399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51053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13.01-06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16.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  <a:defRPr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EC.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5379" name="Group 19"/>
          <p:cNvGraphicFramePr>
            <a:graphicFrameLocks noGrp="1"/>
          </p:cNvGraphicFramePr>
          <p:nvPr/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methods in an interface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concrete.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all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06017"/>
              </p:ext>
            </p:extLst>
          </p:nvPr>
        </p:nvGraphicFramePr>
        <p:xfrm>
          <a:off x="457200" y="1371600"/>
          <a:ext cx="8305800" cy="35814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program features distinguish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signatures that end with semi-colons.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headings without method bodies.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64680"/>
              </p:ext>
            </p:extLst>
          </p:nvPr>
        </p:nvGraphicFramePr>
        <p:xfrm>
          <a:off x="457200" y="1371600"/>
          <a:ext cx="8305800" cy="52608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7482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is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methods in an interface are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implementing class must implement every method declared in the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has no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/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Assume that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Animal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is declared.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Aardvark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headings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properly implements the interface?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Animal implements Aardvark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Animal extends Aardvark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Aardvark extends Animal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Aardvark implements Animal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/>
        </p:nvGraphicFramePr>
        <p:xfrm>
          <a:off x="457200" y="1371600"/>
          <a:ext cx="8305800" cy="53309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a class that implements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of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the interface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the abstract interface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interface methods, as well as, any additional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interface methods, as well as, constructor methods only can be implemented.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785882"/>
              </p:ext>
            </p:extLst>
          </p:nvPr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implement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abstract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concrete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 to two interfaces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interfaces.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613866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abstract methods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fields.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final fields with initialized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not exist.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84396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abstract methods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fields.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final fields with initialized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not exist.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0143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6576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12654"/>
              </p:ext>
            </p:extLst>
          </p:nvPr>
        </p:nvGraphicFramePr>
        <p:xfrm>
          <a:off x="457200" y="677926"/>
          <a:ext cx="8305800" cy="59514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951474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double getBalance();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void makeDeposit(double amount);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void makeWithdrawal(double amount);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The code segment above can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an interface or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an interface or any type of class.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4340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/>
        </p:nvGraphicFramePr>
        <p:xfrm>
          <a:off x="228600" y="1371600"/>
          <a:ext cx="8686800" cy="44196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field attributes in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Fields may be used in an interface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fields must have an initialized value.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Field values are constant and cannot be changed.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final keyword is optional.  Final is implied.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0056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_________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identical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similar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completely different from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remotely similar to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/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can have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97277"/>
              </p:ext>
            </p:extLst>
          </p:nvPr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classes for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use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 ______  and implementing classes for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 use the keyword ______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implements		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			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			concrete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			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9484" name="Group 28"/>
          <p:cNvGraphicFramePr>
            <a:graphicFrameLocks noGrp="1"/>
          </p:cNvGraphicFramePr>
          <p:nvPr/>
        </p:nvGraphicFramePr>
        <p:xfrm>
          <a:off x="228600" y="1371600"/>
          <a:ext cx="8686800" cy="5334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and an abstract class have identical capabilities.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can do everything an abstract class can do and more.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can do everything an interface can do and more.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and an abstract class have totally different capabilities.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5419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20520" name="Group 40"/>
          <p:cNvGraphicFramePr>
            <a:graphicFrameLocks noGrp="1"/>
          </p:cNvGraphicFramePr>
          <p:nvPr/>
        </p:nvGraphicFramePr>
        <p:xfrm>
          <a:off x="457200" y="1371600"/>
          <a:ext cx="8305800" cy="50784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784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is more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or an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interface, only if it is abstract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Both an interface and an abstract class are equally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542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16</a:t>
            </a:r>
            <a:endParaRPr lang="en-US" sz="3600" b="1" dirty="0"/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391856"/>
              </p:ext>
            </p:extLst>
          </p:nvPr>
        </p:nvGraphicFramePr>
        <p:xfrm>
          <a:off x="457200" y="1371600"/>
          <a:ext cx="8305800" cy="461466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many abstract methods must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implemented, it makes sense to first implement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common methods with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subclass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2309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Extra Credit</a:t>
            </a:r>
          </a:p>
        </p:txBody>
      </p:sp>
      <p:graphicFrame>
        <p:nvGraphicFramePr>
          <p:cNvPr id="4508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202505"/>
              </p:ext>
            </p:extLst>
          </p:nvPr>
        </p:nvGraphicFramePr>
        <p:xfrm>
          <a:off x="457200" y="1371600"/>
          <a:ext cx="8305800" cy="39624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 can instantiate an object with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implementing class only.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697</Words>
  <Application>Microsoft Office PowerPoint</Application>
  <PresentationFormat>On-screen Show (4:3)</PresentationFormat>
  <Paragraphs>193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80</cp:revision>
  <dcterms:created xsi:type="dcterms:W3CDTF">2005-09-25T13:05:16Z</dcterms:created>
  <dcterms:modified xsi:type="dcterms:W3CDTF">2015-08-28T14:52:44Z</dcterms:modified>
</cp:coreProperties>
</file>