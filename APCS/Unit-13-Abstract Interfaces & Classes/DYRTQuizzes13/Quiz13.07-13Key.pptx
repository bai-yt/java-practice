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0"/>
  </p:notesMasterIdLst>
  <p:sldIdLst>
    <p:sldId id="292" r:id="rId2"/>
    <p:sldId id="257" r:id="rId3"/>
    <p:sldId id="304" r:id="rId4"/>
    <p:sldId id="307" r:id="rId5"/>
    <p:sldId id="313" r:id="rId6"/>
    <p:sldId id="309" r:id="rId7"/>
    <p:sldId id="310" r:id="rId8"/>
    <p:sldId id="311" r:id="rId9"/>
    <p:sldId id="318" r:id="rId10"/>
    <p:sldId id="314" r:id="rId11"/>
    <p:sldId id="316" r:id="rId12"/>
    <p:sldId id="317" r:id="rId13"/>
    <p:sldId id="319" r:id="rId14"/>
    <p:sldId id="320" r:id="rId15"/>
    <p:sldId id="321" r:id="rId16"/>
    <p:sldId id="322" r:id="rId17"/>
    <p:sldId id="324" r:id="rId18"/>
    <p:sldId id="291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421" autoAdjust="0"/>
    <p:restoredTop sz="94660"/>
  </p:normalViewPr>
  <p:slideViewPr>
    <p:cSldViewPr>
      <p:cViewPr>
        <p:scale>
          <a:sx n="60" d="100"/>
          <a:sy n="60" d="100"/>
        </p:scale>
        <p:origin x="-931" y="-6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6A67B0-AD19-4516-A1F0-1BA1D1E6A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7E10FB-B383-4A45-8250-B94D3A00BFB9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525F6B-A6F0-4CD2-BDFF-22F65DB89BB5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73FBE0-E4DD-4C6E-A878-29396413BE8C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5984FE7-D5B8-47BA-8B02-DF85FD69EE69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5984FE7-D5B8-47BA-8B02-DF85FD69EE69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EBF6AC5-12FA-4C16-9D88-A2A3B35E0185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B5DC5B-86EE-4609-AF0E-2E1DA4106A56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04494C0-9D5D-4F15-A533-962BA658DAEC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04494C0-9D5D-4F15-A533-962BA658DAEC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E3F577-0A4E-4318-B450-2E23A125CD01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DCB51A-BB33-4127-AE37-67F447199F6A}" type="slidenum">
              <a:rPr lang="en-US" smtClean="0"/>
              <a:pPr eaLnBrk="1" hangingPunct="1"/>
              <a:t>18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D8261-7EBC-485F-9BC1-8923BB49F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269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2E0F0-CD7E-4B21-99A0-D8BCAEEC3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416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A93A4-F4CD-4D16-ACDA-341974937F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373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92A9-5825-45E0-9383-4A4BD5DE9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444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40FCD-3CE3-4E2D-A396-C2AC381167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716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437-D6C5-4A27-8A46-36AABD12FA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7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324C-096F-4B58-9D6A-C471F5575E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64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71426-95B0-417B-9B7B-927E1E1F0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1910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28CEF-121B-4552-AB58-CD4E4D3886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543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80505-72AC-4E0F-B9B4-163BC253BA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7967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59CCA-1869-47AA-BEF1-62F7D54B14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811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71899B-3FE5-4335-A5DD-BBD0F00BBA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out a piece of paper and </a:t>
            </a:r>
            <a:r>
              <a:rPr lang="en-US" sz="4000" b="1" u="sng" smtClean="0"/>
              <a:t>PEN</a:t>
            </a:r>
            <a:r>
              <a:rPr lang="en-US" sz="4000" b="1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13.07-13 </a:t>
            </a:r>
            <a:r>
              <a:rPr lang="en-US" sz="4800" b="1" dirty="0" smtClean="0">
                <a:latin typeface="Arial Black" panose="020B0A04020102020204" pitchFamily="34" charset="0"/>
              </a:rPr>
              <a:t>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32916"/>
              </p:ext>
            </p:extLst>
          </p:nvPr>
        </p:nvGraphicFramePr>
        <p:xfrm>
          <a:off x="2743200" y="1447800"/>
          <a:ext cx="3581400" cy="4876800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76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Period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Quiz 13.07-13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15.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EC.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4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196736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Collection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is a(n)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group of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cannot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cannot have duplicate elements.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6209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22921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is a(n)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group of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cannot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cannot have duplicate elements.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5997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480996"/>
              </p:ext>
            </p:extLst>
          </p:nvPr>
        </p:nvGraphicFramePr>
        <p:xfrm>
          <a:off x="457200" y="1371600"/>
          <a:ext cx="8305800" cy="452932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is a(n)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group of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linear collection that cannot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 have duplicate elements.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unordered collection that cannot have duplicate elements.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067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9466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070227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4122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20490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097177"/>
              </p:ext>
            </p:extLst>
          </p:nvPr>
        </p:nvGraphicFramePr>
        <p:xfrm>
          <a:off x="457200" y="1371600"/>
          <a:ext cx="8305800" cy="410259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2309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2151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674778"/>
              </p:ext>
            </p:extLst>
          </p:nvPr>
        </p:nvGraphicFramePr>
        <p:xfrm>
          <a:off x="457200" y="1371600"/>
          <a:ext cx="8305800" cy="452913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2913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2961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2151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415462"/>
              </p:ext>
            </p:extLst>
          </p:nvPr>
        </p:nvGraphicFramePr>
        <p:xfrm>
          <a:off x="457200" y="1371600"/>
          <a:ext cx="8305800" cy="452913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2913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TreeSet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2571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065285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Collection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8647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691768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HashSet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7014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202330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Java keyword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LinkedList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4291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866928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Declaring a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generic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requires placing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a(n)_________________between the &lt; &gt; brackets.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generic data type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specific data type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data type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primitive data type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700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090388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computer program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List&lt;E&gt;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used in a(n)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heading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class heading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 statement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or in a concrete class heading.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4452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95138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Collection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 is tested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 the AP Computer Science Examination?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LinkedList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HashSet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TreeSet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9990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034401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Assume that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Qwerty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 generic class in Java.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the following statement: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Qwerty q = new Qwerty();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compile and execute without problems.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not compile.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 will accept any data type.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 will only accept Qwerty objects.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2002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15</a:t>
            </a:r>
            <a:endParaRPr lang="en-US" sz="3600" b="1" dirty="0"/>
          </a:p>
        </p:txBody>
      </p:sp>
      <p:graphicFrame>
        <p:nvGraphicFramePr>
          <p:cNvPr id="225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610053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Assume that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Qwerty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 generic class in Java.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the following statement: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Qwerty&lt;String&gt; q = new Qwerty&lt;String&gt;();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compile and execute without problems.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not compile.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 will accept any data type.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q will only accept String objects.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5945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Extra Credit</a:t>
            </a:r>
          </a:p>
        </p:txBody>
      </p:sp>
      <p:graphicFrame>
        <p:nvGraphicFramePr>
          <p:cNvPr id="45088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96490"/>
              </p:ext>
            </p:extLst>
          </p:nvPr>
        </p:nvGraphicFramePr>
        <p:xfrm>
          <a:off x="0" y="1371600"/>
          <a:ext cx="9144000" cy="4992688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4992688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following declaration.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spc="-1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ArrayList&lt;ArrayList&lt;String&gt;&gt; x = new ArrayList&lt;ArrayList&lt;String&gt;&gt;();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cause a compile error.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will create a runtime exception.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declares x as an </a:t>
                      </a: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object that stores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</a:t>
                      </a: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objects of String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declaration is correct, but very redundant.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</TotalTime>
  <Words>615</Words>
  <Application>Microsoft Office PowerPoint</Application>
  <PresentationFormat>On-screen Show (4:3)</PresentationFormat>
  <Paragraphs>170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85</cp:revision>
  <dcterms:created xsi:type="dcterms:W3CDTF">2005-09-25T13:05:16Z</dcterms:created>
  <dcterms:modified xsi:type="dcterms:W3CDTF">2015-08-28T15:30:36Z</dcterms:modified>
</cp:coreProperties>
</file>