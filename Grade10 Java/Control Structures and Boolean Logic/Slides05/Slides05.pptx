
<file path=[Content_Types].xml><?xml version="1.0" encoding="utf-8"?>
<Types xmlns="http://schemas.openxmlformats.org/package/2006/content-types">
  <Default Extension="xml" ContentType="application/xml"/>
  <Default Extension="wmf" ContentType="image/x-wmf"/>
  <Default Extension="jpeg" ContentType="image/jpeg"/>
  <Default Extension="rels" ContentType="application/vnd.openxmlformats-package.relationships+xml"/>
  <Default Extension="gif" ContentType="image/gif"/>
  <Default Extension="bin" ContentType="application/vnd.openxmlformats-officedocument.presentationml.printerSettings"/>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508" r:id="rId2"/>
    <p:sldId id="423" r:id="rId3"/>
    <p:sldId id="509" r:id="rId4"/>
    <p:sldId id="518" r:id="rId5"/>
    <p:sldId id="519" r:id="rId6"/>
    <p:sldId id="520" r:id="rId7"/>
    <p:sldId id="521" r:id="rId8"/>
    <p:sldId id="522" r:id="rId9"/>
    <p:sldId id="523" r:id="rId10"/>
    <p:sldId id="524" r:id="rId11"/>
    <p:sldId id="510" r:id="rId12"/>
    <p:sldId id="525" r:id="rId13"/>
    <p:sldId id="566" r:id="rId14"/>
    <p:sldId id="511" r:id="rId15"/>
    <p:sldId id="440" r:id="rId16"/>
    <p:sldId id="567" r:id="rId17"/>
    <p:sldId id="442" r:id="rId18"/>
    <p:sldId id="526" r:id="rId19"/>
    <p:sldId id="441" r:id="rId20"/>
    <p:sldId id="527" r:id="rId21"/>
    <p:sldId id="513" r:id="rId22"/>
    <p:sldId id="528" r:id="rId23"/>
    <p:sldId id="444" r:id="rId24"/>
    <p:sldId id="446" r:id="rId25"/>
    <p:sldId id="529" r:id="rId26"/>
    <p:sldId id="514" r:id="rId27"/>
    <p:sldId id="530" r:id="rId28"/>
    <p:sldId id="448" r:id="rId29"/>
    <p:sldId id="551" r:id="rId30"/>
    <p:sldId id="449" r:id="rId31"/>
    <p:sldId id="568" r:id="rId32"/>
    <p:sldId id="538" r:id="rId33"/>
    <p:sldId id="537" r:id="rId34"/>
    <p:sldId id="515" r:id="rId35"/>
    <p:sldId id="540" r:id="rId36"/>
    <p:sldId id="561" r:id="rId37"/>
    <p:sldId id="541" r:id="rId38"/>
    <p:sldId id="542" r:id="rId39"/>
    <p:sldId id="453" r:id="rId40"/>
    <p:sldId id="543" r:id="rId41"/>
    <p:sldId id="454" r:id="rId42"/>
    <p:sldId id="455" r:id="rId43"/>
    <p:sldId id="545" r:id="rId44"/>
    <p:sldId id="516" r:id="rId45"/>
    <p:sldId id="546" r:id="rId46"/>
    <p:sldId id="458" r:id="rId47"/>
    <p:sldId id="456" r:id="rId48"/>
    <p:sldId id="547" r:id="rId49"/>
    <p:sldId id="548" r:id="rId50"/>
    <p:sldId id="549" r:id="rId51"/>
    <p:sldId id="562" r:id="rId52"/>
    <p:sldId id="569" r:id="rId53"/>
    <p:sldId id="563" r:id="rId54"/>
    <p:sldId id="550" r:id="rId55"/>
    <p:sldId id="564" r:id="rId56"/>
    <p:sldId id="565" r:id="rId57"/>
    <p:sldId id="517" r:id="rId58"/>
    <p:sldId id="463" r:id="rId59"/>
    <p:sldId id="502" r:id="rId60"/>
    <p:sldId id="465" r:id="rId61"/>
    <p:sldId id="503" r:id="rId62"/>
    <p:sldId id="505" r:id="rId63"/>
    <p:sldId id="628" r:id="rId64"/>
    <p:sldId id="630" r:id="rId65"/>
    <p:sldId id="631" r:id="rId66"/>
    <p:sldId id="632" r:id="rId67"/>
    <p:sldId id="635" r:id="rId68"/>
    <p:sldId id="636" r:id="rId69"/>
    <p:sldId id="576" r:id="rId70"/>
    <p:sldId id="571" r:id="rId71"/>
    <p:sldId id="577" r:id="rId72"/>
    <p:sldId id="578" r:id="rId73"/>
    <p:sldId id="579" r:id="rId74"/>
    <p:sldId id="580" r:id="rId75"/>
    <p:sldId id="581" r:id="rId76"/>
    <p:sldId id="582" r:id="rId77"/>
    <p:sldId id="583" r:id="rId78"/>
    <p:sldId id="584" r:id="rId79"/>
    <p:sldId id="585" r:id="rId80"/>
    <p:sldId id="586" r:id="rId81"/>
    <p:sldId id="587" r:id="rId82"/>
    <p:sldId id="588" r:id="rId83"/>
    <p:sldId id="589" r:id="rId84"/>
    <p:sldId id="590" r:id="rId85"/>
    <p:sldId id="591" r:id="rId86"/>
    <p:sldId id="592" r:id="rId87"/>
    <p:sldId id="607" r:id="rId88"/>
    <p:sldId id="608" r:id="rId89"/>
    <p:sldId id="637" r:id="rId90"/>
    <p:sldId id="639" r:id="rId91"/>
    <p:sldId id="638" r:id="rId92"/>
    <p:sldId id="612" r:id="rId93"/>
    <p:sldId id="613" r:id="rId94"/>
    <p:sldId id="614" r:id="rId95"/>
    <p:sldId id="640" r:id="rId96"/>
    <p:sldId id="641" r:id="rId97"/>
    <p:sldId id="618" r:id="rId98"/>
    <p:sldId id="642" r:id="rId99"/>
    <p:sldId id="643" r:id="rId100"/>
    <p:sldId id="644" r:id="rId101"/>
    <p:sldId id="645" r:id="rId102"/>
    <p:sldId id="646" r:id="rId103"/>
    <p:sldId id="647" r:id="rId104"/>
    <p:sldId id="648" r:id="rId105"/>
  </p:sldIdLst>
  <p:sldSz cx="9144000" cy="6858000" type="screen4x3"/>
  <p:notesSz cx="6858000" cy="9144000"/>
  <p:defaultTextStyle>
    <a:defPPr>
      <a:defRPr lang="en-US"/>
    </a:defPPr>
    <a:lvl1pPr algn="l" rtl="0" fontAlgn="base">
      <a:spcBef>
        <a:spcPct val="0"/>
      </a:spcBef>
      <a:spcAft>
        <a:spcPct val="0"/>
      </a:spcAft>
      <a:defRPr sz="1900" b="1" kern="1200">
        <a:solidFill>
          <a:schemeClr val="tx1"/>
        </a:solidFill>
        <a:latin typeface="Arial Black" pitchFamily="34" charset="0"/>
        <a:ea typeface="+mn-ea"/>
        <a:cs typeface="+mn-cs"/>
      </a:defRPr>
    </a:lvl1pPr>
    <a:lvl2pPr marL="457200" algn="l" rtl="0" fontAlgn="base">
      <a:spcBef>
        <a:spcPct val="0"/>
      </a:spcBef>
      <a:spcAft>
        <a:spcPct val="0"/>
      </a:spcAft>
      <a:defRPr sz="1900" b="1" kern="1200">
        <a:solidFill>
          <a:schemeClr val="tx1"/>
        </a:solidFill>
        <a:latin typeface="Arial Black" pitchFamily="34" charset="0"/>
        <a:ea typeface="+mn-ea"/>
        <a:cs typeface="+mn-cs"/>
      </a:defRPr>
    </a:lvl2pPr>
    <a:lvl3pPr marL="914400" algn="l" rtl="0" fontAlgn="base">
      <a:spcBef>
        <a:spcPct val="0"/>
      </a:spcBef>
      <a:spcAft>
        <a:spcPct val="0"/>
      </a:spcAft>
      <a:defRPr sz="1900" b="1" kern="1200">
        <a:solidFill>
          <a:schemeClr val="tx1"/>
        </a:solidFill>
        <a:latin typeface="Arial Black" pitchFamily="34" charset="0"/>
        <a:ea typeface="+mn-ea"/>
        <a:cs typeface="+mn-cs"/>
      </a:defRPr>
    </a:lvl3pPr>
    <a:lvl4pPr marL="1371600" algn="l" rtl="0" fontAlgn="base">
      <a:spcBef>
        <a:spcPct val="0"/>
      </a:spcBef>
      <a:spcAft>
        <a:spcPct val="0"/>
      </a:spcAft>
      <a:defRPr sz="1900" b="1" kern="1200">
        <a:solidFill>
          <a:schemeClr val="tx1"/>
        </a:solidFill>
        <a:latin typeface="Arial Black" pitchFamily="34" charset="0"/>
        <a:ea typeface="+mn-ea"/>
        <a:cs typeface="+mn-cs"/>
      </a:defRPr>
    </a:lvl4pPr>
    <a:lvl5pPr marL="1828800" algn="l" rtl="0" fontAlgn="base">
      <a:spcBef>
        <a:spcPct val="0"/>
      </a:spcBef>
      <a:spcAft>
        <a:spcPct val="0"/>
      </a:spcAft>
      <a:defRPr sz="1900" b="1" kern="1200">
        <a:solidFill>
          <a:schemeClr val="tx1"/>
        </a:solidFill>
        <a:latin typeface="Arial Black" pitchFamily="34" charset="0"/>
        <a:ea typeface="+mn-ea"/>
        <a:cs typeface="+mn-cs"/>
      </a:defRPr>
    </a:lvl5pPr>
    <a:lvl6pPr marL="2286000" algn="l" defTabSz="914400" rtl="0" eaLnBrk="1" latinLnBrk="0" hangingPunct="1">
      <a:defRPr sz="1900" b="1" kern="1200">
        <a:solidFill>
          <a:schemeClr val="tx1"/>
        </a:solidFill>
        <a:latin typeface="Arial Black" pitchFamily="34" charset="0"/>
        <a:ea typeface="+mn-ea"/>
        <a:cs typeface="+mn-cs"/>
      </a:defRPr>
    </a:lvl6pPr>
    <a:lvl7pPr marL="2743200" algn="l" defTabSz="914400" rtl="0" eaLnBrk="1" latinLnBrk="0" hangingPunct="1">
      <a:defRPr sz="1900" b="1" kern="1200">
        <a:solidFill>
          <a:schemeClr val="tx1"/>
        </a:solidFill>
        <a:latin typeface="Arial Black" pitchFamily="34" charset="0"/>
        <a:ea typeface="+mn-ea"/>
        <a:cs typeface="+mn-cs"/>
      </a:defRPr>
    </a:lvl7pPr>
    <a:lvl8pPr marL="3200400" algn="l" defTabSz="914400" rtl="0" eaLnBrk="1" latinLnBrk="0" hangingPunct="1">
      <a:defRPr sz="1900" b="1" kern="1200">
        <a:solidFill>
          <a:schemeClr val="tx1"/>
        </a:solidFill>
        <a:latin typeface="Arial Black" pitchFamily="34" charset="0"/>
        <a:ea typeface="+mn-ea"/>
        <a:cs typeface="+mn-cs"/>
      </a:defRPr>
    </a:lvl8pPr>
    <a:lvl9pPr marL="3657600" algn="l" defTabSz="914400" rtl="0" eaLnBrk="1" latinLnBrk="0" hangingPunct="1">
      <a:defRPr sz="1900" b="1" kern="1200">
        <a:solidFill>
          <a:schemeClr val="tx1"/>
        </a:solidFill>
        <a:latin typeface="Arial Black"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CC"/>
    <a:srgbClr val="00FF00"/>
    <a:srgbClr val="66FF99"/>
    <a:srgbClr val="FF0000"/>
    <a:srgbClr val="00FFCC"/>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27" d="100"/>
          <a:sy n="127" d="100"/>
        </p:scale>
        <p:origin x="-1920"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9774"/>
    </p:cViewPr>
  </p:sorterViewPr>
  <p:gridSpacing cx="76200" cy="76200"/>
</p:viewPr>
</file>

<file path=ppt/_rels/presentation.xml.rels><?xml version="1.0" encoding="UTF-8" standalone="yes"?>
<Relationships xmlns="http://schemas.openxmlformats.org/package/2006/relationships"><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printerSettings" Target="printerSettings/printerSettings1.bin"/><Relationship Id="rId107" Type="http://schemas.openxmlformats.org/officeDocument/2006/relationships/presProps" Target="presProp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8" Type="http://schemas.openxmlformats.org/officeDocument/2006/relationships/viewProps" Target="viewProps.xml"/><Relationship Id="rId109" Type="http://schemas.openxmlformats.org/officeDocument/2006/relationships/theme" Target="theme/theme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110" Type="http://schemas.openxmlformats.org/officeDocument/2006/relationships/tableStyles" Target="tableStyles.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100" Type="http://schemas.openxmlformats.org/officeDocument/2006/relationships/slide" Target="slides/slide99.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6FF9FB4-760A-4796-A3E7-3933F2FC519E}" type="slidenum">
              <a:rPr lang="en-US"/>
              <a:pPr>
                <a:defRPr/>
              </a:pPr>
              <a:t>‹#›</a:t>
            </a:fld>
            <a:endParaRPr lang="en-US"/>
          </a:p>
        </p:txBody>
      </p:sp>
    </p:spTree>
    <p:extLst>
      <p:ext uri="{BB962C8B-B14F-4D97-AF65-F5344CB8AC3E}">
        <p14:creationId xmlns:p14="http://schemas.microsoft.com/office/powerpoint/2010/main" val="8881147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84E2E6D-B48C-4716-BBB7-0F3CF00A8F92}" type="slidenum">
              <a:rPr lang="en-US"/>
              <a:pPr>
                <a:defRPr/>
              </a:pPr>
              <a:t>‹#›</a:t>
            </a:fld>
            <a:endParaRPr lang="en-US"/>
          </a:p>
        </p:txBody>
      </p:sp>
    </p:spTree>
    <p:extLst>
      <p:ext uri="{BB962C8B-B14F-4D97-AF65-F5344CB8AC3E}">
        <p14:creationId xmlns:p14="http://schemas.microsoft.com/office/powerpoint/2010/main" val="3101809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5BD8BE8-BB14-4881-BA93-97CC6ADDEB42}" type="slidenum">
              <a:rPr lang="en-US"/>
              <a:pPr>
                <a:defRPr/>
              </a:pPr>
              <a:t>‹#›</a:t>
            </a:fld>
            <a:endParaRPr lang="en-US"/>
          </a:p>
        </p:txBody>
      </p:sp>
    </p:spTree>
    <p:extLst>
      <p:ext uri="{BB962C8B-B14F-4D97-AF65-F5344CB8AC3E}">
        <p14:creationId xmlns:p14="http://schemas.microsoft.com/office/powerpoint/2010/main" val="13398130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A7FD7B0-2F18-41EA-A898-F5F3BFCE3685}" type="slidenum">
              <a:rPr lang="en-US"/>
              <a:pPr>
                <a:defRPr/>
              </a:pPr>
              <a:t>‹#›</a:t>
            </a:fld>
            <a:endParaRPr lang="en-US"/>
          </a:p>
        </p:txBody>
      </p:sp>
    </p:spTree>
    <p:extLst>
      <p:ext uri="{BB962C8B-B14F-4D97-AF65-F5344CB8AC3E}">
        <p14:creationId xmlns:p14="http://schemas.microsoft.com/office/powerpoint/2010/main" val="1559719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1DEA04FF-E289-4004-A41B-356726988D11}" type="slidenum">
              <a:rPr lang="en-US"/>
              <a:pPr>
                <a:defRPr/>
              </a:pPr>
              <a:t>‹#›</a:t>
            </a:fld>
            <a:endParaRPr lang="en-US"/>
          </a:p>
        </p:txBody>
      </p:sp>
    </p:spTree>
    <p:extLst>
      <p:ext uri="{BB962C8B-B14F-4D97-AF65-F5344CB8AC3E}">
        <p14:creationId xmlns:p14="http://schemas.microsoft.com/office/powerpoint/2010/main" val="42481055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9E74E278-D45A-4EB8-BC02-750152F1FFC0}" type="slidenum">
              <a:rPr lang="en-US"/>
              <a:pPr>
                <a:defRPr/>
              </a:pPr>
              <a:t>‹#›</a:t>
            </a:fld>
            <a:endParaRPr lang="en-US"/>
          </a:p>
        </p:txBody>
      </p:sp>
    </p:spTree>
    <p:extLst>
      <p:ext uri="{BB962C8B-B14F-4D97-AF65-F5344CB8AC3E}">
        <p14:creationId xmlns:p14="http://schemas.microsoft.com/office/powerpoint/2010/main" val="1110712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BF7F6CF0-FBB9-4F6C-A55F-632CE083B7F3}" type="slidenum">
              <a:rPr lang="en-US"/>
              <a:pPr>
                <a:defRPr/>
              </a:pPr>
              <a:t>‹#›</a:t>
            </a:fld>
            <a:endParaRPr lang="en-US"/>
          </a:p>
        </p:txBody>
      </p:sp>
    </p:spTree>
    <p:extLst>
      <p:ext uri="{BB962C8B-B14F-4D97-AF65-F5344CB8AC3E}">
        <p14:creationId xmlns:p14="http://schemas.microsoft.com/office/powerpoint/2010/main" val="38758602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89997FBB-1479-4A31-BFDF-D29F98D3E656}" type="slidenum">
              <a:rPr lang="en-US"/>
              <a:pPr>
                <a:defRPr/>
              </a:pPr>
              <a:t>‹#›</a:t>
            </a:fld>
            <a:endParaRPr lang="en-US"/>
          </a:p>
        </p:txBody>
      </p:sp>
    </p:spTree>
    <p:extLst>
      <p:ext uri="{BB962C8B-B14F-4D97-AF65-F5344CB8AC3E}">
        <p14:creationId xmlns:p14="http://schemas.microsoft.com/office/powerpoint/2010/main" val="40986652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EB660679-2B20-41EE-BB3C-C06E757B765B}" type="slidenum">
              <a:rPr lang="en-US"/>
              <a:pPr>
                <a:defRPr/>
              </a:pPr>
              <a:t>‹#›</a:t>
            </a:fld>
            <a:endParaRPr lang="en-US"/>
          </a:p>
        </p:txBody>
      </p:sp>
    </p:spTree>
    <p:extLst>
      <p:ext uri="{BB962C8B-B14F-4D97-AF65-F5344CB8AC3E}">
        <p14:creationId xmlns:p14="http://schemas.microsoft.com/office/powerpoint/2010/main" val="17070123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D5A4C04-32B4-4209-B73D-0888FFADEF08}" type="slidenum">
              <a:rPr lang="en-US"/>
              <a:pPr>
                <a:defRPr/>
              </a:pPr>
              <a:t>‹#›</a:t>
            </a:fld>
            <a:endParaRPr lang="en-US"/>
          </a:p>
        </p:txBody>
      </p:sp>
    </p:spTree>
    <p:extLst>
      <p:ext uri="{BB962C8B-B14F-4D97-AF65-F5344CB8AC3E}">
        <p14:creationId xmlns:p14="http://schemas.microsoft.com/office/powerpoint/2010/main" val="23461760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CF1FB4C3-33D7-4B33-B90D-8AE3C26546F5}" type="slidenum">
              <a:rPr lang="en-US"/>
              <a:pPr>
                <a:defRPr/>
              </a:pPr>
              <a:t>‹#›</a:t>
            </a:fld>
            <a:endParaRPr lang="en-US"/>
          </a:p>
        </p:txBody>
      </p:sp>
    </p:spTree>
    <p:extLst>
      <p:ext uri="{BB962C8B-B14F-4D97-AF65-F5344CB8AC3E}">
        <p14:creationId xmlns:p14="http://schemas.microsoft.com/office/powerpoint/2010/main" val="772610736"/>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0">
                <a:latin typeface="+mn-lt"/>
              </a:defRPr>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0">
                <a:latin typeface="+mn-lt"/>
              </a:defRPr>
            </a:lvl1pPr>
          </a:lstStyle>
          <a:p>
            <a:pPr>
              <a:defRPr/>
            </a:pP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0">
                <a:latin typeface="+mn-lt"/>
              </a:defRPr>
            </a:lvl1pPr>
          </a:lstStyle>
          <a:p>
            <a:pPr>
              <a:defRPr/>
            </a:pPr>
            <a:fld id="{AA369FAB-95EC-438A-9333-B24157684C7E}"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gif"/><Relationship Id="rId3" Type="http://schemas.openxmlformats.org/officeDocument/2006/relationships/image" Target="../media/image2.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gif"/><Relationship Id="rId3" Type="http://schemas.openxmlformats.org/officeDocument/2006/relationships/image" Target="../media/image6.w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w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gif"/><Relationship Id="rId3" Type="http://schemas.openxmlformats.org/officeDocument/2006/relationships/image" Target="../media/image9.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w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gi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gi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wmf"/><Relationship Id="rId3" Type="http://schemas.openxmlformats.org/officeDocument/2006/relationships/image" Target="../media/image18.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wmf"/><Relationship Id="rId3" Type="http://schemas.openxmlformats.org/officeDocument/2006/relationships/image" Target="../media/image22.w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w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w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5.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jpe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jpeg"/><Relationship Id="rId3" Type="http://schemas.openxmlformats.org/officeDocument/2006/relationships/image" Target="../media/image29.jpe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gif"/><Relationship Id="rId3" Type="http://schemas.openxmlformats.org/officeDocument/2006/relationships/image" Target="../media/image12.gif"/></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gif"/><Relationship Id="rId3" Type="http://schemas.openxmlformats.org/officeDocument/2006/relationships/image" Target="../media/image12.gi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s>
</file>

<file path=ppt/slides/_rels/slide63.xml.rels><?xml version="1.0" encoding="UTF-8" standalone="yes"?>
<Relationships xmlns="http://schemas.openxmlformats.org/package/2006/relationships"><Relationship Id="rId3" Type="http://schemas.openxmlformats.org/officeDocument/2006/relationships/image" Target="../media/image37.wmf"/><Relationship Id="rId4" Type="http://schemas.openxmlformats.org/officeDocument/2006/relationships/image" Target="../media/image38.wmf"/><Relationship Id="rId1" Type="http://schemas.openxmlformats.org/officeDocument/2006/relationships/slideLayout" Target="../slideLayouts/slideLayout1.xml"/><Relationship Id="rId2" Type="http://schemas.openxmlformats.org/officeDocument/2006/relationships/image" Target="../media/image36.wmf"/></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gif"/></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gif"/></Relationships>
</file>

<file path=ppt/slides/_rels/slide71.xml.rels><?xml version="1.0" encoding="UTF-8" standalone="yes"?>
<Relationships xmlns="http://schemas.openxmlformats.org/package/2006/relationships"><Relationship Id="rId3" Type="http://schemas.openxmlformats.org/officeDocument/2006/relationships/image" Target="../media/image41.gif"/><Relationship Id="rId4" Type="http://schemas.openxmlformats.org/officeDocument/2006/relationships/image" Target="../media/image42.wmf"/><Relationship Id="rId5" Type="http://schemas.openxmlformats.org/officeDocument/2006/relationships/image" Target="../media/image43.wmf"/><Relationship Id="rId6" Type="http://schemas.openxmlformats.org/officeDocument/2006/relationships/image" Target="../media/image44.wmf"/><Relationship Id="rId7" Type="http://schemas.openxmlformats.org/officeDocument/2006/relationships/image" Target="../media/image45.wmf"/><Relationship Id="rId8" Type="http://schemas.openxmlformats.org/officeDocument/2006/relationships/image" Target="../media/image46.wmf"/><Relationship Id="rId1" Type="http://schemas.openxmlformats.org/officeDocument/2006/relationships/slideLayout" Target="../slideLayouts/slideLayout6.xml"/><Relationship Id="rId2" Type="http://schemas.openxmlformats.org/officeDocument/2006/relationships/image" Target="../media/image40.wmf"/></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3" Type="http://schemas.openxmlformats.org/officeDocument/2006/relationships/image" Target="../media/image44.wmf"/><Relationship Id="rId4" Type="http://schemas.openxmlformats.org/officeDocument/2006/relationships/image" Target="../media/image45.wmf"/><Relationship Id="rId5" Type="http://schemas.openxmlformats.org/officeDocument/2006/relationships/image" Target="../media/image46.wmf"/><Relationship Id="rId6" Type="http://schemas.openxmlformats.org/officeDocument/2006/relationships/image" Target="../media/image47.wmf"/><Relationship Id="rId7" Type="http://schemas.openxmlformats.org/officeDocument/2006/relationships/image" Target="../media/image48.wmf"/><Relationship Id="rId8" Type="http://schemas.openxmlformats.org/officeDocument/2006/relationships/image" Target="../media/image49.gif"/><Relationship Id="rId1" Type="http://schemas.openxmlformats.org/officeDocument/2006/relationships/slideLayout" Target="../slideLayouts/slideLayout6.xml"/><Relationship Id="rId2" Type="http://schemas.openxmlformats.org/officeDocument/2006/relationships/image" Target="../media/image43.wmf"/></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gif"/></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0.wmf"/></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1.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3.xml.rels><?xml version="1.0" encoding="UTF-8" standalone="yes"?>
<Relationships xmlns="http://schemas.openxmlformats.org/package/2006/relationships"><Relationship Id="rId3" Type="http://schemas.openxmlformats.org/officeDocument/2006/relationships/image" Target="../media/image53.png"/><Relationship Id="rId4" Type="http://schemas.openxmlformats.org/officeDocument/2006/relationships/image" Target="../media/image54.png"/><Relationship Id="rId1" Type="http://schemas.openxmlformats.org/officeDocument/2006/relationships/slideLayout" Target="../slideLayouts/slideLayout7.xml"/><Relationship Id="rId2" Type="http://schemas.openxmlformats.org/officeDocument/2006/relationships/image" Target="../media/image52.png"/></Relationships>
</file>

<file path=ppt/slides/_rels/slide104.xml.rels><?xml version="1.0" encoding="UTF-8" standalone="yes"?>
<Relationships xmlns="http://schemas.openxmlformats.org/package/2006/relationships"><Relationship Id="rId3" Type="http://schemas.openxmlformats.org/officeDocument/2006/relationships/image" Target="../media/image56.png"/><Relationship Id="rId4" Type="http://schemas.openxmlformats.org/officeDocument/2006/relationships/image" Target="../media/image57.png"/><Relationship Id="rId1" Type="http://schemas.openxmlformats.org/officeDocument/2006/relationships/slideLayout" Target="../slideLayouts/slideLayout7.xml"/><Relationship Id="rId2" Type="http://schemas.openxmlformats.org/officeDocument/2006/relationships/image" Target="../media/image55.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0">
          <a:gsLst>
            <a:gs pos="0">
              <a:srgbClr val="000082"/>
            </a:gs>
            <a:gs pos="30000">
              <a:srgbClr val="66008F"/>
            </a:gs>
            <a:gs pos="64999">
              <a:srgbClr val="BA0066"/>
            </a:gs>
            <a:gs pos="89999">
              <a:srgbClr val="FF0000"/>
            </a:gs>
            <a:gs pos="100000">
              <a:srgbClr val="FF8200"/>
            </a:gs>
          </a:gsLst>
          <a:lin ang="5400000"/>
        </a:gradFill>
        <a:effectLst/>
      </p:bgPr>
    </p:bg>
    <p:spTree>
      <p:nvGrpSpPr>
        <p:cNvPr id="1" name=""/>
        <p:cNvGrpSpPr/>
        <p:nvPr/>
      </p:nvGrpSpPr>
      <p:grpSpPr>
        <a:xfrm>
          <a:off x="0" y="0"/>
          <a:ext cx="0" cy="0"/>
          <a:chOff x="0" y="0"/>
          <a:chExt cx="0" cy="0"/>
        </a:xfrm>
      </p:grpSpPr>
      <p:sp>
        <p:nvSpPr>
          <p:cNvPr id="3074" name="WordArt 2"/>
          <p:cNvSpPr>
            <a:spLocks noChangeArrowheads="1" noChangeShapeType="1" noTextEdit="1"/>
          </p:cNvSpPr>
          <p:nvPr/>
        </p:nvSpPr>
        <p:spPr bwMode="auto">
          <a:xfrm>
            <a:off x="381000" y="1905000"/>
            <a:ext cx="8382000" cy="3429000"/>
          </a:xfrm>
          <a:prstGeom prst="rect">
            <a:avLst/>
          </a:prstGeom>
        </p:spPr>
        <p:txBody>
          <a:bodyPr wrap="none" fromWordArt="1">
            <a:prstTxWarp prst="textSlantUp">
              <a:avLst>
                <a:gd name="adj" fmla="val 32056"/>
              </a:avLst>
            </a:prstTxWarp>
          </a:bodyPr>
          <a:lstStyle/>
          <a:p>
            <a:pPr algn="ctr"/>
            <a:r>
              <a:rPr lang="en-US" sz="3600" kern="1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Introduction</a:t>
            </a:r>
          </a:p>
        </p:txBody>
      </p:sp>
      <p:sp>
        <p:nvSpPr>
          <p:cNvPr id="3075" name="WordArt 18"/>
          <p:cNvSpPr>
            <a:spLocks noChangeArrowheads="1" noChangeShapeType="1" noTextEdit="1"/>
          </p:cNvSpPr>
          <p:nvPr/>
        </p:nvSpPr>
        <p:spPr bwMode="auto">
          <a:xfrm>
            <a:off x="371475" y="457200"/>
            <a:ext cx="8391525" cy="762000"/>
          </a:xfrm>
          <a:prstGeom prst="rect">
            <a:avLst/>
          </a:prstGeom>
        </p:spPr>
        <p:txBody>
          <a:bodyPr wrap="none" fromWordArt="1">
            <a:prstTxWarp prst="textPlain">
              <a:avLst>
                <a:gd name="adj" fmla="val 50000"/>
              </a:avLst>
            </a:prstTxWarp>
          </a:bodyPr>
          <a:lstStyle/>
          <a:p>
            <a:pPr algn="ctr"/>
            <a:r>
              <a:rPr lang="en-US" sz="3600" kern="10">
                <a:ln w="9525">
                  <a:solidFill>
                    <a:srgbClr val="000000"/>
                  </a:solidFill>
                  <a:round/>
                  <a:headEnd/>
                  <a:tailEnd/>
                </a:ln>
                <a:solidFill>
                  <a:srgbClr val="FFFFFF"/>
                </a:solidFill>
                <a:latin typeface="Arial Black"/>
              </a:rPr>
              <a:t>Section 5.1</a:t>
            </a:r>
          </a:p>
        </p:txBody>
      </p:sp>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0" y="0"/>
            <a:ext cx="9144000" cy="1524000"/>
          </a:xfrm>
        </p:spPr>
        <p:txBody>
          <a:bodyPr/>
          <a:lstStyle/>
          <a:p>
            <a:pPr eaLnBrk="1" hangingPunct="1"/>
            <a:r>
              <a:rPr lang="en-US" sz="4800" smtClean="0">
                <a:latin typeface="Arial Black" pitchFamily="34" charset="0"/>
              </a:rPr>
              <a:t>Program Flow</a:t>
            </a:r>
          </a:p>
        </p:txBody>
      </p:sp>
      <p:pic>
        <p:nvPicPr>
          <p:cNvPr id="4099" name="Picture 10" descr="j0282866"/>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5105400" y="4800600"/>
            <a:ext cx="2667000" cy="164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0" name="Picture 11" descr="j0234721"/>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314450" y="4800600"/>
            <a:ext cx="135255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1" name="Text Box 3"/>
          <p:cNvSpPr txBox="1">
            <a:spLocks noChangeArrowheads="1"/>
          </p:cNvSpPr>
          <p:nvPr/>
        </p:nvSpPr>
        <p:spPr bwMode="auto">
          <a:xfrm>
            <a:off x="609600" y="1600200"/>
            <a:ext cx="7924800" cy="2820988"/>
          </a:xfrm>
          <a:prstGeom prst="rect">
            <a:avLst/>
          </a:prstGeom>
          <a:solidFill>
            <a:srgbClr val="00FFCC"/>
          </a:solidFill>
          <a:ln w="57150">
            <a:solidFill>
              <a:schemeClr val="tx1"/>
            </a:solidFill>
            <a:miter lim="800000"/>
            <a:headEnd/>
            <a:tailEnd/>
          </a:ln>
        </p:spPr>
        <p:txBody>
          <a:bodyPr>
            <a:spAutoFit/>
          </a:bodyPr>
          <a:lstStyle>
            <a:lvl1pPr eaLnBrk="0" hangingPunct="0">
              <a:tabLst>
                <a:tab pos="633413" algn="l"/>
              </a:tabLst>
              <a:defRPr sz="1900" b="1">
                <a:solidFill>
                  <a:schemeClr val="tx1"/>
                </a:solidFill>
                <a:latin typeface="Arial Black" pitchFamily="34" charset="0"/>
              </a:defRPr>
            </a:lvl1pPr>
            <a:lvl2pPr marL="742950" indent="-285750" eaLnBrk="0" hangingPunct="0">
              <a:tabLst>
                <a:tab pos="633413" algn="l"/>
              </a:tabLst>
              <a:defRPr sz="1900" b="1">
                <a:solidFill>
                  <a:schemeClr val="tx1"/>
                </a:solidFill>
                <a:latin typeface="Arial Black" pitchFamily="34" charset="0"/>
              </a:defRPr>
            </a:lvl2pPr>
            <a:lvl3pPr marL="1143000" indent="-228600" eaLnBrk="0" hangingPunct="0">
              <a:tabLst>
                <a:tab pos="633413" algn="l"/>
              </a:tabLst>
              <a:defRPr sz="1900" b="1">
                <a:solidFill>
                  <a:schemeClr val="tx1"/>
                </a:solidFill>
                <a:latin typeface="Arial Black" pitchFamily="34" charset="0"/>
              </a:defRPr>
            </a:lvl3pPr>
            <a:lvl4pPr marL="1600200" indent="-228600" eaLnBrk="0" hangingPunct="0">
              <a:tabLst>
                <a:tab pos="633413" algn="l"/>
              </a:tabLst>
              <a:defRPr sz="1900" b="1">
                <a:solidFill>
                  <a:schemeClr val="tx1"/>
                </a:solidFill>
                <a:latin typeface="Arial Black" pitchFamily="34" charset="0"/>
              </a:defRPr>
            </a:lvl4pPr>
            <a:lvl5pPr marL="2057400" indent="-228600" eaLnBrk="0" hangingPunct="0">
              <a:tabLst>
                <a:tab pos="633413"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633413"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633413"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633413"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633413" algn="l"/>
              </a:tabLst>
              <a:defRPr sz="1900" b="1">
                <a:solidFill>
                  <a:schemeClr val="tx1"/>
                </a:solidFill>
                <a:latin typeface="Arial Black" pitchFamily="34" charset="0"/>
              </a:defRPr>
            </a:lvl9pPr>
          </a:lstStyle>
          <a:p>
            <a:pPr eaLnBrk="1" hangingPunct="1">
              <a:lnSpc>
                <a:spcPct val="130000"/>
              </a:lnSpc>
            </a:pPr>
            <a:r>
              <a:rPr lang="en-US" sz="3200" i="1">
                <a:latin typeface="Arial" charset="0"/>
                <a:cs typeface="Arial" charset="0"/>
                <a:sym typeface="Symbol" pitchFamily="18" charset="2"/>
              </a:rPr>
              <a:t>Program Flow</a:t>
            </a:r>
            <a:r>
              <a:rPr lang="en-US" sz="3200">
                <a:latin typeface="Arial" charset="0"/>
                <a:cs typeface="Arial" charset="0"/>
                <a:sym typeface="Symbol" pitchFamily="18" charset="2"/>
              </a:rPr>
              <a:t> </a:t>
            </a:r>
            <a:r>
              <a:rPr lang="en-US" sz="3200">
                <a:latin typeface="Arial" charset="0"/>
                <a:sym typeface="Symbol" pitchFamily="18" charset="2"/>
              </a:rPr>
              <a:t>follows the exact sequence of listed program statements, unless directed otherwise by a Java control structure.</a:t>
            </a:r>
          </a:p>
          <a:p>
            <a:pPr eaLnBrk="1" hangingPunct="1">
              <a:lnSpc>
                <a:spcPct val="20000"/>
              </a:lnSpc>
            </a:pPr>
            <a:endParaRPr lang="en-US" sz="3200">
              <a:latin typeface="Arial" charset="0"/>
              <a:sym typeface="Symbol" pitchFamily="18" charset="2"/>
            </a:endParaRPr>
          </a:p>
        </p:txBody>
      </p:sp>
    </p:spTree>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0">
          <a:gsLst>
            <a:gs pos="0">
              <a:srgbClr val="000082"/>
            </a:gs>
            <a:gs pos="30000">
              <a:srgbClr val="66008F"/>
            </a:gs>
            <a:gs pos="64999">
              <a:srgbClr val="BA0066"/>
            </a:gs>
            <a:gs pos="89999">
              <a:srgbClr val="FF0000"/>
            </a:gs>
            <a:gs pos="100000">
              <a:srgbClr val="FF8200"/>
            </a:gs>
          </a:gsLst>
          <a:lin ang="5400000"/>
        </a:gradFill>
        <a:effectLst/>
      </p:bgPr>
    </p:bg>
    <p:spTree>
      <p:nvGrpSpPr>
        <p:cNvPr id="1" name=""/>
        <p:cNvGrpSpPr/>
        <p:nvPr/>
      </p:nvGrpSpPr>
      <p:grpSpPr>
        <a:xfrm>
          <a:off x="0" y="0"/>
          <a:ext cx="0" cy="0"/>
          <a:chOff x="0" y="0"/>
          <a:chExt cx="0" cy="0"/>
        </a:xfrm>
      </p:grpSpPr>
      <p:sp>
        <p:nvSpPr>
          <p:cNvPr id="5122" name="WordArt 2"/>
          <p:cNvSpPr>
            <a:spLocks noChangeArrowheads="1" noChangeShapeType="1" noTextEdit="1"/>
          </p:cNvSpPr>
          <p:nvPr/>
        </p:nvSpPr>
        <p:spPr bwMode="auto">
          <a:xfrm>
            <a:off x="2514600" y="1676400"/>
            <a:ext cx="4038600" cy="2209800"/>
          </a:xfrm>
          <a:prstGeom prst="rect">
            <a:avLst/>
          </a:prstGeom>
        </p:spPr>
        <p:txBody>
          <a:bodyPr wrap="none" fromWordArt="1">
            <a:prstTxWarp prst="textSlantUp">
              <a:avLst>
                <a:gd name="adj" fmla="val 16370"/>
              </a:avLst>
            </a:prstTxWarp>
          </a:bodyPr>
          <a:lstStyle/>
          <a:p>
            <a:pPr algn="ctr"/>
            <a:r>
              <a:rPr lang="en-US" sz="3600" kern="1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Types of</a:t>
            </a:r>
          </a:p>
        </p:txBody>
      </p:sp>
      <p:sp>
        <p:nvSpPr>
          <p:cNvPr id="5123" name="WordArt 2"/>
          <p:cNvSpPr>
            <a:spLocks noChangeArrowheads="1" noChangeShapeType="1" noTextEdit="1"/>
          </p:cNvSpPr>
          <p:nvPr/>
        </p:nvSpPr>
        <p:spPr bwMode="auto">
          <a:xfrm>
            <a:off x="457200" y="3886200"/>
            <a:ext cx="8382000" cy="2590800"/>
          </a:xfrm>
          <a:prstGeom prst="rect">
            <a:avLst/>
          </a:prstGeom>
        </p:spPr>
        <p:txBody>
          <a:bodyPr wrap="none" fromWordArt="1">
            <a:prstTxWarp prst="textSlantUp">
              <a:avLst>
                <a:gd name="adj" fmla="val 32056"/>
              </a:avLst>
            </a:prstTxWarp>
          </a:bodyPr>
          <a:lstStyle/>
          <a:p>
            <a:pPr algn="ctr"/>
            <a:r>
              <a:rPr lang="en-US" sz="3600" kern="1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Control Structures</a:t>
            </a:r>
          </a:p>
        </p:txBody>
      </p:sp>
      <p:sp>
        <p:nvSpPr>
          <p:cNvPr id="5124" name="WordArt 18"/>
          <p:cNvSpPr>
            <a:spLocks noChangeArrowheads="1" noChangeShapeType="1" noTextEdit="1"/>
          </p:cNvSpPr>
          <p:nvPr/>
        </p:nvSpPr>
        <p:spPr bwMode="auto">
          <a:xfrm>
            <a:off x="371475" y="457200"/>
            <a:ext cx="8391525" cy="762000"/>
          </a:xfrm>
          <a:prstGeom prst="rect">
            <a:avLst/>
          </a:prstGeom>
        </p:spPr>
        <p:txBody>
          <a:bodyPr wrap="none" fromWordArt="1">
            <a:prstTxWarp prst="textPlain">
              <a:avLst>
                <a:gd name="adj" fmla="val 50000"/>
              </a:avLst>
            </a:prstTxWarp>
          </a:bodyPr>
          <a:lstStyle/>
          <a:p>
            <a:pPr algn="ctr"/>
            <a:r>
              <a:rPr lang="en-US" sz="3600" kern="10">
                <a:ln w="9525">
                  <a:solidFill>
                    <a:srgbClr val="000000"/>
                  </a:solidFill>
                  <a:round/>
                  <a:headEnd/>
                  <a:tailEnd/>
                </a:ln>
                <a:solidFill>
                  <a:srgbClr val="FFFFFF"/>
                </a:solidFill>
                <a:latin typeface="Arial Black"/>
              </a:rPr>
              <a:t>Section 5.2</a:t>
            </a:r>
          </a:p>
        </p:txBody>
      </p:sp>
    </p:spTree>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0" y="0"/>
            <a:ext cx="9144000" cy="1676400"/>
          </a:xfrm>
        </p:spPr>
        <p:txBody>
          <a:bodyPr/>
          <a:lstStyle/>
          <a:p>
            <a:r>
              <a:rPr lang="en-US" sz="4800" smtClean="0">
                <a:latin typeface="Arial Black" pitchFamily="34" charset="0"/>
              </a:rPr>
              <a:t>Types of</a:t>
            </a:r>
            <a:br>
              <a:rPr lang="en-US" sz="4800" smtClean="0">
                <a:latin typeface="Arial Black" pitchFamily="34" charset="0"/>
              </a:rPr>
            </a:br>
            <a:r>
              <a:rPr lang="en-US" sz="4800" smtClean="0">
                <a:latin typeface="Arial Black" pitchFamily="34" charset="0"/>
              </a:rPr>
              <a:t>Control Structures</a:t>
            </a:r>
          </a:p>
        </p:txBody>
      </p:sp>
      <p:sp>
        <p:nvSpPr>
          <p:cNvPr id="6147" name="Text Box 3"/>
          <p:cNvSpPr txBox="1">
            <a:spLocks noChangeArrowheads="1"/>
          </p:cNvSpPr>
          <p:nvPr/>
        </p:nvSpPr>
        <p:spPr bwMode="auto">
          <a:xfrm>
            <a:off x="609600" y="1822450"/>
            <a:ext cx="7924800" cy="4710113"/>
          </a:xfrm>
          <a:prstGeom prst="rect">
            <a:avLst/>
          </a:prstGeom>
          <a:solidFill>
            <a:srgbClr val="00FFCC"/>
          </a:solidFill>
          <a:ln w="57150">
            <a:solidFill>
              <a:schemeClr val="tx1"/>
            </a:solidFill>
            <a:miter lim="800000"/>
            <a:headEnd/>
            <a:tailEnd/>
          </a:ln>
        </p:spPr>
        <p:txBody>
          <a:bodyPr>
            <a:spAutoFit/>
          </a:bodyPr>
          <a:lstStyle>
            <a:lvl1pPr marL="914400" indent="-914400" eaLnBrk="0" hangingPunct="0">
              <a:tabLst>
                <a:tab pos="633413" algn="l"/>
              </a:tabLst>
              <a:defRPr sz="1900" b="1">
                <a:solidFill>
                  <a:schemeClr val="tx1"/>
                </a:solidFill>
                <a:latin typeface="Arial Black" pitchFamily="34" charset="0"/>
              </a:defRPr>
            </a:lvl1pPr>
            <a:lvl2pPr marL="742950" indent="-285750" eaLnBrk="0" hangingPunct="0">
              <a:tabLst>
                <a:tab pos="633413" algn="l"/>
              </a:tabLst>
              <a:defRPr sz="1900" b="1">
                <a:solidFill>
                  <a:schemeClr val="tx1"/>
                </a:solidFill>
                <a:latin typeface="Arial Black" pitchFamily="34" charset="0"/>
              </a:defRPr>
            </a:lvl2pPr>
            <a:lvl3pPr marL="1143000" indent="-228600" eaLnBrk="0" hangingPunct="0">
              <a:tabLst>
                <a:tab pos="633413" algn="l"/>
              </a:tabLst>
              <a:defRPr sz="1900" b="1">
                <a:solidFill>
                  <a:schemeClr val="tx1"/>
                </a:solidFill>
                <a:latin typeface="Arial Black" pitchFamily="34" charset="0"/>
              </a:defRPr>
            </a:lvl3pPr>
            <a:lvl4pPr marL="1600200" indent="-228600" eaLnBrk="0" hangingPunct="0">
              <a:tabLst>
                <a:tab pos="633413" algn="l"/>
              </a:tabLst>
              <a:defRPr sz="1900" b="1">
                <a:solidFill>
                  <a:schemeClr val="tx1"/>
                </a:solidFill>
                <a:latin typeface="Arial Black" pitchFamily="34" charset="0"/>
              </a:defRPr>
            </a:lvl4pPr>
            <a:lvl5pPr marL="2057400" indent="-228600" eaLnBrk="0" hangingPunct="0">
              <a:tabLst>
                <a:tab pos="633413"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633413"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633413"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633413"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633413" algn="l"/>
              </a:tabLst>
              <a:defRPr sz="1900" b="1">
                <a:solidFill>
                  <a:schemeClr val="tx1"/>
                </a:solidFill>
                <a:latin typeface="Arial Black" pitchFamily="34" charset="0"/>
              </a:defRPr>
            </a:lvl9pPr>
          </a:lstStyle>
          <a:p>
            <a:pPr eaLnBrk="1" hangingPunct="1">
              <a:lnSpc>
                <a:spcPct val="130000"/>
              </a:lnSpc>
              <a:buFontTx/>
              <a:buChar char="•"/>
            </a:pPr>
            <a:r>
              <a:rPr lang="en-US" sz="3200">
                <a:latin typeface="Arial" charset="0"/>
                <a:sym typeface="Symbol" pitchFamily="18" charset="2"/>
              </a:rPr>
              <a:t>Simple Sequence</a:t>
            </a:r>
          </a:p>
          <a:p>
            <a:pPr eaLnBrk="1" hangingPunct="1">
              <a:lnSpc>
                <a:spcPct val="130000"/>
              </a:lnSpc>
              <a:buFontTx/>
              <a:buChar char="•"/>
            </a:pPr>
            <a:r>
              <a:rPr lang="en-US" sz="3200">
                <a:latin typeface="Arial" charset="0"/>
                <a:sym typeface="Symbol" pitchFamily="18" charset="2"/>
              </a:rPr>
              <a:t>Selection   </a:t>
            </a:r>
            <a:r>
              <a:rPr lang="en-US" sz="2800" i="1">
                <a:latin typeface="Arial" charset="0"/>
                <a:sym typeface="Symbol" pitchFamily="18" charset="2"/>
              </a:rPr>
              <a:t>also called:</a:t>
            </a:r>
            <a:endParaRPr lang="en-US" sz="2800">
              <a:latin typeface="Arial" charset="0"/>
              <a:sym typeface="Symbol" pitchFamily="18" charset="2"/>
            </a:endParaRPr>
          </a:p>
          <a:p>
            <a:pPr eaLnBrk="1" hangingPunct="1">
              <a:lnSpc>
                <a:spcPct val="120000"/>
              </a:lnSpc>
            </a:pPr>
            <a:r>
              <a:rPr lang="en-US" sz="2800">
                <a:latin typeface="Arial" charset="0"/>
                <a:sym typeface="Symbol" pitchFamily="18" charset="2"/>
              </a:rPr>
              <a:t>		-	Decision Making</a:t>
            </a:r>
          </a:p>
          <a:p>
            <a:pPr eaLnBrk="1" hangingPunct="1">
              <a:lnSpc>
                <a:spcPct val="120000"/>
              </a:lnSpc>
            </a:pPr>
            <a:r>
              <a:rPr lang="en-US" sz="2800">
                <a:latin typeface="Arial" charset="0"/>
                <a:sym typeface="Symbol" pitchFamily="18" charset="2"/>
              </a:rPr>
              <a:t>		-	Conditional Branching</a:t>
            </a:r>
          </a:p>
          <a:p>
            <a:pPr eaLnBrk="1" hangingPunct="1">
              <a:lnSpc>
                <a:spcPct val="120000"/>
              </a:lnSpc>
            </a:pPr>
            <a:r>
              <a:rPr lang="en-US" sz="2800">
                <a:latin typeface="Arial" charset="0"/>
                <a:sym typeface="Symbol" pitchFamily="18" charset="2"/>
              </a:rPr>
              <a:t>		-	Alternation</a:t>
            </a:r>
          </a:p>
          <a:p>
            <a:pPr eaLnBrk="1" hangingPunct="1">
              <a:lnSpc>
                <a:spcPct val="130000"/>
              </a:lnSpc>
              <a:buFontTx/>
              <a:buChar char="•"/>
            </a:pPr>
            <a:r>
              <a:rPr lang="en-US" sz="3200">
                <a:latin typeface="Arial" charset="0"/>
                <a:sym typeface="Symbol" pitchFamily="18" charset="2"/>
              </a:rPr>
              <a:t>Repetition </a:t>
            </a:r>
            <a:r>
              <a:rPr lang="en-US" sz="2800">
                <a:latin typeface="Arial" charset="0"/>
                <a:sym typeface="Symbol" pitchFamily="18" charset="2"/>
              </a:rPr>
              <a:t>  </a:t>
            </a:r>
            <a:r>
              <a:rPr lang="en-US" sz="2800" i="1">
                <a:latin typeface="Arial" charset="0"/>
                <a:sym typeface="Symbol" pitchFamily="18" charset="2"/>
              </a:rPr>
              <a:t>also called:</a:t>
            </a:r>
            <a:endParaRPr lang="en-US" sz="2800">
              <a:latin typeface="Arial" charset="0"/>
              <a:sym typeface="Symbol" pitchFamily="18" charset="2"/>
            </a:endParaRPr>
          </a:p>
          <a:p>
            <a:pPr eaLnBrk="1" hangingPunct="1">
              <a:lnSpc>
                <a:spcPct val="120000"/>
              </a:lnSpc>
            </a:pPr>
            <a:r>
              <a:rPr lang="en-US" sz="2800">
                <a:latin typeface="Arial" charset="0"/>
                <a:sym typeface="Symbol" pitchFamily="18" charset="2"/>
              </a:rPr>
              <a:t>		-	Looping</a:t>
            </a:r>
          </a:p>
          <a:p>
            <a:pPr eaLnBrk="1" hangingPunct="1">
              <a:lnSpc>
                <a:spcPct val="120000"/>
              </a:lnSpc>
            </a:pPr>
            <a:r>
              <a:rPr lang="en-US" sz="2800">
                <a:latin typeface="Arial" charset="0"/>
                <a:sym typeface="Symbol" pitchFamily="18" charset="2"/>
              </a:rPr>
              <a:t>		-	Iteration</a:t>
            </a:r>
          </a:p>
          <a:p>
            <a:pPr eaLnBrk="1" hangingPunct="1">
              <a:lnSpc>
                <a:spcPct val="20000"/>
              </a:lnSpc>
            </a:pPr>
            <a:endParaRPr lang="en-US" sz="3200">
              <a:latin typeface="Arial" charset="0"/>
              <a:sym typeface="Symbol" pitchFamily="18" charset="2"/>
            </a:endParaRPr>
          </a:p>
        </p:txBody>
      </p:sp>
    </p:spTree>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0" y="0"/>
            <a:ext cx="9144000" cy="1219200"/>
          </a:xfrm>
        </p:spPr>
        <p:txBody>
          <a:bodyPr/>
          <a:lstStyle/>
          <a:p>
            <a:r>
              <a:rPr lang="en-US" sz="4800" smtClean="0">
                <a:latin typeface="Arial Black" pitchFamily="34" charset="0"/>
              </a:rPr>
              <a:t>Simple Sequence</a:t>
            </a:r>
          </a:p>
        </p:txBody>
      </p:sp>
      <p:sp>
        <p:nvSpPr>
          <p:cNvPr id="7171" name="Text Box 3"/>
          <p:cNvSpPr txBox="1">
            <a:spLocks noChangeArrowheads="1"/>
          </p:cNvSpPr>
          <p:nvPr/>
        </p:nvSpPr>
        <p:spPr bwMode="auto">
          <a:xfrm>
            <a:off x="2667000" y="1447800"/>
            <a:ext cx="3733800" cy="533400"/>
          </a:xfrm>
          <a:prstGeom prst="rect">
            <a:avLst/>
          </a:prstGeom>
          <a:solidFill>
            <a:srgbClr val="00FFCC"/>
          </a:solidFill>
          <a:ln w="57150">
            <a:solidFill>
              <a:schemeClr val="tx1"/>
            </a:solidFill>
            <a:miter lim="800000"/>
            <a:headEnd/>
            <a:tailEnd/>
          </a:ln>
        </p:spPr>
        <p:txBody>
          <a:bodyPr>
            <a:spAutoFit/>
          </a:bodyPr>
          <a:lstStyle>
            <a:lvl1pPr marL="914400" indent="-914400" eaLnBrk="0" hangingPunct="0">
              <a:tabLst>
                <a:tab pos="633413" algn="l"/>
              </a:tabLst>
              <a:defRPr sz="1900" b="1">
                <a:solidFill>
                  <a:schemeClr val="tx1"/>
                </a:solidFill>
                <a:latin typeface="Arial Black" pitchFamily="34" charset="0"/>
              </a:defRPr>
            </a:lvl1pPr>
            <a:lvl2pPr marL="742950" indent="-285750" eaLnBrk="0" hangingPunct="0">
              <a:tabLst>
                <a:tab pos="633413" algn="l"/>
              </a:tabLst>
              <a:defRPr sz="1900" b="1">
                <a:solidFill>
                  <a:schemeClr val="tx1"/>
                </a:solidFill>
                <a:latin typeface="Arial Black" pitchFamily="34" charset="0"/>
              </a:defRPr>
            </a:lvl2pPr>
            <a:lvl3pPr marL="1143000" indent="-228600" eaLnBrk="0" hangingPunct="0">
              <a:tabLst>
                <a:tab pos="633413" algn="l"/>
              </a:tabLst>
              <a:defRPr sz="1900" b="1">
                <a:solidFill>
                  <a:schemeClr val="tx1"/>
                </a:solidFill>
                <a:latin typeface="Arial Black" pitchFamily="34" charset="0"/>
              </a:defRPr>
            </a:lvl3pPr>
            <a:lvl4pPr marL="1600200" indent="-228600" eaLnBrk="0" hangingPunct="0">
              <a:tabLst>
                <a:tab pos="633413" algn="l"/>
              </a:tabLst>
              <a:defRPr sz="1900" b="1">
                <a:solidFill>
                  <a:schemeClr val="tx1"/>
                </a:solidFill>
                <a:latin typeface="Arial Black" pitchFamily="34" charset="0"/>
              </a:defRPr>
            </a:lvl4pPr>
            <a:lvl5pPr marL="2057400" indent="-228600" eaLnBrk="0" hangingPunct="0">
              <a:tabLst>
                <a:tab pos="633413"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633413"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633413"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633413"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633413" algn="l"/>
              </a:tabLst>
              <a:defRPr sz="1900" b="1">
                <a:solidFill>
                  <a:schemeClr val="tx1"/>
                </a:solidFill>
                <a:latin typeface="Arial Black" pitchFamily="34" charset="0"/>
              </a:defRPr>
            </a:lvl9pPr>
          </a:lstStyle>
          <a:p>
            <a:pPr algn="ctr" eaLnBrk="1" hangingPunct="1">
              <a:lnSpc>
                <a:spcPct val="90000"/>
              </a:lnSpc>
            </a:pPr>
            <a:r>
              <a:rPr lang="en-US" sz="2800">
                <a:latin typeface="Arial" charset="0"/>
                <a:sym typeface="Symbol" pitchFamily="18" charset="2"/>
              </a:rPr>
              <a:t>Program Statement</a:t>
            </a:r>
          </a:p>
        </p:txBody>
      </p:sp>
      <p:sp>
        <p:nvSpPr>
          <p:cNvPr id="7172" name="Text Box 4"/>
          <p:cNvSpPr txBox="1">
            <a:spLocks noChangeArrowheads="1"/>
          </p:cNvSpPr>
          <p:nvPr/>
        </p:nvSpPr>
        <p:spPr bwMode="auto">
          <a:xfrm>
            <a:off x="2667000" y="2743200"/>
            <a:ext cx="3733800" cy="533400"/>
          </a:xfrm>
          <a:prstGeom prst="rect">
            <a:avLst/>
          </a:prstGeom>
          <a:solidFill>
            <a:srgbClr val="00FFCC"/>
          </a:solidFill>
          <a:ln w="57150">
            <a:solidFill>
              <a:schemeClr val="tx1"/>
            </a:solidFill>
            <a:miter lim="800000"/>
            <a:headEnd/>
            <a:tailEnd/>
          </a:ln>
        </p:spPr>
        <p:txBody>
          <a:bodyPr>
            <a:spAutoFit/>
          </a:bodyPr>
          <a:lstStyle>
            <a:lvl1pPr marL="914400" indent="-914400" eaLnBrk="0" hangingPunct="0">
              <a:tabLst>
                <a:tab pos="633413" algn="l"/>
              </a:tabLst>
              <a:defRPr sz="1900" b="1">
                <a:solidFill>
                  <a:schemeClr val="tx1"/>
                </a:solidFill>
                <a:latin typeface="Arial Black" pitchFamily="34" charset="0"/>
              </a:defRPr>
            </a:lvl1pPr>
            <a:lvl2pPr marL="742950" indent="-285750" eaLnBrk="0" hangingPunct="0">
              <a:tabLst>
                <a:tab pos="633413" algn="l"/>
              </a:tabLst>
              <a:defRPr sz="1900" b="1">
                <a:solidFill>
                  <a:schemeClr val="tx1"/>
                </a:solidFill>
                <a:latin typeface="Arial Black" pitchFamily="34" charset="0"/>
              </a:defRPr>
            </a:lvl2pPr>
            <a:lvl3pPr marL="1143000" indent="-228600" eaLnBrk="0" hangingPunct="0">
              <a:tabLst>
                <a:tab pos="633413" algn="l"/>
              </a:tabLst>
              <a:defRPr sz="1900" b="1">
                <a:solidFill>
                  <a:schemeClr val="tx1"/>
                </a:solidFill>
                <a:latin typeface="Arial Black" pitchFamily="34" charset="0"/>
              </a:defRPr>
            </a:lvl3pPr>
            <a:lvl4pPr marL="1600200" indent="-228600" eaLnBrk="0" hangingPunct="0">
              <a:tabLst>
                <a:tab pos="633413" algn="l"/>
              </a:tabLst>
              <a:defRPr sz="1900" b="1">
                <a:solidFill>
                  <a:schemeClr val="tx1"/>
                </a:solidFill>
                <a:latin typeface="Arial Black" pitchFamily="34" charset="0"/>
              </a:defRPr>
            </a:lvl4pPr>
            <a:lvl5pPr marL="2057400" indent="-228600" eaLnBrk="0" hangingPunct="0">
              <a:tabLst>
                <a:tab pos="633413"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633413"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633413"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633413"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633413" algn="l"/>
              </a:tabLst>
              <a:defRPr sz="1900" b="1">
                <a:solidFill>
                  <a:schemeClr val="tx1"/>
                </a:solidFill>
                <a:latin typeface="Arial Black" pitchFamily="34" charset="0"/>
              </a:defRPr>
            </a:lvl9pPr>
          </a:lstStyle>
          <a:p>
            <a:pPr algn="ctr" eaLnBrk="1" hangingPunct="1">
              <a:lnSpc>
                <a:spcPct val="90000"/>
              </a:lnSpc>
            </a:pPr>
            <a:r>
              <a:rPr lang="en-US" sz="2800">
                <a:latin typeface="Arial" charset="0"/>
                <a:sym typeface="Symbol" pitchFamily="18" charset="2"/>
              </a:rPr>
              <a:t>Program Statement</a:t>
            </a:r>
          </a:p>
        </p:txBody>
      </p:sp>
      <p:sp>
        <p:nvSpPr>
          <p:cNvPr id="7173" name="Text Box 5"/>
          <p:cNvSpPr txBox="1">
            <a:spLocks noChangeArrowheads="1"/>
          </p:cNvSpPr>
          <p:nvPr/>
        </p:nvSpPr>
        <p:spPr bwMode="auto">
          <a:xfrm>
            <a:off x="2667000" y="4038600"/>
            <a:ext cx="3733800" cy="533400"/>
          </a:xfrm>
          <a:prstGeom prst="rect">
            <a:avLst/>
          </a:prstGeom>
          <a:solidFill>
            <a:srgbClr val="00FFCC"/>
          </a:solidFill>
          <a:ln w="57150">
            <a:solidFill>
              <a:schemeClr val="tx1"/>
            </a:solidFill>
            <a:miter lim="800000"/>
            <a:headEnd/>
            <a:tailEnd/>
          </a:ln>
        </p:spPr>
        <p:txBody>
          <a:bodyPr>
            <a:spAutoFit/>
          </a:bodyPr>
          <a:lstStyle>
            <a:lvl1pPr marL="914400" indent="-914400" eaLnBrk="0" hangingPunct="0">
              <a:tabLst>
                <a:tab pos="633413" algn="l"/>
              </a:tabLst>
              <a:defRPr sz="1900" b="1">
                <a:solidFill>
                  <a:schemeClr val="tx1"/>
                </a:solidFill>
                <a:latin typeface="Arial Black" pitchFamily="34" charset="0"/>
              </a:defRPr>
            </a:lvl1pPr>
            <a:lvl2pPr marL="742950" indent="-285750" eaLnBrk="0" hangingPunct="0">
              <a:tabLst>
                <a:tab pos="633413" algn="l"/>
              </a:tabLst>
              <a:defRPr sz="1900" b="1">
                <a:solidFill>
                  <a:schemeClr val="tx1"/>
                </a:solidFill>
                <a:latin typeface="Arial Black" pitchFamily="34" charset="0"/>
              </a:defRPr>
            </a:lvl2pPr>
            <a:lvl3pPr marL="1143000" indent="-228600" eaLnBrk="0" hangingPunct="0">
              <a:tabLst>
                <a:tab pos="633413" algn="l"/>
              </a:tabLst>
              <a:defRPr sz="1900" b="1">
                <a:solidFill>
                  <a:schemeClr val="tx1"/>
                </a:solidFill>
                <a:latin typeface="Arial Black" pitchFamily="34" charset="0"/>
              </a:defRPr>
            </a:lvl3pPr>
            <a:lvl4pPr marL="1600200" indent="-228600" eaLnBrk="0" hangingPunct="0">
              <a:tabLst>
                <a:tab pos="633413" algn="l"/>
              </a:tabLst>
              <a:defRPr sz="1900" b="1">
                <a:solidFill>
                  <a:schemeClr val="tx1"/>
                </a:solidFill>
                <a:latin typeface="Arial Black" pitchFamily="34" charset="0"/>
              </a:defRPr>
            </a:lvl4pPr>
            <a:lvl5pPr marL="2057400" indent="-228600" eaLnBrk="0" hangingPunct="0">
              <a:tabLst>
                <a:tab pos="633413"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633413"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633413"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633413"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633413" algn="l"/>
              </a:tabLst>
              <a:defRPr sz="1900" b="1">
                <a:solidFill>
                  <a:schemeClr val="tx1"/>
                </a:solidFill>
                <a:latin typeface="Arial Black" pitchFamily="34" charset="0"/>
              </a:defRPr>
            </a:lvl9pPr>
          </a:lstStyle>
          <a:p>
            <a:pPr algn="ctr" eaLnBrk="1" hangingPunct="1">
              <a:lnSpc>
                <a:spcPct val="90000"/>
              </a:lnSpc>
            </a:pPr>
            <a:r>
              <a:rPr lang="en-US" sz="2800">
                <a:latin typeface="Arial" charset="0"/>
                <a:sym typeface="Symbol" pitchFamily="18" charset="2"/>
              </a:rPr>
              <a:t>Program Statement</a:t>
            </a:r>
          </a:p>
        </p:txBody>
      </p:sp>
      <p:sp>
        <p:nvSpPr>
          <p:cNvPr id="7174" name="Text Box 6"/>
          <p:cNvSpPr txBox="1">
            <a:spLocks noChangeArrowheads="1"/>
          </p:cNvSpPr>
          <p:nvPr/>
        </p:nvSpPr>
        <p:spPr bwMode="auto">
          <a:xfrm>
            <a:off x="2667000" y="5334000"/>
            <a:ext cx="3733800" cy="533400"/>
          </a:xfrm>
          <a:prstGeom prst="rect">
            <a:avLst/>
          </a:prstGeom>
          <a:solidFill>
            <a:srgbClr val="00FFCC"/>
          </a:solidFill>
          <a:ln w="57150">
            <a:solidFill>
              <a:schemeClr val="tx1"/>
            </a:solidFill>
            <a:miter lim="800000"/>
            <a:headEnd/>
            <a:tailEnd/>
          </a:ln>
        </p:spPr>
        <p:txBody>
          <a:bodyPr>
            <a:spAutoFit/>
          </a:bodyPr>
          <a:lstStyle>
            <a:lvl1pPr marL="914400" indent="-914400" eaLnBrk="0" hangingPunct="0">
              <a:tabLst>
                <a:tab pos="633413" algn="l"/>
              </a:tabLst>
              <a:defRPr sz="1900" b="1">
                <a:solidFill>
                  <a:schemeClr val="tx1"/>
                </a:solidFill>
                <a:latin typeface="Arial Black" pitchFamily="34" charset="0"/>
              </a:defRPr>
            </a:lvl1pPr>
            <a:lvl2pPr marL="742950" indent="-285750" eaLnBrk="0" hangingPunct="0">
              <a:tabLst>
                <a:tab pos="633413" algn="l"/>
              </a:tabLst>
              <a:defRPr sz="1900" b="1">
                <a:solidFill>
                  <a:schemeClr val="tx1"/>
                </a:solidFill>
                <a:latin typeface="Arial Black" pitchFamily="34" charset="0"/>
              </a:defRPr>
            </a:lvl2pPr>
            <a:lvl3pPr marL="1143000" indent="-228600" eaLnBrk="0" hangingPunct="0">
              <a:tabLst>
                <a:tab pos="633413" algn="l"/>
              </a:tabLst>
              <a:defRPr sz="1900" b="1">
                <a:solidFill>
                  <a:schemeClr val="tx1"/>
                </a:solidFill>
                <a:latin typeface="Arial Black" pitchFamily="34" charset="0"/>
              </a:defRPr>
            </a:lvl3pPr>
            <a:lvl4pPr marL="1600200" indent="-228600" eaLnBrk="0" hangingPunct="0">
              <a:tabLst>
                <a:tab pos="633413" algn="l"/>
              </a:tabLst>
              <a:defRPr sz="1900" b="1">
                <a:solidFill>
                  <a:schemeClr val="tx1"/>
                </a:solidFill>
                <a:latin typeface="Arial Black" pitchFamily="34" charset="0"/>
              </a:defRPr>
            </a:lvl4pPr>
            <a:lvl5pPr marL="2057400" indent="-228600" eaLnBrk="0" hangingPunct="0">
              <a:tabLst>
                <a:tab pos="633413"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633413"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633413"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633413"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633413" algn="l"/>
              </a:tabLst>
              <a:defRPr sz="1900" b="1">
                <a:solidFill>
                  <a:schemeClr val="tx1"/>
                </a:solidFill>
                <a:latin typeface="Arial Black" pitchFamily="34" charset="0"/>
              </a:defRPr>
            </a:lvl9pPr>
          </a:lstStyle>
          <a:p>
            <a:pPr algn="ctr" eaLnBrk="1" hangingPunct="1">
              <a:lnSpc>
                <a:spcPct val="90000"/>
              </a:lnSpc>
            </a:pPr>
            <a:r>
              <a:rPr lang="en-US" sz="2800">
                <a:latin typeface="Arial" charset="0"/>
                <a:sym typeface="Symbol" pitchFamily="18" charset="2"/>
              </a:rPr>
              <a:t>Program Statement</a:t>
            </a:r>
          </a:p>
        </p:txBody>
      </p:sp>
      <p:sp>
        <p:nvSpPr>
          <p:cNvPr id="7175" name="Line 7"/>
          <p:cNvSpPr>
            <a:spLocks noChangeShapeType="1"/>
          </p:cNvSpPr>
          <p:nvPr/>
        </p:nvSpPr>
        <p:spPr bwMode="auto">
          <a:xfrm>
            <a:off x="4495800" y="1981200"/>
            <a:ext cx="0" cy="762000"/>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176" name="Line 8"/>
          <p:cNvSpPr>
            <a:spLocks noChangeShapeType="1"/>
          </p:cNvSpPr>
          <p:nvPr/>
        </p:nvSpPr>
        <p:spPr bwMode="auto">
          <a:xfrm>
            <a:off x="4495800" y="3276600"/>
            <a:ext cx="0" cy="762000"/>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177" name="Line 9"/>
          <p:cNvSpPr>
            <a:spLocks noChangeShapeType="1"/>
          </p:cNvSpPr>
          <p:nvPr/>
        </p:nvSpPr>
        <p:spPr bwMode="auto">
          <a:xfrm>
            <a:off x="4495800" y="4572000"/>
            <a:ext cx="0" cy="762000"/>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pic>
        <p:nvPicPr>
          <p:cNvPr id="7178" name="Picture 13" descr="j0303442"/>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772400" y="228600"/>
            <a:ext cx="119697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9" name="Picture 14" descr="j0303442"/>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flipH="1">
            <a:off x="228600" y="228600"/>
            <a:ext cx="119697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0"/>
            <a:ext cx="9144000" cy="1219200"/>
          </a:xfrm>
        </p:spPr>
        <p:txBody>
          <a:bodyPr/>
          <a:lstStyle/>
          <a:p>
            <a:r>
              <a:rPr lang="en-US" sz="4800" smtClean="0">
                <a:latin typeface="Arial Black" pitchFamily="34" charset="0"/>
              </a:rPr>
              <a:t>One-Way Selection</a:t>
            </a:r>
          </a:p>
        </p:txBody>
      </p:sp>
      <p:grpSp>
        <p:nvGrpSpPr>
          <p:cNvPr id="8195" name="Group 25"/>
          <p:cNvGrpSpPr>
            <a:grpSpLocks/>
          </p:cNvGrpSpPr>
          <p:nvPr/>
        </p:nvGrpSpPr>
        <p:grpSpPr bwMode="auto">
          <a:xfrm>
            <a:off x="533400" y="1143000"/>
            <a:ext cx="8077200" cy="5334000"/>
            <a:chOff x="336" y="720"/>
            <a:chExt cx="5088" cy="3360"/>
          </a:xfrm>
        </p:grpSpPr>
        <p:sp>
          <p:nvSpPr>
            <p:cNvPr id="8196" name="Text Box 3"/>
            <p:cNvSpPr txBox="1">
              <a:spLocks noChangeArrowheads="1"/>
            </p:cNvSpPr>
            <p:nvPr/>
          </p:nvSpPr>
          <p:spPr bwMode="auto">
            <a:xfrm>
              <a:off x="336" y="1056"/>
              <a:ext cx="2352" cy="336"/>
            </a:xfrm>
            <a:prstGeom prst="rect">
              <a:avLst/>
            </a:prstGeom>
            <a:solidFill>
              <a:srgbClr val="00FFCC"/>
            </a:solidFill>
            <a:ln w="57150">
              <a:solidFill>
                <a:schemeClr val="tx1"/>
              </a:solidFill>
              <a:miter lim="800000"/>
              <a:headEnd/>
              <a:tailEnd/>
            </a:ln>
          </p:spPr>
          <p:txBody>
            <a:bodyPr>
              <a:spAutoFit/>
            </a:bodyPr>
            <a:lstStyle>
              <a:lvl1pPr marL="914400" indent="-914400" eaLnBrk="0" hangingPunct="0">
                <a:tabLst>
                  <a:tab pos="633413" algn="l"/>
                </a:tabLst>
                <a:defRPr sz="1900" b="1">
                  <a:solidFill>
                    <a:schemeClr val="tx1"/>
                  </a:solidFill>
                  <a:latin typeface="Arial Black" pitchFamily="34" charset="0"/>
                </a:defRPr>
              </a:lvl1pPr>
              <a:lvl2pPr marL="742950" indent="-285750" eaLnBrk="0" hangingPunct="0">
                <a:tabLst>
                  <a:tab pos="633413" algn="l"/>
                </a:tabLst>
                <a:defRPr sz="1900" b="1">
                  <a:solidFill>
                    <a:schemeClr val="tx1"/>
                  </a:solidFill>
                  <a:latin typeface="Arial Black" pitchFamily="34" charset="0"/>
                </a:defRPr>
              </a:lvl2pPr>
              <a:lvl3pPr marL="1143000" indent="-228600" eaLnBrk="0" hangingPunct="0">
                <a:tabLst>
                  <a:tab pos="633413" algn="l"/>
                </a:tabLst>
                <a:defRPr sz="1900" b="1">
                  <a:solidFill>
                    <a:schemeClr val="tx1"/>
                  </a:solidFill>
                  <a:latin typeface="Arial Black" pitchFamily="34" charset="0"/>
                </a:defRPr>
              </a:lvl3pPr>
              <a:lvl4pPr marL="1600200" indent="-228600" eaLnBrk="0" hangingPunct="0">
                <a:tabLst>
                  <a:tab pos="633413" algn="l"/>
                </a:tabLst>
                <a:defRPr sz="1900" b="1">
                  <a:solidFill>
                    <a:schemeClr val="tx1"/>
                  </a:solidFill>
                  <a:latin typeface="Arial Black" pitchFamily="34" charset="0"/>
                </a:defRPr>
              </a:lvl4pPr>
              <a:lvl5pPr marL="2057400" indent="-228600" eaLnBrk="0" hangingPunct="0">
                <a:tabLst>
                  <a:tab pos="633413"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633413"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633413"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633413"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633413" algn="l"/>
                </a:tabLst>
                <a:defRPr sz="1900" b="1">
                  <a:solidFill>
                    <a:schemeClr val="tx1"/>
                  </a:solidFill>
                  <a:latin typeface="Arial Black" pitchFamily="34" charset="0"/>
                </a:defRPr>
              </a:lvl9pPr>
            </a:lstStyle>
            <a:p>
              <a:pPr algn="ctr" eaLnBrk="1" hangingPunct="1">
                <a:lnSpc>
                  <a:spcPct val="90000"/>
                </a:lnSpc>
              </a:pPr>
              <a:r>
                <a:rPr lang="en-US" sz="2800">
                  <a:latin typeface="Arial" charset="0"/>
                  <a:sym typeface="Symbol" pitchFamily="18" charset="2"/>
                </a:rPr>
                <a:t>Program Statement</a:t>
              </a:r>
            </a:p>
          </p:txBody>
        </p:sp>
        <p:sp>
          <p:nvSpPr>
            <p:cNvPr id="8197" name="Text Box 4"/>
            <p:cNvSpPr txBox="1">
              <a:spLocks noChangeArrowheads="1"/>
            </p:cNvSpPr>
            <p:nvPr/>
          </p:nvSpPr>
          <p:spPr bwMode="auto">
            <a:xfrm>
              <a:off x="3072" y="1872"/>
              <a:ext cx="2352" cy="336"/>
            </a:xfrm>
            <a:prstGeom prst="rect">
              <a:avLst/>
            </a:prstGeom>
            <a:solidFill>
              <a:srgbClr val="00FFCC"/>
            </a:solidFill>
            <a:ln w="57150">
              <a:solidFill>
                <a:schemeClr val="tx1"/>
              </a:solidFill>
              <a:miter lim="800000"/>
              <a:headEnd/>
              <a:tailEnd/>
            </a:ln>
          </p:spPr>
          <p:txBody>
            <a:bodyPr>
              <a:spAutoFit/>
            </a:bodyPr>
            <a:lstStyle>
              <a:lvl1pPr marL="914400" indent="-914400" eaLnBrk="0" hangingPunct="0">
                <a:tabLst>
                  <a:tab pos="633413" algn="l"/>
                </a:tabLst>
                <a:defRPr sz="1900" b="1">
                  <a:solidFill>
                    <a:schemeClr val="tx1"/>
                  </a:solidFill>
                  <a:latin typeface="Arial Black" pitchFamily="34" charset="0"/>
                </a:defRPr>
              </a:lvl1pPr>
              <a:lvl2pPr marL="742950" indent="-285750" eaLnBrk="0" hangingPunct="0">
                <a:tabLst>
                  <a:tab pos="633413" algn="l"/>
                </a:tabLst>
                <a:defRPr sz="1900" b="1">
                  <a:solidFill>
                    <a:schemeClr val="tx1"/>
                  </a:solidFill>
                  <a:latin typeface="Arial Black" pitchFamily="34" charset="0"/>
                </a:defRPr>
              </a:lvl2pPr>
              <a:lvl3pPr marL="1143000" indent="-228600" eaLnBrk="0" hangingPunct="0">
                <a:tabLst>
                  <a:tab pos="633413" algn="l"/>
                </a:tabLst>
                <a:defRPr sz="1900" b="1">
                  <a:solidFill>
                    <a:schemeClr val="tx1"/>
                  </a:solidFill>
                  <a:latin typeface="Arial Black" pitchFamily="34" charset="0"/>
                </a:defRPr>
              </a:lvl3pPr>
              <a:lvl4pPr marL="1600200" indent="-228600" eaLnBrk="0" hangingPunct="0">
                <a:tabLst>
                  <a:tab pos="633413" algn="l"/>
                </a:tabLst>
                <a:defRPr sz="1900" b="1">
                  <a:solidFill>
                    <a:schemeClr val="tx1"/>
                  </a:solidFill>
                  <a:latin typeface="Arial Black" pitchFamily="34" charset="0"/>
                </a:defRPr>
              </a:lvl4pPr>
              <a:lvl5pPr marL="2057400" indent="-228600" eaLnBrk="0" hangingPunct="0">
                <a:tabLst>
                  <a:tab pos="633413"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633413"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633413"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633413"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633413" algn="l"/>
                </a:tabLst>
                <a:defRPr sz="1900" b="1">
                  <a:solidFill>
                    <a:schemeClr val="tx1"/>
                  </a:solidFill>
                  <a:latin typeface="Arial Black" pitchFamily="34" charset="0"/>
                </a:defRPr>
              </a:lvl9pPr>
            </a:lstStyle>
            <a:p>
              <a:pPr algn="ctr" eaLnBrk="1" hangingPunct="1">
                <a:lnSpc>
                  <a:spcPct val="90000"/>
                </a:lnSpc>
              </a:pPr>
              <a:r>
                <a:rPr lang="en-US" sz="2800">
                  <a:latin typeface="Arial" charset="0"/>
                  <a:sym typeface="Symbol" pitchFamily="18" charset="2"/>
                </a:rPr>
                <a:t>Program Statement</a:t>
              </a:r>
            </a:p>
          </p:txBody>
        </p:sp>
        <p:sp>
          <p:nvSpPr>
            <p:cNvPr id="8198" name="Text Box 5"/>
            <p:cNvSpPr txBox="1">
              <a:spLocks noChangeArrowheads="1"/>
            </p:cNvSpPr>
            <p:nvPr/>
          </p:nvSpPr>
          <p:spPr bwMode="auto">
            <a:xfrm>
              <a:off x="336" y="2688"/>
              <a:ext cx="2352" cy="336"/>
            </a:xfrm>
            <a:prstGeom prst="rect">
              <a:avLst/>
            </a:prstGeom>
            <a:solidFill>
              <a:srgbClr val="00FFCC"/>
            </a:solidFill>
            <a:ln w="57150">
              <a:solidFill>
                <a:schemeClr val="tx1"/>
              </a:solidFill>
              <a:miter lim="800000"/>
              <a:headEnd/>
              <a:tailEnd/>
            </a:ln>
          </p:spPr>
          <p:txBody>
            <a:bodyPr>
              <a:spAutoFit/>
            </a:bodyPr>
            <a:lstStyle>
              <a:lvl1pPr marL="914400" indent="-914400" eaLnBrk="0" hangingPunct="0">
                <a:tabLst>
                  <a:tab pos="633413" algn="l"/>
                </a:tabLst>
                <a:defRPr sz="1900" b="1">
                  <a:solidFill>
                    <a:schemeClr val="tx1"/>
                  </a:solidFill>
                  <a:latin typeface="Arial Black" pitchFamily="34" charset="0"/>
                </a:defRPr>
              </a:lvl1pPr>
              <a:lvl2pPr marL="742950" indent="-285750" eaLnBrk="0" hangingPunct="0">
                <a:tabLst>
                  <a:tab pos="633413" algn="l"/>
                </a:tabLst>
                <a:defRPr sz="1900" b="1">
                  <a:solidFill>
                    <a:schemeClr val="tx1"/>
                  </a:solidFill>
                  <a:latin typeface="Arial Black" pitchFamily="34" charset="0"/>
                </a:defRPr>
              </a:lvl2pPr>
              <a:lvl3pPr marL="1143000" indent="-228600" eaLnBrk="0" hangingPunct="0">
                <a:tabLst>
                  <a:tab pos="633413" algn="l"/>
                </a:tabLst>
                <a:defRPr sz="1900" b="1">
                  <a:solidFill>
                    <a:schemeClr val="tx1"/>
                  </a:solidFill>
                  <a:latin typeface="Arial Black" pitchFamily="34" charset="0"/>
                </a:defRPr>
              </a:lvl3pPr>
              <a:lvl4pPr marL="1600200" indent="-228600" eaLnBrk="0" hangingPunct="0">
                <a:tabLst>
                  <a:tab pos="633413" algn="l"/>
                </a:tabLst>
                <a:defRPr sz="1900" b="1">
                  <a:solidFill>
                    <a:schemeClr val="tx1"/>
                  </a:solidFill>
                  <a:latin typeface="Arial Black" pitchFamily="34" charset="0"/>
                </a:defRPr>
              </a:lvl4pPr>
              <a:lvl5pPr marL="2057400" indent="-228600" eaLnBrk="0" hangingPunct="0">
                <a:tabLst>
                  <a:tab pos="633413"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633413"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633413"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633413"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633413" algn="l"/>
                </a:tabLst>
                <a:defRPr sz="1900" b="1">
                  <a:solidFill>
                    <a:schemeClr val="tx1"/>
                  </a:solidFill>
                  <a:latin typeface="Arial Black" pitchFamily="34" charset="0"/>
                </a:defRPr>
              </a:lvl9pPr>
            </a:lstStyle>
            <a:p>
              <a:pPr algn="ctr" eaLnBrk="1" hangingPunct="1">
                <a:lnSpc>
                  <a:spcPct val="90000"/>
                </a:lnSpc>
              </a:pPr>
              <a:r>
                <a:rPr lang="en-US" sz="2800">
                  <a:latin typeface="Arial" charset="0"/>
                  <a:sym typeface="Symbol" pitchFamily="18" charset="2"/>
                </a:rPr>
                <a:t>Program Statement</a:t>
              </a:r>
            </a:p>
          </p:txBody>
        </p:sp>
        <p:sp>
          <p:nvSpPr>
            <p:cNvPr id="8199" name="Text Box 6"/>
            <p:cNvSpPr txBox="1">
              <a:spLocks noChangeArrowheads="1"/>
            </p:cNvSpPr>
            <p:nvPr/>
          </p:nvSpPr>
          <p:spPr bwMode="auto">
            <a:xfrm>
              <a:off x="336" y="3504"/>
              <a:ext cx="2352" cy="336"/>
            </a:xfrm>
            <a:prstGeom prst="rect">
              <a:avLst/>
            </a:prstGeom>
            <a:solidFill>
              <a:srgbClr val="00FFCC"/>
            </a:solidFill>
            <a:ln w="57150">
              <a:solidFill>
                <a:schemeClr val="tx1"/>
              </a:solidFill>
              <a:miter lim="800000"/>
              <a:headEnd/>
              <a:tailEnd/>
            </a:ln>
          </p:spPr>
          <p:txBody>
            <a:bodyPr>
              <a:spAutoFit/>
            </a:bodyPr>
            <a:lstStyle>
              <a:lvl1pPr marL="914400" indent="-914400" eaLnBrk="0" hangingPunct="0">
                <a:tabLst>
                  <a:tab pos="633413" algn="l"/>
                </a:tabLst>
                <a:defRPr sz="1900" b="1">
                  <a:solidFill>
                    <a:schemeClr val="tx1"/>
                  </a:solidFill>
                  <a:latin typeface="Arial Black" pitchFamily="34" charset="0"/>
                </a:defRPr>
              </a:lvl1pPr>
              <a:lvl2pPr marL="742950" indent="-285750" eaLnBrk="0" hangingPunct="0">
                <a:tabLst>
                  <a:tab pos="633413" algn="l"/>
                </a:tabLst>
                <a:defRPr sz="1900" b="1">
                  <a:solidFill>
                    <a:schemeClr val="tx1"/>
                  </a:solidFill>
                  <a:latin typeface="Arial Black" pitchFamily="34" charset="0"/>
                </a:defRPr>
              </a:lvl2pPr>
              <a:lvl3pPr marL="1143000" indent="-228600" eaLnBrk="0" hangingPunct="0">
                <a:tabLst>
                  <a:tab pos="633413" algn="l"/>
                </a:tabLst>
                <a:defRPr sz="1900" b="1">
                  <a:solidFill>
                    <a:schemeClr val="tx1"/>
                  </a:solidFill>
                  <a:latin typeface="Arial Black" pitchFamily="34" charset="0"/>
                </a:defRPr>
              </a:lvl3pPr>
              <a:lvl4pPr marL="1600200" indent="-228600" eaLnBrk="0" hangingPunct="0">
                <a:tabLst>
                  <a:tab pos="633413" algn="l"/>
                </a:tabLst>
                <a:defRPr sz="1900" b="1">
                  <a:solidFill>
                    <a:schemeClr val="tx1"/>
                  </a:solidFill>
                  <a:latin typeface="Arial Black" pitchFamily="34" charset="0"/>
                </a:defRPr>
              </a:lvl4pPr>
              <a:lvl5pPr marL="2057400" indent="-228600" eaLnBrk="0" hangingPunct="0">
                <a:tabLst>
                  <a:tab pos="633413"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633413"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633413"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633413"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633413" algn="l"/>
                </a:tabLst>
                <a:defRPr sz="1900" b="1">
                  <a:solidFill>
                    <a:schemeClr val="tx1"/>
                  </a:solidFill>
                  <a:latin typeface="Arial Black" pitchFamily="34" charset="0"/>
                </a:defRPr>
              </a:lvl9pPr>
            </a:lstStyle>
            <a:p>
              <a:pPr algn="ctr" eaLnBrk="1" hangingPunct="1">
                <a:lnSpc>
                  <a:spcPct val="90000"/>
                </a:lnSpc>
              </a:pPr>
              <a:r>
                <a:rPr lang="en-US" sz="2800">
                  <a:latin typeface="Arial" charset="0"/>
                  <a:sym typeface="Symbol" pitchFamily="18" charset="2"/>
                </a:rPr>
                <a:t>Program Statement</a:t>
              </a:r>
            </a:p>
          </p:txBody>
        </p:sp>
        <p:sp>
          <p:nvSpPr>
            <p:cNvPr id="8200" name="Line 7"/>
            <p:cNvSpPr>
              <a:spLocks noChangeShapeType="1"/>
            </p:cNvSpPr>
            <p:nvPr/>
          </p:nvSpPr>
          <p:spPr bwMode="auto">
            <a:xfrm>
              <a:off x="1488" y="1392"/>
              <a:ext cx="0" cy="480"/>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201" name="Line 9"/>
            <p:cNvSpPr>
              <a:spLocks noChangeShapeType="1"/>
            </p:cNvSpPr>
            <p:nvPr/>
          </p:nvSpPr>
          <p:spPr bwMode="auto">
            <a:xfrm>
              <a:off x="1488" y="3024"/>
              <a:ext cx="0" cy="480"/>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202" name="Text Box 10"/>
            <p:cNvSpPr txBox="1">
              <a:spLocks noChangeArrowheads="1"/>
            </p:cNvSpPr>
            <p:nvPr/>
          </p:nvSpPr>
          <p:spPr bwMode="auto">
            <a:xfrm>
              <a:off x="576" y="1872"/>
              <a:ext cx="1872" cy="336"/>
            </a:xfrm>
            <a:prstGeom prst="rect">
              <a:avLst/>
            </a:prstGeom>
            <a:solidFill>
              <a:srgbClr val="FFFF99"/>
            </a:solidFill>
            <a:ln w="57150">
              <a:solidFill>
                <a:schemeClr val="tx1"/>
              </a:solidFill>
              <a:miter lim="800000"/>
              <a:headEnd/>
              <a:tailEnd/>
            </a:ln>
          </p:spPr>
          <p:txBody>
            <a:bodyPr>
              <a:spAutoFit/>
            </a:bodyPr>
            <a:lstStyle>
              <a:lvl1pPr marL="914400" indent="-914400" eaLnBrk="0" hangingPunct="0">
                <a:tabLst>
                  <a:tab pos="633413" algn="l"/>
                </a:tabLst>
                <a:defRPr sz="1900" b="1">
                  <a:solidFill>
                    <a:schemeClr val="tx1"/>
                  </a:solidFill>
                  <a:latin typeface="Arial Black" pitchFamily="34" charset="0"/>
                </a:defRPr>
              </a:lvl1pPr>
              <a:lvl2pPr marL="742950" indent="-285750" eaLnBrk="0" hangingPunct="0">
                <a:tabLst>
                  <a:tab pos="633413" algn="l"/>
                </a:tabLst>
                <a:defRPr sz="1900" b="1">
                  <a:solidFill>
                    <a:schemeClr val="tx1"/>
                  </a:solidFill>
                  <a:latin typeface="Arial Black" pitchFamily="34" charset="0"/>
                </a:defRPr>
              </a:lvl2pPr>
              <a:lvl3pPr marL="1143000" indent="-228600" eaLnBrk="0" hangingPunct="0">
                <a:tabLst>
                  <a:tab pos="633413" algn="l"/>
                </a:tabLst>
                <a:defRPr sz="1900" b="1">
                  <a:solidFill>
                    <a:schemeClr val="tx1"/>
                  </a:solidFill>
                  <a:latin typeface="Arial Black" pitchFamily="34" charset="0"/>
                </a:defRPr>
              </a:lvl3pPr>
              <a:lvl4pPr marL="1600200" indent="-228600" eaLnBrk="0" hangingPunct="0">
                <a:tabLst>
                  <a:tab pos="633413" algn="l"/>
                </a:tabLst>
                <a:defRPr sz="1900" b="1">
                  <a:solidFill>
                    <a:schemeClr val="tx1"/>
                  </a:solidFill>
                  <a:latin typeface="Arial Black" pitchFamily="34" charset="0"/>
                </a:defRPr>
              </a:lvl4pPr>
              <a:lvl5pPr marL="2057400" indent="-228600" eaLnBrk="0" hangingPunct="0">
                <a:tabLst>
                  <a:tab pos="633413"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633413"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633413"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633413"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633413" algn="l"/>
                </a:tabLst>
                <a:defRPr sz="1900" b="1">
                  <a:solidFill>
                    <a:schemeClr val="tx1"/>
                  </a:solidFill>
                  <a:latin typeface="Arial Black" pitchFamily="34" charset="0"/>
                </a:defRPr>
              </a:lvl9pPr>
            </a:lstStyle>
            <a:p>
              <a:pPr algn="ctr" eaLnBrk="1" hangingPunct="1">
                <a:lnSpc>
                  <a:spcPct val="90000"/>
                </a:lnSpc>
              </a:pPr>
              <a:r>
                <a:rPr lang="en-US" sz="2800">
                  <a:latin typeface="Arial" charset="0"/>
                  <a:sym typeface="Symbol" pitchFamily="18" charset="2"/>
                </a:rPr>
                <a:t>Condition</a:t>
              </a:r>
            </a:p>
          </p:txBody>
        </p:sp>
        <p:sp>
          <p:nvSpPr>
            <p:cNvPr id="8203" name="Line 11"/>
            <p:cNvSpPr>
              <a:spLocks noChangeShapeType="1"/>
            </p:cNvSpPr>
            <p:nvPr/>
          </p:nvSpPr>
          <p:spPr bwMode="auto">
            <a:xfrm flipH="1">
              <a:off x="2688" y="2208"/>
              <a:ext cx="1488" cy="624"/>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204" name="Line 12"/>
            <p:cNvSpPr>
              <a:spLocks noChangeShapeType="1"/>
            </p:cNvSpPr>
            <p:nvPr/>
          </p:nvSpPr>
          <p:spPr bwMode="auto">
            <a:xfrm>
              <a:off x="1488" y="2208"/>
              <a:ext cx="0" cy="480"/>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205" name="Text Box 13"/>
            <p:cNvSpPr txBox="1">
              <a:spLocks noChangeArrowheads="1"/>
            </p:cNvSpPr>
            <p:nvPr/>
          </p:nvSpPr>
          <p:spPr bwMode="auto">
            <a:xfrm>
              <a:off x="2429" y="1680"/>
              <a:ext cx="6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900" b="1">
                  <a:solidFill>
                    <a:schemeClr val="tx1"/>
                  </a:solidFill>
                  <a:latin typeface="Arial Black" pitchFamily="34" charset="0"/>
                </a:defRPr>
              </a:lvl1pPr>
              <a:lvl2pPr marL="742950" indent="-285750" eaLnBrk="0" hangingPunct="0">
                <a:defRPr sz="1900" b="1">
                  <a:solidFill>
                    <a:schemeClr val="tx1"/>
                  </a:solidFill>
                  <a:latin typeface="Arial Black" pitchFamily="34" charset="0"/>
                </a:defRPr>
              </a:lvl2pPr>
              <a:lvl3pPr marL="1143000" indent="-228600" eaLnBrk="0" hangingPunct="0">
                <a:defRPr sz="1900" b="1">
                  <a:solidFill>
                    <a:schemeClr val="tx1"/>
                  </a:solidFill>
                  <a:latin typeface="Arial Black" pitchFamily="34" charset="0"/>
                </a:defRPr>
              </a:lvl3pPr>
              <a:lvl4pPr marL="1600200" indent="-228600" eaLnBrk="0" hangingPunct="0">
                <a:defRPr sz="1900" b="1">
                  <a:solidFill>
                    <a:schemeClr val="tx1"/>
                  </a:solidFill>
                  <a:latin typeface="Arial Black" pitchFamily="34" charset="0"/>
                </a:defRPr>
              </a:lvl4pPr>
              <a:lvl5pPr marL="2057400" indent="-228600" eaLnBrk="0" hangingPunct="0">
                <a:defRPr sz="1900" b="1">
                  <a:solidFill>
                    <a:schemeClr val="tx1"/>
                  </a:solidFill>
                  <a:latin typeface="Arial Black" pitchFamily="34" charset="0"/>
                </a:defRPr>
              </a:lvl5pPr>
              <a:lvl6pPr marL="2514600" indent="-228600" eaLnBrk="0" fontAlgn="base" hangingPunct="0">
                <a:spcBef>
                  <a:spcPct val="0"/>
                </a:spcBef>
                <a:spcAft>
                  <a:spcPct val="0"/>
                </a:spcAft>
                <a:defRPr sz="1900" b="1">
                  <a:solidFill>
                    <a:schemeClr val="tx1"/>
                  </a:solidFill>
                  <a:latin typeface="Arial Black" pitchFamily="34" charset="0"/>
                </a:defRPr>
              </a:lvl6pPr>
              <a:lvl7pPr marL="2971800" indent="-228600" eaLnBrk="0" fontAlgn="base" hangingPunct="0">
                <a:spcBef>
                  <a:spcPct val="0"/>
                </a:spcBef>
                <a:spcAft>
                  <a:spcPct val="0"/>
                </a:spcAft>
                <a:defRPr sz="1900" b="1">
                  <a:solidFill>
                    <a:schemeClr val="tx1"/>
                  </a:solidFill>
                  <a:latin typeface="Arial Black" pitchFamily="34" charset="0"/>
                </a:defRPr>
              </a:lvl7pPr>
              <a:lvl8pPr marL="3429000" indent="-228600" eaLnBrk="0" fontAlgn="base" hangingPunct="0">
                <a:spcBef>
                  <a:spcPct val="0"/>
                </a:spcBef>
                <a:spcAft>
                  <a:spcPct val="0"/>
                </a:spcAft>
                <a:defRPr sz="1900" b="1">
                  <a:solidFill>
                    <a:schemeClr val="tx1"/>
                  </a:solidFill>
                  <a:latin typeface="Arial Black" pitchFamily="34" charset="0"/>
                </a:defRPr>
              </a:lvl8pPr>
              <a:lvl9pPr marL="3886200" indent="-228600" eaLnBrk="0" fontAlgn="base" hangingPunct="0">
                <a:spcBef>
                  <a:spcPct val="0"/>
                </a:spcBef>
                <a:spcAft>
                  <a:spcPct val="0"/>
                </a:spcAft>
                <a:defRPr sz="1900" b="1">
                  <a:solidFill>
                    <a:schemeClr val="tx1"/>
                  </a:solidFill>
                  <a:latin typeface="Arial Black" pitchFamily="34" charset="0"/>
                </a:defRPr>
              </a:lvl9pPr>
            </a:lstStyle>
            <a:p>
              <a:pPr eaLnBrk="1" hangingPunct="1">
                <a:spcBef>
                  <a:spcPct val="50000"/>
                </a:spcBef>
              </a:pPr>
              <a:r>
                <a:rPr lang="en-US" sz="2400" i="1">
                  <a:latin typeface="Arial" charset="0"/>
                </a:rPr>
                <a:t>True</a:t>
              </a:r>
            </a:p>
          </p:txBody>
        </p:sp>
        <p:sp>
          <p:nvSpPr>
            <p:cNvPr id="8206" name="Text Box 14"/>
            <p:cNvSpPr txBox="1">
              <a:spLocks noChangeArrowheads="1"/>
            </p:cNvSpPr>
            <p:nvPr/>
          </p:nvSpPr>
          <p:spPr bwMode="auto">
            <a:xfrm>
              <a:off x="864" y="2256"/>
              <a:ext cx="6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900" b="1">
                  <a:solidFill>
                    <a:schemeClr val="tx1"/>
                  </a:solidFill>
                  <a:latin typeface="Arial Black" pitchFamily="34" charset="0"/>
                </a:defRPr>
              </a:lvl1pPr>
              <a:lvl2pPr marL="742950" indent="-285750" eaLnBrk="0" hangingPunct="0">
                <a:defRPr sz="1900" b="1">
                  <a:solidFill>
                    <a:schemeClr val="tx1"/>
                  </a:solidFill>
                  <a:latin typeface="Arial Black" pitchFamily="34" charset="0"/>
                </a:defRPr>
              </a:lvl2pPr>
              <a:lvl3pPr marL="1143000" indent="-228600" eaLnBrk="0" hangingPunct="0">
                <a:defRPr sz="1900" b="1">
                  <a:solidFill>
                    <a:schemeClr val="tx1"/>
                  </a:solidFill>
                  <a:latin typeface="Arial Black" pitchFamily="34" charset="0"/>
                </a:defRPr>
              </a:lvl3pPr>
              <a:lvl4pPr marL="1600200" indent="-228600" eaLnBrk="0" hangingPunct="0">
                <a:defRPr sz="1900" b="1">
                  <a:solidFill>
                    <a:schemeClr val="tx1"/>
                  </a:solidFill>
                  <a:latin typeface="Arial Black" pitchFamily="34" charset="0"/>
                </a:defRPr>
              </a:lvl4pPr>
              <a:lvl5pPr marL="2057400" indent="-228600" eaLnBrk="0" hangingPunct="0">
                <a:defRPr sz="1900" b="1">
                  <a:solidFill>
                    <a:schemeClr val="tx1"/>
                  </a:solidFill>
                  <a:latin typeface="Arial Black" pitchFamily="34" charset="0"/>
                </a:defRPr>
              </a:lvl5pPr>
              <a:lvl6pPr marL="2514600" indent="-228600" eaLnBrk="0" fontAlgn="base" hangingPunct="0">
                <a:spcBef>
                  <a:spcPct val="0"/>
                </a:spcBef>
                <a:spcAft>
                  <a:spcPct val="0"/>
                </a:spcAft>
                <a:defRPr sz="1900" b="1">
                  <a:solidFill>
                    <a:schemeClr val="tx1"/>
                  </a:solidFill>
                  <a:latin typeface="Arial Black" pitchFamily="34" charset="0"/>
                </a:defRPr>
              </a:lvl6pPr>
              <a:lvl7pPr marL="2971800" indent="-228600" eaLnBrk="0" fontAlgn="base" hangingPunct="0">
                <a:spcBef>
                  <a:spcPct val="0"/>
                </a:spcBef>
                <a:spcAft>
                  <a:spcPct val="0"/>
                </a:spcAft>
                <a:defRPr sz="1900" b="1">
                  <a:solidFill>
                    <a:schemeClr val="tx1"/>
                  </a:solidFill>
                  <a:latin typeface="Arial Black" pitchFamily="34" charset="0"/>
                </a:defRPr>
              </a:lvl7pPr>
              <a:lvl8pPr marL="3429000" indent="-228600" eaLnBrk="0" fontAlgn="base" hangingPunct="0">
                <a:spcBef>
                  <a:spcPct val="0"/>
                </a:spcBef>
                <a:spcAft>
                  <a:spcPct val="0"/>
                </a:spcAft>
                <a:defRPr sz="1900" b="1">
                  <a:solidFill>
                    <a:schemeClr val="tx1"/>
                  </a:solidFill>
                  <a:latin typeface="Arial Black" pitchFamily="34" charset="0"/>
                </a:defRPr>
              </a:lvl8pPr>
              <a:lvl9pPr marL="3886200" indent="-228600" eaLnBrk="0" fontAlgn="base" hangingPunct="0">
                <a:spcBef>
                  <a:spcPct val="0"/>
                </a:spcBef>
                <a:spcAft>
                  <a:spcPct val="0"/>
                </a:spcAft>
                <a:defRPr sz="1900" b="1">
                  <a:solidFill>
                    <a:schemeClr val="tx1"/>
                  </a:solidFill>
                  <a:latin typeface="Arial Black" pitchFamily="34" charset="0"/>
                </a:defRPr>
              </a:lvl9pPr>
            </a:lstStyle>
            <a:p>
              <a:pPr eaLnBrk="1" hangingPunct="1">
                <a:spcBef>
                  <a:spcPct val="50000"/>
                </a:spcBef>
              </a:pPr>
              <a:r>
                <a:rPr lang="en-US" sz="2400" i="1">
                  <a:latin typeface="Arial" charset="0"/>
                </a:rPr>
                <a:t>False</a:t>
              </a:r>
            </a:p>
          </p:txBody>
        </p:sp>
        <p:sp>
          <p:nvSpPr>
            <p:cNvPr id="8207" name="Line 15"/>
            <p:cNvSpPr>
              <a:spLocks noChangeShapeType="1"/>
            </p:cNvSpPr>
            <p:nvPr/>
          </p:nvSpPr>
          <p:spPr bwMode="auto">
            <a:xfrm>
              <a:off x="2448" y="2032"/>
              <a:ext cx="624" cy="0"/>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pic>
          <p:nvPicPr>
            <p:cNvPr id="8208" name="Picture 23" descr="MCj03517870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80" y="2496"/>
              <a:ext cx="870" cy="1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9" name="Line 24"/>
            <p:cNvSpPr>
              <a:spLocks noChangeShapeType="1"/>
            </p:cNvSpPr>
            <p:nvPr/>
          </p:nvSpPr>
          <p:spPr bwMode="auto">
            <a:xfrm>
              <a:off x="672" y="720"/>
              <a:ext cx="4368" cy="0"/>
            </a:xfrm>
            <a:prstGeom prst="line">
              <a:avLst/>
            </a:prstGeom>
            <a:noFill/>
            <a:ln w="1143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0" y="0"/>
            <a:ext cx="9144000" cy="1447800"/>
          </a:xfrm>
        </p:spPr>
        <p:txBody>
          <a:bodyPr/>
          <a:lstStyle/>
          <a:p>
            <a:r>
              <a:rPr lang="en-US" sz="4800" smtClean="0">
                <a:latin typeface="Arial Black" pitchFamily="34" charset="0"/>
              </a:rPr>
              <a:t>Two-Way Selection</a:t>
            </a:r>
          </a:p>
        </p:txBody>
      </p:sp>
      <p:sp>
        <p:nvSpPr>
          <p:cNvPr id="9219" name="Text Box 3"/>
          <p:cNvSpPr txBox="1">
            <a:spLocks noChangeArrowheads="1"/>
          </p:cNvSpPr>
          <p:nvPr/>
        </p:nvSpPr>
        <p:spPr bwMode="auto">
          <a:xfrm>
            <a:off x="2667000" y="1752600"/>
            <a:ext cx="3733800" cy="533400"/>
          </a:xfrm>
          <a:prstGeom prst="rect">
            <a:avLst/>
          </a:prstGeom>
          <a:solidFill>
            <a:srgbClr val="00FFCC"/>
          </a:solidFill>
          <a:ln w="57150">
            <a:solidFill>
              <a:schemeClr val="tx1"/>
            </a:solidFill>
            <a:miter lim="800000"/>
            <a:headEnd/>
            <a:tailEnd/>
          </a:ln>
        </p:spPr>
        <p:txBody>
          <a:bodyPr>
            <a:spAutoFit/>
          </a:bodyPr>
          <a:lstStyle>
            <a:lvl1pPr marL="914400" indent="-914400" eaLnBrk="0" hangingPunct="0">
              <a:tabLst>
                <a:tab pos="633413" algn="l"/>
              </a:tabLst>
              <a:defRPr sz="1900" b="1">
                <a:solidFill>
                  <a:schemeClr val="tx1"/>
                </a:solidFill>
                <a:latin typeface="Arial Black" pitchFamily="34" charset="0"/>
              </a:defRPr>
            </a:lvl1pPr>
            <a:lvl2pPr marL="742950" indent="-285750" eaLnBrk="0" hangingPunct="0">
              <a:tabLst>
                <a:tab pos="633413" algn="l"/>
              </a:tabLst>
              <a:defRPr sz="1900" b="1">
                <a:solidFill>
                  <a:schemeClr val="tx1"/>
                </a:solidFill>
                <a:latin typeface="Arial Black" pitchFamily="34" charset="0"/>
              </a:defRPr>
            </a:lvl2pPr>
            <a:lvl3pPr marL="1143000" indent="-228600" eaLnBrk="0" hangingPunct="0">
              <a:tabLst>
                <a:tab pos="633413" algn="l"/>
              </a:tabLst>
              <a:defRPr sz="1900" b="1">
                <a:solidFill>
                  <a:schemeClr val="tx1"/>
                </a:solidFill>
                <a:latin typeface="Arial Black" pitchFamily="34" charset="0"/>
              </a:defRPr>
            </a:lvl3pPr>
            <a:lvl4pPr marL="1600200" indent="-228600" eaLnBrk="0" hangingPunct="0">
              <a:tabLst>
                <a:tab pos="633413" algn="l"/>
              </a:tabLst>
              <a:defRPr sz="1900" b="1">
                <a:solidFill>
                  <a:schemeClr val="tx1"/>
                </a:solidFill>
                <a:latin typeface="Arial Black" pitchFamily="34" charset="0"/>
              </a:defRPr>
            </a:lvl4pPr>
            <a:lvl5pPr marL="2057400" indent="-228600" eaLnBrk="0" hangingPunct="0">
              <a:tabLst>
                <a:tab pos="633413"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633413"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633413"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633413"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633413" algn="l"/>
              </a:tabLst>
              <a:defRPr sz="1900" b="1">
                <a:solidFill>
                  <a:schemeClr val="tx1"/>
                </a:solidFill>
                <a:latin typeface="Arial Black" pitchFamily="34" charset="0"/>
              </a:defRPr>
            </a:lvl9pPr>
          </a:lstStyle>
          <a:p>
            <a:pPr algn="ctr" eaLnBrk="1" hangingPunct="1">
              <a:lnSpc>
                <a:spcPct val="90000"/>
              </a:lnSpc>
            </a:pPr>
            <a:r>
              <a:rPr lang="en-US" sz="2800">
                <a:latin typeface="Arial" charset="0"/>
                <a:sym typeface="Symbol" pitchFamily="18" charset="2"/>
              </a:rPr>
              <a:t>Program Statement</a:t>
            </a:r>
          </a:p>
        </p:txBody>
      </p:sp>
      <p:sp>
        <p:nvSpPr>
          <p:cNvPr id="9220" name="Text Box 5"/>
          <p:cNvSpPr txBox="1">
            <a:spLocks noChangeArrowheads="1"/>
          </p:cNvSpPr>
          <p:nvPr/>
        </p:nvSpPr>
        <p:spPr bwMode="auto">
          <a:xfrm>
            <a:off x="533400" y="4343400"/>
            <a:ext cx="3733800" cy="533400"/>
          </a:xfrm>
          <a:prstGeom prst="rect">
            <a:avLst/>
          </a:prstGeom>
          <a:solidFill>
            <a:srgbClr val="00FFCC"/>
          </a:solidFill>
          <a:ln w="57150">
            <a:solidFill>
              <a:schemeClr val="tx1"/>
            </a:solidFill>
            <a:miter lim="800000"/>
            <a:headEnd/>
            <a:tailEnd/>
          </a:ln>
        </p:spPr>
        <p:txBody>
          <a:bodyPr>
            <a:spAutoFit/>
          </a:bodyPr>
          <a:lstStyle>
            <a:lvl1pPr marL="914400" indent="-914400" eaLnBrk="0" hangingPunct="0">
              <a:tabLst>
                <a:tab pos="633413" algn="l"/>
              </a:tabLst>
              <a:defRPr sz="1900" b="1">
                <a:solidFill>
                  <a:schemeClr val="tx1"/>
                </a:solidFill>
                <a:latin typeface="Arial Black" pitchFamily="34" charset="0"/>
              </a:defRPr>
            </a:lvl1pPr>
            <a:lvl2pPr marL="742950" indent="-285750" eaLnBrk="0" hangingPunct="0">
              <a:tabLst>
                <a:tab pos="633413" algn="l"/>
              </a:tabLst>
              <a:defRPr sz="1900" b="1">
                <a:solidFill>
                  <a:schemeClr val="tx1"/>
                </a:solidFill>
                <a:latin typeface="Arial Black" pitchFamily="34" charset="0"/>
              </a:defRPr>
            </a:lvl2pPr>
            <a:lvl3pPr marL="1143000" indent="-228600" eaLnBrk="0" hangingPunct="0">
              <a:tabLst>
                <a:tab pos="633413" algn="l"/>
              </a:tabLst>
              <a:defRPr sz="1900" b="1">
                <a:solidFill>
                  <a:schemeClr val="tx1"/>
                </a:solidFill>
                <a:latin typeface="Arial Black" pitchFamily="34" charset="0"/>
              </a:defRPr>
            </a:lvl3pPr>
            <a:lvl4pPr marL="1600200" indent="-228600" eaLnBrk="0" hangingPunct="0">
              <a:tabLst>
                <a:tab pos="633413" algn="l"/>
              </a:tabLst>
              <a:defRPr sz="1900" b="1">
                <a:solidFill>
                  <a:schemeClr val="tx1"/>
                </a:solidFill>
                <a:latin typeface="Arial Black" pitchFamily="34" charset="0"/>
              </a:defRPr>
            </a:lvl4pPr>
            <a:lvl5pPr marL="2057400" indent="-228600" eaLnBrk="0" hangingPunct="0">
              <a:tabLst>
                <a:tab pos="633413"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633413"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633413"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633413"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633413" algn="l"/>
              </a:tabLst>
              <a:defRPr sz="1900" b="1">
                <a:solidFill>
                  <a:schemeClr val="tx1"/>
                </a:solidFill>
                <a:latin typeface="Arial Black" pitchFamily="34" charset="0"/>
              </a:defRPr>
            </a:lvl9pPr>
          </a:lstStyle>
          <a:p>
            <a:pPr algn="ctr" eaLnBrk="1" hangingPunct="1">
              <a:lnSpc>
                <a:spcPct val="90000"/>
              </a:lnSpc>
            </a:pPr>
            <a:r>
              <a:rPr lang="en-US" sz="2800">
                <a:latin typeface="Arial" charset="0"/>
                <a:sym typeface="Symbol" pitchFamily="18" charset="2"/>
              </a:rPr>
              <a:t>Program Statement</a:t>
            </a:r>
          </a:p>
        </p:txBody>
      </p:sp>
      <p:sp>
        <p:nvSpPr>
          <p:cNvPr id="9221" name="Text Box 6"/>
          <p:cNvSpPr txBox="1">
            <a:spLocks noChangeArrowheads="1"/>
          </p:cNvSpPr>
          <p:nvPr/>
        </p:nvSpPr>
        <p:spPr bwMode="auto">
          <a:xfrm>
            <a:off x="533400" y="5638800"/>
            <a:ext cx="3733800" cy="533400"/>
          </a:xfrm>
          <a:prstGeom prst="rect">
            <a:avLst/>
          </a:prstGeom>
          <a:solidFill>
            <a:srgbClr val="00FFCC"/>
          </a:solidFill>
          <a:ln w="57150">
            <a:solidFill>
              <a:schemeClr val="tx1"/>
            </a:solidFill>
            <a:miter lim="800000"/>
            <a:headEnd/>
            <a:tailEnd/>
          </a:ln>
        </p:spPr>
        <p:txBody>
          <a:bodyPr>
            <a:spAutoFit/>
          </a:bodyPr>
          <a:lstStyle>
            <a:lvl1pPr marL="914400" indent="-914400" eaLnBrk="0" hangingPunct="0">
              <a:tabLst>
                <a:tab pos="633413" algn="l"/>
              </a:tabLst>
              <a:defRPr sz="1900" b="1">
                <a:solidFill>
                  <a:schemeClr val="tx1"/>
                </a:solidFill>
                <a:latin typeface="Arial Black" pitchFamily="34" charset="0"/>
              </a:defRPr>
            </a:lvl1pPr>
            <a:lvl2pPr marL="742950" indent="-285750" eaLnBrk="0" hangingPunct="0">
              <a:tabLst>
                <a:tab pos="633413" algn="l"/>
              </a:tabLst>
              <a:defRPr sz="1900" b="1">
                <a:solidFill>
                  <a:schemeClr val="tx1"/>
                </a:solidFill>
                <a:latin typeface="Arial Black" pitchFamily="34" charset="0"/>
              </a:defRPr>
            </a:lvl2pPr>
            <a:lvl3pPr marL="1143000" indent="-228600" eaLnBrk="0" hangingPunct="0">
              <a:tabLst>
                <a:tab pos="633413" algn="l"/>
              </a:tabLst>
              <a:defRPr sz="1900" b="1">
                <a:solidFill>
                  <a:schemeClr val="tx1"/>
                </a:solidFill>
                <a:latin typeface="Arial Black" pitchFamily="34" charset="0"/>
              </a:defRPr>
            </a:lvl3pPr>
            <a:lvl4pPr marL="1600200" indent="-228600" eaLnBrk="0" hangingPunct="0">
              <a:tabLst>
                <a:tab pos="633413" algn="l"/>
              </a:tabLst>
              <a:defRPr sz="1900" b="1">
                <a:solidFill>
                  <a:schemeClr val="tx1"/>
                </a:solidFill>
                <a:latin typeface="Arial Black" pitchFamily="34" charset="0"/>
              </a:defRPr>
            </a:lvl4pPr>
            <a:lvl5pPr marL="2057400" indent="-228600" eaLnBrk="0" hangingPunct="0">
              <a:tabLst>
                <a:tab pos="633413"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633413"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633413"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633413"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633413" algn="l"/>
              </a:tabLst>
              <a:defRPr sz="1900" b="1">
                <a:solidFill>
                  <a:schemeClr val="tx1"/>
                </a:solidFill>
                <a:latin typeface="Arial Black" pitchFamily="34" charset="0"/>
              </a:defRPr>
            </a:lvl9pPr>
          </a:lstStyle>
          <a:p>
            <a:pPr algn="ctr" eaLnBrk="1" hangingPunct="1">
              <a:lnSpc>
                <a:spcPct val="90000"/>
              </a:lnSpc>
            </a:pPr>
            <a:r>
              <a:rPr lang="en-US" sz="2800">
                <a:latin typeface="Arial" charset="0"/>
                <a:sym typeface="Symbol" pitchFamily="18" charset="2"/>
              </a:rPr>
              <a:t>Program Statement</a:t>
            </a:r>
          </a:p>
        </p:txBody>
      </p:sp>
      <p:sp>
        <p:nvSpPr>
          <p:cNvPr id="9222" name="Line 7"/>
          <p:cNvSpPr>
            <a:spLocks noChangeShapeType="1"/>
          </p:cNvSpPr>
          <p:nvPr/>
        </p:nvSpPr>
        <p:spPr bwMode="auto">
          <a:xfrm>
            <a:off x="4495800" y="2286000"/>
            <a:ext cx="0" cy="762000"/>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223" name="Line 8"/>
          <p:cNvSpPr>
            <a:spLocks noChangeShapeType="1"/>
          </p:cNvSpPr>
          <p:nvPr/>
        </p:nvSpPr>
        <p:spPr bwMode="auto">
          <a:xfrm>
            <a:off x="2362200" y="4876800"/>
            <a:ext cx="0" cy="762000"/>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224" name="Text Box 9"/>
          <p:cNvSpPr txBox="1">
            <a:spLocks noChangeArrowheads="1"/>
          </p:cNvSpPr>
          <p:nvPr/>
        </p:nvSpPr>
        <p:spPr bwMode="auto">
          <a:xfrm>
            <a:off x="3048000" y="3048000"/>
            <a:ext cx="2971800" cy="533400"/>
          </a:xfrm>
          <a:prstGeom prst="rect">
            <a:avLst/>
          </a:prstGeom>
          <a:solidFill>
            <a:srgbClr val="FFFF99"/>
          </a:solidFill>
          <a:ln w="57150">
            <a:solidFill>
              <a:schemeClr val="tx1"/>
            </a:solidFill>
            <a:miter lim="800000"/>
            <a:headEnd/>
            <a:tailEnd/>
          </a:ln>
        </p:spPr>
        <p:txBody>
          <a:bodyPr>
            <a:spAutoFit/>
          </a:bodyPr>
          <a:lstStyle>
            <a:lvl1pPr marL="914400" indent="-914400" eaLnBrk="0" hangingPunct="0">
              <a:tabLst>
                <a:tab pos="633413" algn="l"/>
              </a:tabLst>
              <a:defRPr sz="1900" b="1">
                <a:solidFill>
                  <a:schemeClr val="tx1"/>
                </a:solidFill>
                <a:latin typeface="Arial Black" pitchFamily="34" charset="0"/>
              </a:defRPr>
            </a:lvl1pPr>
            <a:lvl2pPr marL="742950" indent="-285750" eaLnBrk="0" hangingPunct="0">
              <a:tabLst>
                <a:tab pos="633413" algn="l"/>
              </a:tabLst>
              <a:defRPr sz="1900" b="1">
                <a:solidFill>
                  <a:schemeClr val="tx1"/>
                </a:solidFill>
                <a:latin typeface="Arial Black" pitchFamily="34" charset="0"/>
              </a:defRPr>
            </a:lvl2pPr>
            <a:lvl3pPr marL="1143000" indent="-228600" eaLnBrk="0" hangingPunct="0">
              <a:tabLst>
                <a:tab pos="633413" algn="l"/>
              </a:tabLst>
              <a:defRPr sz="1900" b="1">
                <a:solidFill>
                  <a:schemeClr val="tx1"/>
                </a:solidFill>
                <a:latin typeface="Arial Black" pitchFamily="34" charset="0"/>
              </a:defRPr>
            </a:lvl3pPr>
            <a:lvl4pPr marL="1600200" indent="-228600" eaLnBrk="0" hangingPunct="0">
              <a:tabLst>
                <a:tab pos="633413" algn="l"/>
              </a:tabLst>
              <a:defRPr sz="1900" b="1">
                <a:solidFill>
                  <a:schemeClr val="tx1"/>
                </a:solidFill>
                <a:latin typeface="Arial Black" pitchFamily="34" charset="0"/>
              </a:defRPr>
            </a:lvl4pPr>
            <a:lvl5pPr marL="2057400" indent="-228600" eaLnBrk="0" hangingPunct="0">
              <a:tabLst>
                <a:tab pos="633413"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633413"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633413"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633413"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633413" algn="l"/>
              </a:tabLst>
              <a:defRPr sz="1900" b="1">
                <a:solidFill>
                  <a:schemeClr val="tx1"/>
                </a:solidFill>
                <a:latin typeface="Arial Black" pitchFamily="34" charset="0"/>
              </a:defRPr>
            </a:lvl9pPr>
          </a:lstStyle>
          <a:p>
            <a:pPr algn="ctr" eaLnBrk="1" hangingPunct="1">
              <a:lnSpc>
                <a:spcPct val="90000"/>
              </a:lnSpc>
            </a:pPr>
            <a:r>
              <a:rPr lang="en-US" sz="2800">
                <a:latin typeface="Arial" charset="0"/>
                <a:sym typeface="Symbol" pitchFamily="18" charset="2"/>
              </a:rPr>
              <a:t>Condition</a:t>
            </a:r>
          </a:p>
        </p:txBody>
      </p:sp>
      <p:sp>
        <p:nvSpPr>
          <p:cNvPr id="9225" name="Line 10"/>
          <p:cNvSpPr>
            <a:spLocks noChangeShapeType="1"/>
          </p:cNvSpPr>
          <p:nvPr/>
        </p:nvSpPr>
        <p:spPr bwMode="auto">
          <a:xfrm flipH="1">
            <a:off x="2362200" y="3352800"/>
            <a:ext cx="685800" cy="990600"/>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226" name="Text Box 12"/>
          <p:cNvSpPr txBox="1">
            <a:spLocks noChangeArrowheads="1"/>
          </p:cNvSpPr>
          <p:nvPr/>
        </p:nvSpPr>
        <p:spPr bwMode="auto">
          <a:xfrm>
            <a:off x="2057400" y="312420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900" b="1">
                <a:solidFill>
                  <a:schemeClr val="tx1"/>
                </a:solidFill>
                <a:latin typeface="Arial Black" pitchFamily="34" charset="0"/>
              </a:defRPr>
            </a:lvl1pPr>
            <a:lvl2pPr marL="742950" indent="-285750" eaLnBrk="0" hangingPunct="0">
              <a:defRPr sz="1900" b="1">
                <a:solidFill>
                  <a:schemeClr val="tx1"/>
                </a:solidFill>
                <a:latin typeface="Arial Black" pitchFamily="34" charset="0"/>
              </a:defRPr>
            </a:lvl2pPr>
            <a:lvl3pPr marL="1143000" indent="-228600" eaLnBrk="0" hangingPunct="0">
              <a:defRPr sz="1900" b="1">
                <a:solidFill>
                  <a:schemeClr val="tx1"/>
                </a:solidFill>
                <a:latin typeface="Arial Black" pitchFamily="34" charset="0"/>
              </a:defRPr>
            </a:lvl3pPr>
            <a:lvl4pPr marL="1600200" indent="-228600" eaLnBrk="0" hangingPunct="0">
              <a:defRPr sz="1900" b="1">
                <a:solidFill>
                  <a:schemeClr val="tx1"/>
                </a:solidFill>
                <a:latin typeface="Arial Black" pitchFamily="34" charset="0"/>
              </a:defRPr>
            </a:lvl4pPr>
            <a:lvl5pPr marL="2057400" indent="-228600" eaLnBrk="0" hangingPunct="0">
              <a:defRPr sz="1900" b="1">
                <a:solidFill>
                  <a:schemeClr val="tx1"/>
                </a:solidFill>
                <a:latin typeface="Arial Black" pitchFamily="34" charset="0"/>
              </a:defRPr>
            </a:lvl5pPr>
            <a:lvl6pPr marL="2514600" indent="-228600" eaLnBrk="0" fontAlgn="base" hangingPunct="0">
              <a:spcBef>
                <a:spcPct val="0"/>
              </a:spcBef>
              <a:spcAft>
                <a:spcPct val="0"/>
              </a:spcAft>
              <a:defRPr sz="1900" b="1">
                <a:solidFill>
                  <a:schemeClr val="tx1"/>
                </a:solidFill>
                <a:latin typeface="Arial Black" pitchFamily="34" charset="0"/>
              </a:defRPr>
            </a:lvl6pPr>
            <a:lvl7pPr marL="2971800" indent="-228600" eaLnBrk="0" fontAlgn="base" hangingPunct="0">
              <a:spcBef>
                <a:spcPct val="0"/>
              </a:spcBef>
              <a:spcAft>
                <a:spcPct val="0"/>
              </a:spcAft>
              <a:defRPr sz="1900" b="1">
                <a:solidFill>
                  <a:schemeClr val="tx1"/>
                </a:solidFill>
                <a:latin typeface="Arial Black" pitchFamily="34" charset="0"/>
              </a:defRPr>
            </a:lvl7pPr>
            <a:lvl8pPr marL="3429000" indent="-228600" eaLnBrk="0" fontAlgn="base" hangingPunct="0">
              <a:spcBef>
                <a:spcPct val="0"/>
              </a:spcBef>
              <a:spcAft>
                <a:spcPct val="0"/>
              </a:spcAft>
              <a:defRPr sz="1900" b="1">
                <a:solidFill>
                  <a:schemeClr val="tx1"/>
                </a:solidFill>
                <a:latin typeface="Arial Black" pitchFamily="34" charset="0"/>
              </a:defRPr>
            </a:lvl8pPr>
            <a:lvl9pPr marL="3886200" indent="-228600" eaLnBrk="0" fontAlgn="base" hangingPunct="0">
              <a:spcBef>
                <a:spcPct val="0"/>
              </a:spcBef>
              <a:spcAft>
                <a:spcPct val="0"/>
              </a:spcAft>
              <a:defRPr sz="1900" b="1">
                <a:solidFill>
                  <a:schemeClr val="tx1"/>
                </a:solidFill>
                <a:latin typeface="Arial Black" pitchFamily="34" charset="0"/>
              </a:defRPr>
            </a:lvl9pPr>
          </a:lstStyle>
          <a:p>
            <a:pPr eaLnBrk="1" hangingPunct="1">
              <a:spcBef>
                <a:spcPct val="50000"/>
              </a:spcBef>
            </a:pPr>
            <a:r>
              <a:rPr lang="en-US" sz="2400" i="1">
                <a:latin typeface="Arial" charset="0"/>
              </a:rPr>
              <a:t>True</a:t>
            </a:r>
          </a:p>
        </p:txBody>
      </p:sp>
      <p:sp>
        <p:nvSpPr>
          <p:cNvPr id="9227" name="Text Box 13"/>
          <p:cNvSpPr txBox="1">
            <a:spLocks noChangeArrowheads="1"/>
          </p:cNvSpPr>
          <p:nvPr/>
        </p:nvSpPr>
        <p:spPr bwMode="auto">
          <a:xfrm>
            <a:off x="6096000" y="312420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900" b="1">
                <a:solidFill>
                  <a:schemeClr val="tx1"/>
                </a:solidFill>
                <a:latin typeface="Arial Black" pitchFamily="34" charset="0"/>
              </a:defRPr>
            </a:lvl1pPr>
            <a:lvl2pPr marL="742950" indent="-285750" eaLnBrk="0" hangingPunct="0">
              <a:defRPr sz="1900" b="1">
                <a:solidFill>
                  <a:schemeClr val="tx1"/>
                </a:solidFill>
                <a:latin typeface="Arial Black" pitchFamily="34" charset="0"/>
              </a:defRPr>
            </a:lvl2pPr>
            <a:lvl3pPr marL="1143000" indent="-228600" eaLnBrk="0" hangingPunct="0">
              <a:defRPr sz="1900" b="1">
                <a:solidFill>
                  <a:schemeClr val="tx1"/>
                </a:solidFill>
                <a:latin typeface="Arial Black" pitchFamily="34" charset="0"/>
              </a:defRPr>
            </a:lvl3pPr>
            <a:lvl4pPr marL="1600200" indent="-228600" eaLnBrk="0" hangingPunct="0">
              <a:defRPr sz="1900" b="1">
                <a:solidFill>
                  <a:schemeClr val="tx1"/>
                </a:solidFill>
                <a:latin typeface="Arial Black" pitchFamily="34" charset="0"/>
              </a:defRPr>
            </a:lvl4pPr>
            <a:lvl5pPr marL="2057400" indent="-228600" eaLnBrk="0" hangingPunct="0">
              <a:defRPr sz="1900" b="1">
                <a:solidFill>
                  <a:schemeClr val="tx1"/>
                </a:solidFill>
                <a:latin typeface="Arial Black" pitchFamily="34" charset="0"/>
              </a:defRPr>
            </a:lvl5pPr>
            <a:lvl6pPr marL="2514600" indent="-228600" eaLnBrk="0" fontAlgn="base" hangingPunct="0">
              <a:spcBef>
                <a:spcPct val="0"/>
              </a:spcBef>
              <a:spcAft>
                <a:spcPct val="0"/>
              </a:spcAft>
              <a:defRPr sz="1900" b="1">
                <a:solidFill>
                  <a:schemeClr val="tx1"/>
                </a:solidFill>
                <a:latin typeface="Arial Black" pitchFamily="34" charset="0"/>
              </a:defRPr>
            </a:lvl6pPr>
            <a:lvl7pPr marL="2971800" indent="-228600" eaLnBrk="0" fontAlgn="base" hangingPunct="0">
              <a:spcBef>
                <a:spcPct val="0"/>
              </a:spcBef>
              <a:spcAft>
                <a:spcPct val="0"/>
              </a:spcAft>
              <a:defRPr sz="1900" b="1">
                <a:solidFill>
                  <a:schemeClr val="tx1"/>
                </a:solidFill>
                <a:latin typeface="Arial Black" pitchFamily="34" charset="0"/>
              </a:defRPr>
            </a:lvl7pPr>
            <a:lvl8pPr marL="3429000" indent="-228600" eaLnBrk="0" fontAlgn="base" hangingPunct="0">
              <a:spcBef>
                <a:spcPct val="0"/>
              </a:spcBef>
              <a:spcAft>
                <a:spcPct val="0"/>
              </a:spcAft>
              <a:defRPr sz="1900" b="1">
                <a:solidFill>
                  <a:schemeClr val="tx1"/>
                </a:solidFill>
                <a:latin typeface="Arial Black" pitchFamily="34" charset="0"/>
              </a:defRPr>
            </a:lvl8pPr>
            <a:lvl9pPr marL="3886200" indent="-228600" eaLnBrk="0" fontAlgn="base" hangingPunct="0">
              <a:spcBef>
                <a:spcPct val="0"/>
              </a:spcBef>
              <a:spcAft>
                <a:spcPct val="0"/>
              </a:spcAft>
              <a:defRPr sz="1900" b="1">
                <a:solidFill>
                  <a:schemeClr val="tx1"/>
                </a:solidFill>
                <a:latin typeface="Arial Black" pitchFamily="34" charset="0"/>
              </a:defRPr>
            </a:lvl9pPr>
          </a:lstStyle>
          <a:p>
            <a:pPr eaLnBrk="1" hangingPunct="1">
              <a:spcBef>
                <a:spcPct val="50000"/>
              </a:spcBef>
            </a:pPr>
            <a:r>
              <a:rPr lang="en-US" sz="2400" i="1">
                <a:latin typeface="Arial" charset="0"/>
              </a:rPr>
              <a:t>False</a:t>
            </a:r>
          </a:p>
        </p:txBody>
      </p:sp>
      <p:sp>
        <p:nvSpPr>
          <p:cNvPr id="9228" name="Text Box 15"/>
          <p:cNvSpPr txBox="1">
            <a:spLocks noChangeArrowheads="1"/>
          </p:cNvSpPr>
          <p:nvPr/>
        </p:nvSpPr>
        <p:spPr bwMode="auto">
          <a:xfrm>
            <a:off x="4800600" y="4343400"/>
            <a:ext cx="3733800" cy="533400"/>
          </a:xfrm>
          <a:prstGeom prst="rect">
            <a:avLst/>
          </a:prstGeom>
          <a:solidFill>
            <a:srgbClr val="00FFCC"/>
          </a:solidFill>
          <a:ln w="57150">
            <a:solidFill>
              <a:schemeClr val="tx1"/>
            </a:solidFill>
            <a:miter lim="800000"/>
            <a:headEnd/>
            <a:tailEnd/>
          </a:ln>
        </p:spPr>
        <p:txBody>
          <a:bodyPr>
            <a:spAutoFit/>
          </a:bodyPr>
          <a:lstStyle>
            <a:lvl1pPr marL="914400" indent="-914400" eaLnBrk="0" hangingPunct="0">
              <a:tabLst>
                <a:tab pos="633413" algn="l"/>
              </a:tabLst>
              <a:defRPr sz="1900" b="1">
                <a:solidFill>
                  <a:schemeClr val="tx1"/>
                </a:solidFill>
                <a:latin typeface="Arial Black" pitchFamily="34" charset="0"/>
              </a:defRPr>
            </a:lvl1pPr>
            <a:lvl2pPr marL="742950" indent="-285750" eaLnBrk="0" hangingPunct="0">
              <a:tabLst>
                <a:tab pos="633413" algn="l"/>
              </a:tabLst>
              <a:defRPr sz="1900" b="1">
                <a:solidFill>
                  <a:schemeClr val="tx1"/>
                </a:solidFill>
                <a:latin typeface="Arial Black" pitchFamily="34" charset="0"/>
              </a:defRPr>
            </a:lvl2pPr>
            <a:lvl3pPr marL="1143000" indent="-228600" eaLnBrk="0" hangingPunct="0">
              <a:tabLst>
                <a:tab pos="633413" algn="l"/>
              </a:tabLst>
              <a:defRPr sz="1900" b="1">
                <a:solidFill>
                  <a:schemeClr val="tx1"/>
                </a:solidFill>
                <a:latin typeface="Arial Black" pitchFamily="34" charset="0"/>
              </a:defRPr>
            </a:lvl3pPr>
            <a:lvl4pPr marL="1600200" indent="-228600" eaLnBrk="0" hangingPunct="0">
              <a:tabLst>
                <a:tab pos="633413" algn="l"/>
              </a:tabLst>
              <a:defRPr sz="1900" b="1">
                <a:solidFill>
                  <a:schemeClr val="tx1"/>
                </a:solidFill>
                <a:latin typeface="Arial Black" pitchFamily="34" charset="0"/>
              </a:defRPr>
            </a:lvl4pPr>
            <a:lvl5pPr marL="2057400" indent="-228600" eaLnBrk="0" hangingPunct="0">
              <a:tabLst>
                <a:tab pos="633413"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633413"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633413"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633413"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633413" algn="l"/>
              </a:tabLst>
              <a:defRPr sz="1900" b="1">
                <a:solidFill>
                  <a:schemeClr val="tx1"/>
                </a:solidFill>
                <a:latin typeface="Arial Black" pitchFamily="34" charset="0"/>
              </a:defRPr>
            </a:lvl9pPr>
          </a:lstStyle>
          <a:p>
            <a:pPr algn="ctr" eaLnBrk="1" hangingPunct="1">
              <a:lnSpc>
                <a:spcPct val="90000"/>
              </a:lnSpc>
            </a:pPr>
            <a:r>
              <a:rPr lang="en-US" sz="2800">
                <a:latin typeface="Arial" charset="0"/>
                <a:sym typeface="Symbol" pitchFamily="18" charset="2"/>
              </a:rPr>
              <a:t>Program Statement</a:t>
            </a:r>
          </a:p>
        </p:txBody>
      </p:sp>
      <p:sp>
        <p:nvSpPr>
          <p:cNvPr id="9229" name="Text Box 16"/>
          <p:cNvSpPr txBox="1">
            <a:spLocks noChangeArrowheads="1"/>
          </p:cNvSpPr>
          <p:nvPr/>
        </p:nvSpPr>
        <p:spPr bwMode="auto">
          <a:xfrm>
            <a:off x="4800600" y="5638800"/>
            <a:ext cx="3733800" cy="533400"/>
          </a:xfrm>
          <a:prstGeom prst="rect">
            <a:avLst/>
          </a:prstGeom>
          <a:solidFill>
            <a:srgbClr val="00FFCC"/>
          </a:solidFill>
          <a:ln w="57150">
            <a:solidFill>
              <a:schemeClr val="tx1"/>
            </a:solidFill>
            <a:miter lim="800000"/>
            <a:headEnd/>
            <a:tailEnd/>
          </a:ln>
        </p:spPr>
        <p:txBody>
          <a:bodyPr>
            <a:spAutoFit/>
          </a:bodyPr>
          <a:lstStyle>
            <a:lvl1pPr marL="914400" indent="-914400" eaLnBrk="0" hangingPunct="0">
              <a:tabLst>
                <a:tab pos="633413" algn="l"/>
              </a:tabLst>
              <a:defRPr sz="1900" b="1">
                <a:solidFill>
                  <a:schemeClr val="tx1"/>
                </a:solidFill>
                <a:latin typeface="Arial Black" pitchFamily="34" charset="0"/>
              </a:defRPr>
            </a:lvl1pPr>
            <a:lvl2pPr marL="742950" indent="-285750" eaLnBrk="0" hangingPunct="0">
              <a:tabLst>
                <a:tab pos="633413" algn="l"/>
              </a:tabLst>
              <a:defRPr sz="1900" b="1">
                <a:solidFill>
                  <a:schemeClr val="tx1"/>
                </a:solidFill>
                <a:latin typeface="Arial Black" pitchFamily="34" charset="0"/>
              </a:defRPr>
            </a:lvl2pPr>
            <a:lvl3pPr marL="1143000" indent="-228600" eaLnBrk="0" hangingPunct="0">
              <a:tabLst>
                <a:tab pos="633413" algn="l"/>
              </a:tabLst>
              <a:defRPr sz="1900" b="1">
                <a:solidFill>
                  <a:schemeClr val="tx1"/>
                </a:solidFill>
                <a:latin typeface="Arial Black" pitchFamily="34" charset="0"/>
              </a:defRPr>
            </a:lvl3pPr>
            <a:lvl4pPr marL="1600200" indent="-228600" eaLnBrk="0" hangingPunct="0">
              <a:tabLst>
                <a:tab pos="633413" algn="l"/>
              </a:tabLst>
              <a:defRPr sz="1900" b="1">
                <a:solidFill>
                  <a:schemeClr val="tx1"/>
                </a:solidFill>
                <a:latin typeface="Arial Black" pitchFamily="34" charset="0"/>
              </a:defRPr>
            </a:lvl4pPr>
            <a:lvl5pPr marL="2057400" indent="-228600" eaLnBrk="0" hangingPunct="0">
              <a:tabLst>
                <a:tab pos="633413"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633413"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633413"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633413"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633413" algn="l"/>
              </a:tabLst>
              <a:defRPr sz="1900" b="1">
                <a:solidFill>
                  <a:schemeClr val="tx1"/>
                </a:solidFill>
                <a:latin typeface="Arial Black" pitchFamily="34" charset="0"/>
              </a:defRPr>
            </a:lvl9pPr>
          </a:lstStyle>
          <a:p>
            <a:pPr algn="ctr" eaLnBrk="1" hangingPunct="1">
              <a:lnSpc>
                <a:spcPct val="90000"/>
              </a:lnSpc>
            </a:pPr>
            <a:r>
              <a:rPr lang="en-US" sz="2800">
                <a:latin typeface="Arial" charset="0"/>
                <a:sym typeface="Symbol" pitchFamily="18" charset="2"/>
              </a:rPr>
              <a:t>Program Statement</a:t>
            </a:r>
          </a:p>
        </p:txBody>
      </p:sp>
      <p:sp>
        <p:nvSpPr>
          <p:cNvPr id="9230" name="Line 17"/>
          <p:cNvSpPr>
            <a:spLocks noChangeShapeType="1"/>
          </p:cNvSpPr>
          <p:nvPr/>
        </p:nvSpPr>
        <p:spPr bwMode="auto">
          <a:xfrm>
            <a:off x="6629400" y="4876800"/>
            <a:ext cx="0" cy="762000"/>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231" name="Line 18"/>
          <p:cNvSpPr>
            <a:spLocks noChangeShapeType="1"/>
          </p:cNvSpPr>
          <p:nvPr/>
        </p:nvSpPr>
        <p:spPr bwMode="auto">
          <a:xfrm>
            <a:off x="6019800" y="3352800"/>
            <a:ext cx="685800" cy="990600"/>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232" name="Line 20"/>
          <p:cNvSpPr>
            <a:spLocks noChangeShapeType="1"/>
          </p:cNvSpPr>
          <p:nvPr/>
        </p:nvSpPr>
        <p:spPr bwMode="auto">
          <a:xfrm>
            <a:off x="1066800" y="228600"/>
            <a:ext cx="6934200" cy="0"/>
          </a:xfrm>
          <a:prstGeom prst="line">
            <a:avLst/>
          </a:prstGeom>
          <a:noFill/>
          <a:ln w="1143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233" name="Line 21"/>
          <p:cNvSpPr>
            <a:spLocks noChangeShapeType="1"/>
          </p:cNvSpPr>
          <p:nvPr/>
        </p:nvSpPr>
        <p:spPr bwMode="auto">
          <a:xfrm flipH="1">
            <a:off x="1066800" y="1295400"/>
            <a:ext cx="6934200" cy="0"/>
          </a:xfrm>
          <a:prstGeom prst="line">
            <a:avLst/>
          </a:prstGeom>
          <a:noFill/>
          <a:ln w="1143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pic>
        <p:nvPicPr>
          <p:cNvPr id="9234" name="Picture 22" descr="j0315776"/>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086600" y="1752600"/>
            <a:ext cx="1371600" cy="1093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35" name="Picture 24" descr="MCj0361268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4800" y="1676400"/>
            <a:ext cx="1676400" cy="1331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0" y="0"/>
            <a:ext cx="9144000" cy="1219200"/>
          </a:xfrm>
        </p:spPr>
        <p:txBody>
          <a:bodyPr/>
          <a:lstStyle/>
          <a:p>
            <a:pPr eaLnBrk="1" hangingPunct="1"/>
            <a:r>
              <a:rPr lang="en-US" sz="4800" smtClean="0">
                <a:latin typeface="Arial Black" pitchFamily="34" charset="0"/>
              </a:rPr>
              <a:t>Multiple-Way Selection</a:t>
            </a:r>
          </a:p>
        </p:txBody>
      </p:sp>
      <p:grpSp>
        <p:nvGrpSpPr>
          <p:cNvPr id="10243" name="Group 2"/>
          <p:cNvGrpSpPr>
            <a:grpSpLocks/>
          </p:cNvGrpSpPr>
          <p:nvPr/>
        </p:nvGrpSpPr>
        <p:grpSpPr bwMode="auto">
          <a:xfrm>
            <a:off x="496888" y="917575"/>
            <a:ext cx="8342312" cy="5559425"/>
            <a:chOff x="496888" y="917575"/>
            <a:chExt cx="8342312" cy="5559425"/>
          </a:xfrm>
        </p:grpSpPr>
        <p:sp>
          <p:nvSpPr>
            <p:cNvPr id="10244" name="Text Box 6"/>
            <p:cNvSpPr txBox="1">
              <a:spLocks noChangeArrowheads="1"/>
            </p:cNvSpPr>
            <p:nvPr/>
          </p:nvSpPr>
          <p:spPr bwMode="auto">
            <a:xfrm>
              <a:off x="496888" y="5943600"/>
              <a:ext cx="3733800" cy="533400"/>
            </a:xfrm>
            <a:prstGeom prst="rect">
              <a:avLst/>
            </a:prstGeom>
            <a:solidFill>
              <a:srgbClr val="00FFCC"/>
            </a:solidFill>
            <a:ln w="57150">
              <a:solidFill>
                <a:schemeClr val="tx1"/>
              </a:solidFill>
              <a:miter lim="800000"/>
              <a:headEnd/>
              <a:tailEnd/>
            </a:ln>
          </p:spPr>
          <p:txBody>
            <a:bodyPr>
              <a:spAutoFit/>
            </a:bodyPr>
            <a:lstStyle>
              <a:lvl1pPr marL="914400" indent="-914400" eaLnBrk="0" hangingPunct="0">
                <a:tabLst>
                  <a:tab pos="633413" algn="l"/>
                </a:tabLst>
                <a:defRPr sz="1900" b="1">
                  <a:solidFill>
                    <a:schemeClr val="tx1"/>
                  </a:solidFill>
                  <a:latin typeface="Arial Black" pitchFamily="34" charset="0"/>
                </a:defRPr>
              </a:lvl1pPr>
              <a:lvl2pPr marL="742950" indent="-285750" eaLnBrk="0" hangingPunct="0">
                <a:tabLst>
                  <a:tab pos="633413" algn="l"/>
                </a:tabLst>
                <a:defRPr sz="1900" b="1">
                  <a:solidFill>
                    <a:schemeClr val="tx1"/>
                  </a:solidFill>
                  <a:latin typeface="Arial Black" pitchFamily="34" charset="0"/>
                </a:defRPr>
              </a:lvl2pPr>
              <a:lvl3pPr marL="1143000" indent="-228600" eaLnBrk="0" hangingPunct="0">
                <a:tabLst>
                  <a:tab pos="633413" algn="l"/>
                </a:tabLst>
                <a:defRPr sz="1900" b="1">
                  <a:solidFill>
                    <a:schemeClr val="tx1"/>
                  </a:solidFill>
                  <a:latin typeface="Arial Black" pitchFamily="34" charset="0"/>
                </a:defRPr>
              </a:lvl3pPr>
              <a:lvl4pPr marL="1600200" indent="-228600" eaLnBrk="0" hangingPunct="0">
                <a:tabLst>
                  <a:tab pos="633413" algn="l"/>
                </a:tabLst>
                <a:defRPr sz="1900" b="1">
                  <a:solidFill>
                    <a:schemeClr val="tx1"/>
                  </a:solidFill>
                  <a:latin typeface="Arial Black" pitchFamily="34" charset="0"/>
                </a:defRPr>
              </a:lvl4pPr>
              <a:lvl5pPr marL="2057400" indent="-228600" eaLnBrk="0" hangingPunct="0">
                <a:tabLst>
                  <a:tab pos="633413"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633413"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633413"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633413"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633413" algn="l"/>
                </a:tabLst>
                <a:defRPr sz="1900" b="1">
                  <a:solidFill>
                    <a:schemeClr val="tx1"/>
                  </a:solidFill>
                  <a:latin typeface="Arial Black" pitchFamily="34" charset="0"/>
                </a:defRPr>
              </a:lvl9pPr>
            </a:lstStyle>
            <a:p>
              <a:pPr algn="ctr" eaLnBrk="1" hangingPunct="1">
                <a:lnSpc>
                  <a:spcPct val="90000"/>
                </a:lnSpc>
              </a:pPr>
              <a:r>
                <a:rPr lang="en-US" sz="2800">
                  <a:latin typeface="Arial" charset="0"/>
                  <a:sym typeface="Symbol" pitchFamily="18" charset="2"/>
                </a:rPr>
                <a:t>Program Statement</a:t>
              </a:r>
            </a:p>
          </p:txBody>
        </p:sp>
        <p:sp>
          <p:nvSpPr>
            <p:cNvPr id="10245" name="Line 7"/>
            <p:cNvSpPr>
              <a:spLocks noChangeShapeType="1"/>
            </p:cNvSpPr>
            <p:nvPr/>
          </p:nvSpPr>
          <p:spPr bwMode="auto">
            <a:xfrm>
              <a:off x="2325688" y="2103120"/>
              <a:ext cx="0" cy="640080"/>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246" name="Text Box 4"/>
            <p:cNvSpPr txBox="1">
              <a:spLocks noChangeArrowheads="1"/>
            </p:cNvSpPr>
            <p:nvPr/>
          </p:nvSpPr>
          <p:spPr bwMode="auto">
            <a:xfrm>
              <a:off x="4840288" y="2743201"/>
              <a:ext cx="3733800" cy="533400"/>
            </a:xfrm>
            <a:prstGeom prst="rect">
              <a:avLst/>
            </a:prstGeom>
            <a:solidFill>
              <a:srgbClr val="00FFCC"/>
            </a:solidFill>
            <a:ln w="57150">
              <a:solidFill>
                <a:schemeClr val="tx1"/>
              </a:solidFill>
              <a:miter lim="800000"/>
              <a:headEnd/>
              <a:tailEnd/>
            </a:ln>
          </p:spPr>
          <p:txBody>
            <a:bodyPr>
              <a:spAutoFit/>
            </a:bodyPr>
            <a:lstStyle>
              <a:lvl1pPr marL="914400" indent="-914400" eaLnBrk="0" hangingPunct="0">
                <a:tabLst>
                  <a:tab pos="633413" algn="l"/>
                </a:tabLst>
                <a:defRPr sz="1900" b="1">
                  <a:solidFill>
                    <a:schemeClr val="tx1"/>
                  </a:solidFill>
                  <a:latin typeface="Arial Black" pitchFamily="34" charset="0"/>
                </a:defRPr>
              </a:lvl1pPr>
              <a:lvl2pPr marL="742950" indent="-285750" eaLnBrk="0" hangingPunct="0">
                <a:tabLst>
                  <a:tab pos="633413" algn="l"/>
                </a:tabLst>
                <a:defRPr sz="1900" b="1">
                  <a:solidFill>
                    <a:schemeClr val="tx1"/>
                  </a:solidFill>
                  <a:latin typeface="Arial Black" pitchFamily="34" charset="0"/>
                </a:defRPr>
              </a:lvl2pPr>
              <a:lvl3pPr marL="1143000" indent="-228600" eaLnBrk="0" hangingPunct="0">
                <a:tabLst>
                  <a:tab pos="633413" algn="l"/>
                </a:tabLst>
                <a:defRPr sz="1900" b="1">
                  <a:solidFill>
                    <a:schemeClr val="tx1"/>
                  </a:solidFill>
                  <a:latin typeface="Arial Black" pitchFamily="34" charset="0"/>
                </a:defRPr>
              </a:lvl3pPr>
              <a:lvl4pPr marL="1600200" indent="-228600" eaLnBrk="0" hangingPunct="0">
                <a:tabLst>
                  <a:tab pos="633413" algn="l"/>
                </a:tabLst>
                <a:defRPr sz="1900" b="1">
                  <a:solidFill>
                    <a:schemeClr val="tx1"/>
                  </a:solidFill>
                  <a:latin typeface="Arial Black" pitchFamily="34" charset="0"/>
                </a:defRPr>
              </a:lvl4pPr>
              <a:lvl5pPr marL="2057400" indent="-228600" eaLnBrk="0" hangingPunct="0">
                <a:tabLst>
                  <a:tab pos="633413"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633413"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633413"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633413"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633413" algn="l"/>
                </a:tabLst>
                <a:defRPr sz="1900" b="1">
                  <a:solidFill>
                    <a:schemeClr val="tx1"/>
                  </a:solidFill>
                  <a:latin typeface="Arial Black" pitchFamily="34" charset="0"/>
                </a:defRPr>
              </a:lvl9pPr>
            </a:lstStyle>
            <a:p>
              <a:pPr algn="ctr" eaLnBrk="1" hangingPunct="1">
                <a:lnSpc>
                  <a:spcPct val="90000"/>
                </a:lnSpc>
              </a:pPr>
              <a:r>
                <a:rPr lang="en-US" sz="2800">
                  <a:latin typeface="Arial" charset="0"/>
                  <a:sym typeface="Symbol" pitchFamily="18" charset="2"/>
                </a:rPr>
                <a:t>Program Statement</a:t>
              </a:r>
            </a:p>
          </p:txBody>
        </p:sp>
        <p:sp>
          <p:nvSpPr>
            <p:cNvPr id="10247" name="Text Box 12"/>
            <p:cNvSpPr txBox="1">
              <a:spLocks noChangeArrowheads="1"/>
            </p:cNvSpPr>
            <p:nvPr/>
          </p:nvSpPr>
          <p:spPr bwMode="auto">
            <a:xfrm>
              <a:off x="3886201" y="2495551"/>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900" b="1">
                  <a:solidFill>
                    <a:schemeClr val="tx1"/>
                  </a:solidFill>
                  <a:latin typeface="Arial Black" pitchFamily="34" charset="0"/>
                </a:defRPr>
              </a:lvl1pPr>
              <a:lvl2pPr marL="742950" indent="-285750" eaLnBrk="0" hangingPunct="0">
                <a:defRPr sz="1900" b="1">
                  <a:solidFill>
                    <a:schemeClr val="tx1"/>
                  </a:solidFill>
                  <a:latin typeface="Arial Black" pitchFamily="34" charset="0"/>
                </a:defRPr>
              </a:lvl2pPr>
              <a:lvl3pPr marL="1143000" indent="-228600" eaLnBrk="0" hangingPunct="0">
                <a:defRPr sz="1900" b="1">
                  <a:solidFill>
                    <a:schemeClr val="tx1"/>
                  </a:solidFill>
                  <a:latin typeface="Arial Black" pitchFamily="34" charset="0"/>
                </a:defRPr>
              </a:lvl3pPr>
              <a:lvl4pPr marL="1600200" indent="-228600" eaLnBrk="0" hangingPunct="0">
                <a:defRPr sz="1900" b="1">
                  <a:solidFill>
                    <a:schemeClr val="tx1"/>
                  </a:solidFill>
                  <a:latin typeface="Arial Black" pitchFamily="34" charset="0"/>
                </a:defRPr>
              </a:lvl4pPr>
              <a:lvl5pPr marL="2057400" indent="-228600" eaLnBrk="0" hangingPunct="0">
                <a:defRPr sz="1900" b="1">
                  <a:solidFill>
                    <a:schemeClr val="tx1"/>
                  </a:solidFill>
                  <a:latin typeface="Arial Black" pitchFamily="34" charset="0"/>
                </a:defRPr>
              </a:lvl5pPr>
              <a:lvl6pPr marL="2514600" indent="-228600" eaLnBrk="0" fontAlgn="base" hangingPunct="0">
                <a:spcBef>
                  <a:spcPct val="0"/>
                </a:spcBef>
                <a:spcAft>
                  <a:spcPct val="0"/>
                </a:spcAft>
                <a:defRPr sz="1900" b="1">
                  <a:solidFill>
                    <a:schemeClr val="tx1"/>
                  </a:solidFill>
                  <a:latin typeface="Arial Black" pitchFamily="34" charset="0"/>
                </a:defRPr>
              </a:lvl6pPr>
              <a:lvl7pPr marL="2971800" indent="-228600" eaLnBrk="0" fontAlgn="base" hangingPunct="0">
                <a:spcBef>
                  <a:spcPct val="0"/>
                </a:spcBef>
                <a:spcAft>
                  <a:spcPct val="0"/>
                </a:spcAft>
                <a:defRPr sz="1900" b="1">
                  <a:solidFill>
                    <a:schemeClr val="tx1"/>
                  </a:solidFill>
                  <a:latin typeface="Arial Black" pitchFamily="34" charset="0"/>
                </a:defRPr>
              </a:lvl7pPr>
              <a:lvl8pPr marL="3429000" indent="-228600" eaLnBrk="0" fontAlgn="base" hangingPunct="0">
                <a:spcBef>
                  <a:spcPct val="0"/>
                </a:spcBef>
                <a:spcAft>
                  <a:spcPct val="0"/>
                </a:spcAft>
                <a:defRPr sz="1900" b="1">
                  <a:solidFill>
                    <a:schemeClr val="tx1"/>
                  </a:solidFill>
                  <a:latin typeface="Arial Black" pitchFamily="34" charset="0"/>
                </a:defRPr>
              </a:lvl8pPr>
              <a:lvl9pPr marL="3886200" indent="-228600" eaLnBrk="0" fontAlgn="base" hangingPunct="0">
                <a:spcBef>
                  <a:spcPct val="0"/>
                </a:spcBef>
                <a:spcAft>
                  <a:spcPct val="0"/>
                </a:spcAft>
                <a:defRPr sz="1900" b="1">
                  <a:solidFill>
                    <a:schemeClr val="tx1"/>
                  </a:solidFill>
                  <a:latin typeface="Arial Black" pitchFamily="34" charset="0"/>
                </a:defRPr>
              </a:lvl9pPr>
            </a:lstStyle>
            <a:p>
              <a:pPr eaLnBrk="1" hangingPunct="1">
                <a:spcBef>
                  <a:spcPct val="50000"/>
                </a:spcBef>
              </a:pPr>
              <a:r>
                <a:rPr lang="en-US" sz="2400" i="1">
                  <a:latin typeface="Arial Narrow" pitchFamily="34" charset="0"/>
                </a:rPr>
                <a:t>Match</a:t>
              </a:r>
            </a:p>
          </p:txBody>
        </p:sp>
        <p:sp>
          <p:nvSpPr>
            <p:cNvPr id="10248" name="Text Box 13"/>
            <p:cNvSpPr txBox="1">
              <a:spLocks noChangeArrowheads="1"/>
            </p:cNvSpPr>
            <p:nvPr/>
          </p:nvSpPr>
          <p:spPr bwMode="auto">
            <a:xfrm>
              <a:off x="969264" y="3276601"/>
              <a:ext cx="17160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900" b="1">
                  <a:solidFill>
                    <a:schemeClr val="tx1"/>
                  </a:solidFill>
                  <a:latin typeface="Arial Black" pitchFamily="34" charset="0"/>
                </a:defRPr>
              </a:lvl1pPr>
              <a:lvl2pPr marL="742950" indent="-285750" eaLnBrk="0" hangingPunct="0">
                <a:defRPr sz="1900" b="1">
                  <a:solidFill>
                    <a:schemeClr val="tx1"/>
                  </a:solidFill>
                  <a:latin typeface="Arial Black" pitchFamily="34" charset="0"/>
                </a:defRPr>
              </a:lvl2pPr>
              <a:lvl3pPr marL="1143000" indent="-228600" eaLnBrk="0" hangingPunct="0">
                <a:defRPr sz="1900" b="1">
                  <a:solidFill>
                    <a:schemeClr val="tx1"/>
                  </a:solidFill>
                  <a:latin typeface="Arial Black" pitchFamily="34" charset="0"/>
                </a:defRPr>
              </a:lvl3pPr>
              <a:lvl4pPr marL="1600200" indent="-228600" eaLnBrk="0" hangingPunct="0">
                <a:defRPr sz="1900" b="1">
                  <a:solidFill>
                    <a:schemeClr val="tx1"/>
                  </a:solidFill>
                  <a:latin typeface="Arial Black" pitchFamily="34" charset="0"/>
                </a:defRPr>
              </a:lvl4pPr>
              <a:lvl5pPr marL="2057400" indent="-228600" eaLnBrk="0" hangingPunct="0">
                <a:defRPr sz="1900" b="1">
                  <a:solidFill>
                    <a:schemeClr val="tx1"/>
                  </a:solidFill>
                  <a:latin typeface="Arial Black" pitchFamily="34" charset="0"/>
                </a:defRPr>
              </a:lvl5pPr>
              <a:lvl6pPr marL="2514600" indent="-228600" eaLnBrk="0" fontAlgn="base" hangingPunct="0">
                <a:spcBef>
                  <a:spcPct val="0"/>
                </a:spcBef>
                <a:spcAft>
                  <a:spcPct val="0"/>
                </a:spcAft>
                <a:defRPr sz="1900" b="1">
                  <a:solidFill>
                    <a:schemeClr val="tx1"/>
                  </a:solidFill>
                  <a:latin typeface="Arial Black" pitchFamily="34" charset="0"/>
                </a:defRPr>
              </a:lvl6pPr>
              <a:lvl7pPr marL="2971800" indent="-228600" eaLnBrk="0" fontAlgn="base" hangingPunct="0">
                <a:spcBef>
                  <a:spcPct val="0"/>
                </a:spcBef>
                <a:spcAft>
                  <a:spcPct val="0"/>
                </a:spcAft>
                <a:defRPr sz="1900" b="1">
                  <a:solidFill>
                    <a:schemeClr val="tx1"/>
                  </a:solidFill>
                  <a:latin typeface="Arial Black" pitchFamily="34" charset="0"/>
                </a:defRPr>
              </a:lvl7pPr>
              <a:lvl8pPr marL="3429000" indent="-228600" eaLnBrk="0" fontAlgn="base" hangingPunct="0">
                <a:spcBef>
                  <a:spcPct val="0"/>
                </a:spcBef>
                <a:spcAft>
                  <a:spcPct val="0"/>
                </a:spcAft>
                <a:defRPr sz="1900" b="1">
                  <a:solidFill>
                    <a:schemeClr val="tx1"/>
                  </a:solidFill>
                  <a:latin typeface="Arial Black" pitchFamily="34" charset="0"/>
                </a:defRPr>
              </a:lvl8pPr>
              <a:lvl9pPr marL="3886200" indent="-228600" eaLnBrk="0" fontAlgn="base" hangingPunct="0">
                <a:spcBef>
                  <a:spcPct val="0"/>
                </a:spcBef>
                <a:spcAft>
                  <a:spcPct val="0"/>
                </a:spcAft>
                <a:defRPr sz="1900" b="1">
                  <a:solidFill>
                    <a:schemeClr val="tx1"/>
                  </a:solidFill>
                  <a:latin typeface="Arial Black" pitchFamily="34" charset="0"/>
                </a:defRPr>
              </a:lvl9pPr>
            </a:lstStyle>
            <a:p>
              <a:pPr eaLnBrk="1" hangingPunct="1">
                <a:spcBef>
                  <a:spcPct val="50000"/>
                </a:spcBef>
              </a:pPr>
              <a:r>
                <a:rPr lang="en-US" sz="2400" i="1">
                  <a:latin typeface="Arial Narrow" pitchFamily="34" charset="0"/>
                </a:rPr>
                <a:t>No Match</a:t>
              </a:r>
            </a:p>
          </p:txBody>
        </p:sp>
        <p:sp>
          <p:nvSpPr>
            <p:cNvPr id="10249" name="Line 14"/>
            <p:cNvSpPr>
              <a:spLocks noChangeShapeType="1"/>
            </p:cNvSpPr>
            <p:nvPr/>
          </p:nvSpPr>
          <p:spPr bwMode="auto">
            <a:xfrm>
              <a:off x="3849688" y="2997201"/>
              <a:ext cx="990600" cy="0"/>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250" name="Line 15"/>
            <p:cNvSpPr>
              <a:spLocks noChangeShapeType="1"/>
            </p:cNvSpPr>
            <p:nvPr/>
          </p:nvSpPr>
          <p:spPr bwMode="auto">
            <a:xfrm>
              <a:off x="2325688" y="3170237"/>
              <a:ext cx="0" cy="639763"/>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251" name="Text Box 18"/>
            <p:cNvSpPr txBox="1">
              <a:spLocks noChangeArrowheads="1"/>
            </p:cNvSpPr>
            <p:nvPr/>
          </p:nvSpPr>
          <p:spPr bwMode="auto">
            <a:xfrm>
              <a:off x="4840288" y="3810001"/>
              <a:ext cx="3733800" cy="533400"/>
            </a:xfrm>
            <a:prstGeom prst="rect">
              <a:avLst/>
            </a:prstGeom>
            <a:solidFill>
              <a:srgbClr val="00FFCC"/>
            </a:solidFill>
            <a:ln w="57150">
              <a:solidFill>
                <a:schemeClr val="tx1"/>
              </a:solidFill>
              <a:miter lim="800000"/>
              <a:headEnd/>
              <a:tailEnd/>
            </a:ln>
          </p:spPr>
          <p:txBody>
            <a:bodyPr>
              <a:spAutoFit/>
            </a:bodyPr>
            <a:lstStyle>
              <a:lvl1pPr marL="914400" indent="-914400" eaLnBrk="0" hangingPunct="0">
                <a:tabLst>
                  <a:tab pos="633413" algn="l"/>
                </a:tabLst>
                <a:defRPr sz="1900" b="1">
                  <a:solidFill>
                    <a:schemeClr val="tx1"/>
                  </a:solidFill>
                  <a:latin typeface="Arial Black" pitchFamily="34" charset="0"/>
                </a:defRPr>
              </a:lvl1pPr>
              <a:lvl2pPr marL="742950" indent="-285750" eaLnBrk="0" hangingPunct="0">
                <a:tabLst>
                  <a:tab pos="633413" algn="l"/>
                </a:tabLst>
                <a:defRPr sz="1900" b="1">
                  <a:solidFill>
                    <a:schemeClr val="tx1"/>
                  </a:solidFill>
                  <a:latin typeface="Arial Black" pitchFamily="34" charset="0"/>
                </a:defRPr>
              </a:lvl2pPr>
              <a:lvl3pPr marL="1143000" indent="-228600" eaLnBrk="0" hangingPunct="0">
                <a:tabLst>
                  <a:tab pos="633413" algn="l"/>
                </a:tabLst>
                <a:defRPr sz="1900" b="1">
                  <a:solidFill>
                    <a:schemeClr val="tx1"/>
                  </a:solidFill>
                  <a:latin typeface="Arial Black" pitchFamily="34" charset="0"/>
                </a:defRPr>
              </a:lvl3pPr>
              <a:lvl4pPr marL="1600200" indent="-228600" eaLnBrk="0" hangingPunct="0">
                <a:tabLst>
                  <a:tab pos="633413" algn="l"/>
                </a:tabLst>
                <a:defRPr sz="1900" b="1">
                  <a:solidFill>
                    <a:schemeClr val="tx1"/>
                  </a:solidFill>
                  <a:latin typeface="Arial Black" pitchFamily="34" charset="0"/>
                </a:defRPr>
              </a:lvl4pPr>
              <a:lvl5pPr marL="2057400" indent="-228600" eaLnBrk="0" hangingPunct="0">
                <a:tabLst>
                  <a:tab pos="633413"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633413"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633413"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633413"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633413" algn="l"/>
                </a:tabLst>
                <a:defRPr sz="1900" b="1">
                  <a:solidFill>
                    <a:schemeClr val="tx1"/>
                  </a:solidFill>
                  <a:latin typeface="Arial Black" pitchFamily="34" charset="0"/>
                </a:defRPr>
              </a:lvl9pPr>
            </a:lstStyle>
            <a:p>
              <a:pPr algn="ctr" eaLnBrk="1" hangingPunct="1">
                <a:lnSpc>
                  <a:spcPct val="90000"/>
                </a:lnSpc>
              </a:pPr>
              <a:r>
                <a:rPr lang="en-US" sz="2800">
                  <a:latin typeface="Arial" charset="0"/>
                  <a:sym typeface="Symbol" pitchFamily="18" charset="2"/>
                </a:rPr>
                <a:t>Program Statement</a:t>
              </a:r>
            </a:p>
          </p:txBody>
        </p:sp>
        <p:sp>
          <p:nvSpPr>
            <p:cNvPr id="10252" name="Text Box 20"/>
            <p:cNvSpPr txBox="1">
              <a:spLocks noChangeArrowheads="1"/>
            </p:cNvSpPr>
            <p:nvPr/>
          </p:nvSpPr>
          <p:spPr bwMode="auto">
            <a:xfrm>
              <a:off x="3886201" y="3565526"/>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900" b="1">
                  <a:solidFill>
                    <a:schemeClr val="tx1"/>
                  </a:solidFill>
                  <a:latin typeface="Arial Black" pitchFamily="34" charset="0"/>
                </a:defRPr>
              </a:lvl1pPr>
              <a:lvl2pPr marL="742950" indent="-285750" eaLnBrk="0" hangingPunct="0">
                <a:defRPr sz="1900" b="1">
                  <a:solidFill>
                    <a:schemeClr val="tx1"/>
                  </a:solidFill>
                  <a:latin typeface="Arial Black" pitchFamily="34" charset="0"/>
                </a:defRPr>
              </a:lvl2pPr>
              <a:lvl3pPr marL="1143000" indent="-228600" eaLnBrk="0" hangingPunct="0">
                <a:defRPr sz="1900" b="1">
                  <a:solidFill>
                    <a:schemeClr val="tx1"/>
                  </a:solidFill>
                  <a:latin typeface="Arial Black" pitchFamily="34" charset="0"/>
                </a:defRPr>
              </a:lvl3pPr>
              <a:lvl4pPr marL="1600200" indent="-228600" eaLnBrk="0" hangingPunct="0">
                <a:defRPr sz="1900" b="1">
                  <a:solidFill>
                    <a:schemeClr val="tx1"/>
                  </a:solidFill>
                  <a:latin typeface="Arial Black" pitchFamily="34" charset="0"/>
                </a:defRPr>
              </a:lvl4pPr>
              <a:lvl5pPr marL="2057400" indent="-228600" eaLnBrk="0" hangingPunct="0">
                <a:defRPr sz="1900" b="1">
                  <a:solidFill>
                    <a:schemeClr val="tx1"/>
                  </a:solidFill>
                  <a:latin typeface="Arial Black" pitchFamily="34" charset="0"/>
                </a:defRPr>
              </a:lvl5pPr>
              <a:lvl6pPr marL="2514600" indent="-228600" eaLnBrk="0" fontAlgn="base" hangingPunct="0">
                <a:spcBef>
                  <a:spcPct val="0"/>
                </a:spcBef>
                <a:spcAft>
                  <a:spcPct val="0"/>
                </a:spcAft>
                <a:defRPr sz="1900" b="1">
                  <a:solidFill>
                    <a:schemeClr val="tx1"/>
                  </a:solidFill>
                  <a:latin typeface="Arial Black" pitchFamily="34" charset="0"/>
                </a:defRPr>
              </a:lvl6pPr>
              <a:lvl7pPr marL="2971800" indent="-228600" eaLnBrk="0" fontAlgn="base" hangingPunct="0">
                <a:spcBef>
                  <a:spcPct val="0"/>
                </a:spcBef>
                <a:spcAft>
                  <a:spcPct val="0"/>
                </a:spcAft>
                <a:defRPr sz="1900" b="1">
                  <a:solidFill>
                    <a:schemeClr val="tx1"/>
                  </a:solidFill>
                  <a:latin typeface="Arial Black" pitchFamily="34" charset="0"/>
                </a:defRPr>
              </a:lvl7pPr>
              <a:lvl8pPr marL="3429000" indent="-228600" eaLnBrk="0" fontAlgn="base" hangingPunct="0">
                <a:spcBef>
                  <a:spcPct val="0"/>
                </a:spcBef>
                <a:spcAft>
                  <a:spcPct val="0"/>
                </a:spcAft>
                <a:defRPr sz="1900" b="1">
                  <a:solidFill>
                    <a:schemeClr val="tx1"/>
                  </a:solidFill>
                  <a:latin typeface="Arial Black" pitchFamily="34" charset="0"/>
                </a:defRPr>
              </a:lvl8pPr>
              <a:lvl9pPr marL="3886200" indent="-228600" eaLnBrk="0" fontAlgn="base" hangingPunct="0">
                <a:spcBef>
                  <a:spcPct val="0"/>
                </a:spcBef>
                <a:spcAft>
                  <a:spcPct val="0"/>
                </a:spcAft>
                <a:defRPr sz="1900" b="1">
                  <a:solidFill>
                    <a:schemeClr val="tx1"/>
                  </a:solidFill>
                  <a:latin typeface="Arial Black" pitchFamily="34" charset="0"/>
                </a:defRPr>
              </a:lvl9pPr>
            </a:lstStyle>
            <a:p>
              <a:pPr eaLnBrk="1" hangingPunct="1">
                <a:spcBef>
                  <a:spcPct val="50000"/>
                </a:spcBef>
              </a:pPr>
              <a:r>
                <a:rPr lang="en-US" sz="2400" i="1">
                  <a:latin typeface="Arial Narrow" pitchFamily="34" charset="0"/>
                </a:rPr>
                <a:t>Match</a:t>
              </a:r>
            </a:p>
          </p:txBody>
        </p:sp>
        <p:sp>
          <p:nvSpPr>
            <p:cNvPr id="10253" name="Text Box 21"/>
            <p:cNvSpPr txBox="1">
              <a:spLocks noChangeArrowheads="1"/>
            </p:cNvSpPr>
            <p:nvPr/>
          </p:nvSpPr>
          <p:spPr bwMode="auto">
            <a:xfrm>
              <a:off x="969264" y="4343401"/>
              <a:ext cx="17160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900" b="1">
                  <a:solidFill>
                    <a:schemeClr val="tx1"/>
                  </a:solidFill>
                  <a:latin typeface="Arial Black" pitchFamily="34" charset="0"/>
                </a:defRPr>
              </a:lvl1pPr>
              <a:lvl2pPr marL="742950" indent="-285750" eaLnBrk="0" hangingPunct="0">
                <a:defRPr sz="1900" b="1">
                  <a:solidFill>
                    <a:schemeClr val="tx1"/>
                  </a:solidFill>
                  <a:latin typeface="Arial Black" pitchFamily="34" charset="0"/>
                </a:defRPr>
              </a:lvl2pPr>
              <a:lvl3pPr marL="1143000" indent="-228600" eaLnBrk="0" hangingPunct="0">
                <a:defRPr sz="1900" b="1">
                  <a:solidFill>
                    <a:schemeClr val="tx1"/>
                  </a:solidFill>
                  <a:latin typeface="Arial Black" pitchFamily="34" charset="0"/>
                </a:defRPr>
              </a:lvl3pPr>
              <a:lvl4pPr marL="1600200" indent="-228600" eaLnBrk="0" hangingPunct="0">
                <a:defRPr sz="1900" b="1">
                  <a:solidFill>
                    <a:schemeClr val="tx1"/>
                  </a:solidFill>
                  <a:latin typeface="Arial Black" pitchFamily="34" charset="0"/>
                </a:defRPr>
              </a:lvl4pPr>
              <a:lvl5pPr marL="2057400" indent="-228600" eaLnBrk="0" hangingPunct="0">
                <a:defRPr sz="1900" b="1">
                  <a:solidFill>
                    <a:schemeClr val="tx1"/>
                  </a:solidFill>
                  <a:latin typeface="Arial Black" pitchFamily="34" charset="0"/>
                </a:defRPr>
              </a:lvl5pPr>
              <a:lvl6pPr marL="2514600" indent="-228600" eaLnBrk="0" fontAlgn="base" hangingPunct="0">
                <a:spcBef>
                  <a:spcPct val="0"/>
                </a:spcBef>
                <a:spcAft>
                  <a:spcPct val="0"/>
                </a:spcAft>
                <a:defRPr sz="1900" b="1">
                  <a:solidFill>
                    <a:schemeClr val="tx1"/>
                  </a:solidFill>
                  <a:latin typeface="Arial Black" pitchFamily="34" charset="0"/>
                </a:defRPr>
              </a:lvl6pPr>
              <a:lvl7pPr marL="2971800" indent="-228600" eaLnBrk="0" fontAlgn="base" hangingPunct="0">
                <a:spcBef>
                  <a:spcPct val="0"/>
                </a:spcBef>
                <a:spcAft>
                  <a:spcPct val="0"/>
                </a:spcAft>
                <a:defRPr sz="1900" b="1">
                  <a:solidFill>
                    <a:schemeClr val="tx1"/>
                  </a:solidFill>
                  <a:latin typeface="Arial Black" pitchFamily="34" charset="0"/>
                </a:defRPr>
              </a:lvl7pPr>
              <a:lvl8pPr marL="3429000" indent="-228600" eaLnBrk="0" fontAlgn="base" hangingPunct="0">
                <a:spcBef>
                  <a:spcPct val="0"/>
                </a:spcBef>
                <a:spcAft>
                  <a:spcPct val="0"/>
                </a:spcAft>
                <a:defRPr sz="1900" b="1">
                  <a:solidFill>
                    <a:schemeClr val="tx1"/>
                  </a:solidFill>
                  <a:latin typeface="Arial Black" pitchFamily="34" charset="0"/>
                </a:defRPr>
              </a:lvl8pPr>
              <a:lvl9pPr marL="3886200" indent="-228600" eaLnBrk="0" fontAlgn="base" hangingPunct="0">
                <a:spcBef>
                  <a:spcPct val="0"/>
                </a:spcBef>
                <a:spcAft>
                  <a:spcPct val="0"/>
                </a:spcAft>
                <a:defRPr sz="1900" b="1">
                  <a:solidFill>
                    <a:schemeClr val="tx1"/>
                  </a:solidFill>
                  <a:latin typeface="Arial Black" pitchFamily="34" charset="0"/>
                </a:defRPr>
              </a:lvl9pPr>
            </a:lstStyle>
            <a:p>
              <a:pPr eaLnBrk="1" hangingPunct="1">
                <a:spcBef>
                  <a:spcPct val="50000"/>
                </a:spcBef>
              </a:pPr>
              <a:r>
                <a:rPr lang="en-US" sz="2400" i="1">
                  <a:latin typeface="Arial Narrow" pitchFamily="34" charset="0"/>
                </a:rPr>
                <a:t>No Match</a:t>
              </a:r>
            </a:p>
          </p:txBody>
        </p:sp>
        <p:sp>
          <p:nvSpPr>
            <p:cNvPr id="10254" name="Line 22"/>
            <p:cNvSpPr>
              <a:spLocks noChangeShapeType="1"/>
            </p:cNvSpPr>
            <p:nvPr/>
          </p:nvSpPr>
          <p:spPr bwMode="auto">
            <a:xfrm>
              <a:off x="3849688" y="4064001"/>
              <a:ext cx="990600" cy="0"/>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255" name="Line 23"/>
            <p:cNvSpPr>
              <a:spLocks noChangeShapeType="1"/>
            </p:cNvSpPr>
            <p:nvPr/>
          </p:nvSpPr>
          <p:spPr bwMode="auto">
            <a:xfrm>
              <a:off x="2325688" y="4237037"/>
              <a:ext cx="0" cy="639763"/>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256" name="Text Box 25"/>
            <p:cNvSpPr txBox="1">
              <a:spLocks noChangeArrowheads="1"/>
            </p:cNvSpPr>
            <p:nvPr/>
          </p:nvSpPr>
          <p:spPr bwMode="auto">
            <a:xfrm>
              <a:off x="4840288" y="4876802"/>
              <a:ext cx="3733800" cy="533400"/>
            </a:xfrm>
            <a:prstGeom prst="rect">
              <a:avLst/>
            </a:prstGeom>
            <a:solidFill>
              <a:srgbClr val="00FFCC"/>
            </a:solidFill>
            <a:ln w="57150">
              <a:solidFill>
                <a:schemeClr val="tx1"/>
              </a:solidFill>
              <a:miter lim="800000"/>
              <a:headEnd/>
              <a:tailEnd/>
            </a:ln>
          </p:spPr>
          <p:txBody>
            <a:bodyPr>
              <a:spAutoFit/>
            </a:bodyPr>
            <a:lstStyle>
              <a:lvl1pPr marL="914400" indent="-914400" eaLnBrk="0" hangingPunct="0">
                <a:tabLst>
                  <a:tab pos="633413" algn="l"/>
                </a:tabLst>
                <a:defRPr sz="1900" b="1">
                  <a:solidFill>
                    <a:schemeClr val="tx1"/>
                  </a:solidFill>
                  <a:latin typeface="Arial Black" pitchFamily="34" charset="0"/>
                </a:defRPr>
              </a:lvl1pPr>
              <a:lvl2pPr marL="742950" indent="-285750" eaLnBrk="0" hangingPunct="0">
                <a:tabLst>
                  <a:tab pos="633413" algn="l"/>
                </a:tabLst>
                <a:defRPr sz="1900" b="1">
                  <a:solidFill>
                    <a:schemeClr val="tx1"/>
                  </a:solidFill>
                  <a:latin typeface="Arial Black" pitchFamily="34" charset="0"/>
                </a:defRPr>
              </a:lvl2pPr>
              <a:lvl3pPr marL="1143000" indent="-228600" eaLnBrk="0" hangingPunct="0">
                <a:tabLst>
                  <a:tab pos="633413" algn="l"/>
                </a:tabLst>
                <a:defRPr sz="1900" b="1">
                  <a:solidFill>
                    <a:schemeClr val="tx1"/>
                  </a:solidFill>
                  <a:latin typeface="Arial Black" pitchFamily="34" charset="0"/>
                </a:defRPr>
              </a:lvl3pPr>
              <a:lvl4pPr marL="1600200" indent="-228600" eaLnBrk="0" hangingPunct="0">
                <a:tabLst>
                  <a:tab pos="633413" algn="l"/>
                </a:tabLst>
                <a:defRPr sz="1900" b="1">
                  <a:solidFill>
                    <a:schemeClr val="tx1"/>
                  </a:solidFill>
                  <a:latin typeface="Arial Black" pitchFamily="34" charset="0"/>
                </a:defRPr>
              </a:lvl4pPr>
              <a:lvl5pPr marL="2057400" indent="-228600" eaLnBrk="0" hangingPunct="0">
                <a:tabLst>
                  <a:tab pos="633413"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633413"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633413"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633413"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633413" algn="l"/>
                </a:tabLst>
                <a:defRPr sz="1900" b="1">
                  <a:solidFill>
                    <a:schemeClr val="tx1"/>
                  </a:solidFill>
                  <a:latin typeface="Arial Black" pitchFamily="34" charset="0"/>
                </a:defRPr>
              </a:lvl9pPr>
            </a:lstStyle>
            <a:p>
              <a:pPr algn="ctr" eaLnBrk="1" hangingPunct="1">
                <a:lnSpc>
                  <a:spcPct val="90000"/>
                </a:lnSpc>
              </a:pPr>
              <a:r>
                <a:rPr lang="en-US" sz="2800">
                  <a:latin typeface="Arial" charset="0"/>
                  <a:sym typeface="Symbol" pitchFamily="18" charset="2"/>
                </a:rPr>
                <a:t>Program Statement</a:t>
              </a:r>
            </a:p>
          </p:txBody>
        </p:sp>
        <p:sp>
          <p:nvSpPr>
            <p:cNvPr id="10257" name="Text Box 27"/>
            <p:cNvSpPr txBox="1">
              <a:spLocks noChangeArrowheads="1"/>
            </p:cNvSpPr>
            <p:nvPr/>
          </p:nvSpPr>
          <p:spPr bwMode="auto">
            <a:xfrm>
              <a:off x="3886201" y="4627564"/>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900" b="1">
                  <a:solidFill>
                    <a:schemeClr val="tx1"/>
                  </a:solidFill>
                  <a:latin typeface="Arial Black" pitchFamily="34" charset="0"/>
                </a:defRPr>
              </a:lvl1pPr>
              <a:lvl2pPr marL="742950" indent="-285750" eaLnBrk="0" hangingPunct="0">
                <a:defRPr sz="1900" b="1">
                  <a:solidFill>
                    <a:schemeClr val="tx1"/>
                  </a:solidFill>
                  <a:latin typeface="Arial Black" pitchFamily="34" charset="0"/>
                </a:defRPr>
              </a:lvl2pPr>
              <a:lvl3pPr marL="1143000" indent="-228600" eaLnBrk="0" hangingPunct="0">
                <a:defRPr sz="1900" b="1">
                  <a:solidFill>
                    <a:schemeClr val="tx1"/>
                  </a:solidFill>
                  <a:latin typeface="Arial Black" pitchFamily="34" charset="0"/>
                </a:defRPr>
              </a:lvl3pPr>
              <a:lvl4pPr marL="1600200" indent="-228600" eaLnBrk="0" hangingPunct="0">
                <a:defRPr sz="1900" b="1">
                  <a:solidFill>
                    <a:schemeClr val="tx1"/>
                  </a:solidFill>
                  <a:latin typeface="Arial Black" pitchFamily="34" charset="0"/>
                </a:defRPr>
              </a:lvl4pPr>
              <a:lvl5pPr marL="2057400" indent="-228600" eaLnBrk="0" hangingPunct="0">
                <a:defRPr sz="1900" b="1">
                  <a:solidFill>
                    <a:schemeClr val="tx1"/>
                  </a:solidFill>
                  <a:latin typeface="Arial Black" pitchFamily="34" charset="0"/>
                </a:defRPr>
              </a:lvl5pPr>
              <a:lvl6pPr marL="2514600" indent="-228600" eaLnBrk="0" fontAlgn="base" hangingPunct="0">
                <a:spcBef>
                  <a:spcPct val="0"/>
                </a:spcBef>
                <a:spcAft>
                  <a:spcPct val="0"/>
                </a:spcAft>
                <a:defRPr sz="1900" b="1">
                  <a:solidFill>
                    <a:schemeClr val="tx1"/>
                  </a:solidFill>
                  <a:latin typeface="Arial Black" pitchFamily="34" charset="0"/>
                </a:defRPr>
              </a:lvl6pPr>
              <a:lvl7pPr marL="2971800" indent="-228600" eaLnBrk="0" fontAlgn="base" hangingPunct="0">
                <a:spcBef>
                  <a:spcPct val="0"/>
                </a:spcBef>
                <a:spcAft>
                  <a:spcPct val="0"/>
                </a:spcAft>
                <a:defRPr sz="1900" b="1">
                  <a:solidFill>
                    <a:schemeClr val="tx1"/>
                  </a:solidFill>
                  <a:latin typeface="Arial Black" pitchFamily="34" charset="0"/>
                </a:defRPr>
              </a:lvl7pPr>
              <a:lvl8pPr marL="3429000" indent="-228600" eaLnBrk="0" fontAlgn="base" hangingPunct="0">
                <a:spcBef>
                  <a:spcPct val="0"/>
                </a:spcBef>
                <a:spcAft>
                  <a:spcPct val="0"/>
                </a:spcAft>
                <a:defRPr sz="1900" b="1">
                  <a:solidFill>
                    <a:schemeClr val="tx1"/>
                  </a:solidFill>
                  <a:latin typeface="Arial Black" pitchFamily="34" charset="0"/>
                </a:defRPr>
              </a:lvl8pPr>
              <a:lvl9pPr marL="3886200" indent="-228600" eaLnBrk="0" fontAlgn="base" hangingPunct="0">
                <a:spcBef>
                  <a:spcPct val="0"/>
                </a:spcBef>
                <a:spcAft>
                  <a:spcPct val="0"/>
                </a:spcAft>
                <a:defRPr sz="1900" b="1">
                  <a:solidFill>
                    <a:schemeClr val="tx1"/>
                  </a:solidFill>
                  <a:latin typeface="Arial Black" pitchFamily="34" charset="0"/>
                </a:defRPr>
              </a:lvl9pPr>
            </a:lstStyle>
            <a:p>
              <a:pPr eaLnBrk="1" hangingPunct="1">
                <a:spcBef>
                  <a:spcPct val="50000"/>
                </a:spcBef>
              </a:pPr>
              <a:r>
                <a:rPr lang="en-US" sz="2400" i="1">
                  <a:latin typeface="Arial Narrow" pitchFamily="34" charset="0"/>
                </a:rPr>
                <a:t>Match</a:t>
              </a:r>
            </a:p>
          </p:txBody>
        </p:sp>
        <p:sp>
          <p:nvSpPr>
            <p:cNvPr id="10258" name="Text Box 28"/>
            <p:cNvSpPr txBox="1">
              <a:spLocks noChangeArrowheads="1"/>
            </p:cNvSpPr>
            <p:nvPr/>
          </p:nvSpPr>
          <p:spPr bwMode="auto">
            <a:xfrm>
              <a:off x="969264" y="5410202"/>
              <a:ext cx="17160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900" b="1">
                  <a:solidFill>
                    <a:schemeClr val="tx1"/>
                  </a:solidFill>
                  <a:latin typeface="Arial Black" pitchFamily="34" charset="0"/>
                </a:defRPr>
              </a:lvl1pPr>
              <a:lvl2pPr marL="742950" indent="-285750" eaLnBrk="0" hangingPunct="0">
                <a:defRPr sz="1900" b="1">
                  <a:solidFill>
                    <a:schemeClr val="tx1"/>
                  </a:solidFill>
                  <a:latin typeface="Arial Black" pitchFamily="34" charset="0"/>
                </a:defRPr>
              </a:lvl2pPr>
              <a:lvl3pPr marL="1143000" indent="-228600" eaLnBrk="0" hangingPunct="0">
                <a:defRPr sz="1900" b="1">
                  <a:solidFill>
                    <a:schemeClr val="tx1"/>
                  </a:solidFill>
                  <a:latin typeface="Arial Black" pitchFamily="34" charset="0"/>
                </a:defRPr>
              </a:lvl3pPr>
              <a:lvl4pPr marL="1600200" indent="-228600" eaLnBrk="0" hangingPunct="0">
                <a:defRPr sz="1900" b="1">
                  <a:solidFill>
                    <a:schemeClr val="tx1"/>
                  </a:solidFill>
                  <a:latin typeface="Arial Black" pitchFamily="34" charset="0"/>
                </a:defRPr>
              </a:lvl4pPr>
              <a:lvl5pPr marL="2057400" indent="-228600" eaLnBrk="0" hangingPunct="0">
                <a:defRPr sz="1900" b="1">
                  <a:solidFill>
                    <a:schemeClr val="tx1"/>
                  </a:solidFill>
                  <a:latin typeface="Arial Black" pitchFamily="34" charset="0"/>
                </a:defRPr>
              </a:lvl5pPr>
              <a:lvl6pPr marL="2514600" indent="-228600" eaLnBrk="0" fontAlgn="base" hangingPunct="0">
                <a:spcBef>
                  <a:spcPct val="0"/>
                </a:spcBef>
                <a:spcAft>
                  <a:spcPct val="0"/>
                </a:spcAft>
                <a:defRPr sz="1900" b="1">
                  <a:solidFill>
                    <a:schemeClr val="tx1"/>
                  </a:solidFill>
                  <a:latin typeface="Arial Black" pitchFamily="34" charset="0"/>
                </a:defRPr>
              </a:lvl6pPr>
              <a:lvl7pPr marL="2971800" indent="-228600" eaLnBrk="0" fontAlgn="base" hangingPunct="0">
                <a:spcBef>
                  <a:spcPct val="0"/>
                </a:spcBef>
                <a:spcAft>
                  <a:spcPct val="0"/>
                </a:spcAft>
                <a:defRPr sz="1900" b="1">
                  <a:solidFill>
                    <a:schemeClr val="tx1"/>
                  </a:solidFill>
                  <a:latin typeface="Arial Black" pitchFamily="34" charset="0"/>
                </a:defRPr>
              </a:lvl7pPr>
              <a:lvl8pPr marL="3429000" indent="-228600" eaLnBrk="0" fontAlgn="base" hangingPunct="0">
                <a:spcBef>
                  <a:spcPct val="0"/>
                </a:spcBef>
                <a:spcAft>
                  <a:spcPct val="0"/>
                </a:spcAft>
                <a:defRPr sz="1900" b="1">
                  <a:solidFill>
                    <a:schemeClr val="tx1"/>
                  </a:solidFill>
                  <a:latin typeface="Arial Black" pitchFamily="34" charset="0"/>
                </a:defRPr>
              </a:lvl8pPr>
              <a:lvl9pPr marL="3886200" indent="-228600" eaLnBrk="0" fontAlgn="base" hangingPunct="0">
                <a:spcBef>
                  <a:spcPct val="0"/>
                </a:spcBef>
                <a:spcAft>
                  <a:spcPct val="0"/>
                </a:spcAft>
                <a:defRPr sz="1900" b="1">
                  <a:solidFill>
                    <a:schemeClr val="tx1"/>
                  </a:solidFill>
                  <a:latin typeface="Arial Black" pitchFamily="34" charset="0"/>
                </a:defRPr>
              </a:lvl9pPr>
            </a:lstStyle>
            <a:p>
              <a:pPr eaLnBrk="1" hangingPunct="1">
                <a:spcBef>
                  <a:spcPct val="50000"/>
                </a:spcBef>
              </a:pPr>
              <a:r>
                <a:rPr lang="en-US" sz="2400" i="1">
                  <a:latin typeface="Arial Narrow" pitchFamily="34" charset="0"/>
                </a:rPr>
                <a:t>No Match</a:t>
              </a:r>
            </a:p>
          </p:txBody>
        </p:sp>
        <p:sp>
          <p:nvSpPr>
            <p:cNvPr id="10259" name="Line 29"/>
            <p:cNvSpPr>
              <a:spLocks noChangeShapeType="1"/>
            </p:cNvSpPr>
            <p:nvPr/>
          </p:nvSpPr>
          <p:spPr bwMode="auto">
            <a:xfrm>
              <a:off x="3849688" y="5130802"/>
              <a:ext cx="990600" cy="0"/>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260" name="Line 30"/>
            <p:cNvSpPr>
              <a:spLocks noChangeShapeType="1"/>
            </p:cNvSpPr>
            <p:nvPr/>
          </p:nvSpPr>
          <p:spPr bwMode="auto">
            <a:xfrm>
              <a:off x="2325688" y="5303837"/>
              <a:ext cx="0" cy="639763"/>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261" name="Line 31"/>
            <p:cNvSpPr>
              <a:spLocks noChangeShapeType="1"/>
            </p:cNvSpPr>
            <p:nvPr/>
          </p:nvSpPr>
          <p:spPr bwMode="auto">
            <a:xfrm flipH="1">
              <a:off x="4230688" y="6197600"/>
              <a:ext cx="4572000" cy="0"/>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262" name="Line 32"/>
            <p:cNvSpPr>
              <a:spLocks noChangeShapeType="1"/>
            </p:cNvSpPr>
            <p:nvPr/>
          </p:nvSpPr>
          <p:spPr bwMode="auto">
            <a:xfrm flipV="1">
              <a:off x="8802688" y="2971800"/>
              <a:ext cx="0" cy="326390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63" name="Line 33"/>
            <p:cNvSpPr>
              <a:spLocks noChangeShapeType="1"/>
            </p:cNvSpPr>
            <p:nvPr/>
          </p:nvSpPr>
          <p:spPr bwMode="auto">
            <a:xfrm flipH="1">
              <a:off x="8574088" y="2997200"/>
              <a:ext cx="265112"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64" name="Line 34"/>
            <p:cNvSpPr>
              <a:spLocks noChangeShapeType="1"/>
            </p:cNvSpPr>
            <p:nvPr/>
          </p:nvSpPr>
          <p:spPr bwMode="auto">
            <a:xfrm flipH="1">
              <a:off x="8574088" y="4067175"/>
              <a:ext cx="265112"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65" name="Line 35"/>
            <p:cNvSpPr>
              <a:spLocks noChangeShapeType="1"/>
            </p:cNvSpPr>
            <p:nvPr/>
          </p:nvSpPr>
          <p:spPr bwMode="auto">
            <a:xfrm flipH="1">
              <a:off x="8574088" y="5137150"/>
              <a:ext cx="265112"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pic>
          <p:nvPicPr>
            <p:cNvPr id="10266" name="Picture 46" descr="MCBD06663_0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62600" y="917575"/>
              <a:ext cx="1928813" cy="167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67" name="Text Box 9"/>
            <p:cNvSpPr txBox="1">
              <a:spLocks noChangeArrowheads="1"/>
            </p:cNvSpPr>
            <p:nvPr/>
          </p:nvSpPr>
          <p:spPr bwMode="auto">
            <a:xfrm>
              <a:off x="877888" y="2743201"/>
              <a:ext cx="2971800" cy="493713"/>
            </a:xfrm>
            <a:prstGeom prst="rect">
              <a:avLst/>
            </a:prstGeom>
            <a:solidFill>
              <a:srgbClr val="FFFF99"/>
            </a:solidFill>
            <a:ln w="57150">
              <a:solidFill>
                <a:schemeClr val="tx1"/>
              </a:solidFill>
              <a:miter lim="800000"/>
              <a:headEnd/>
              <a:tailEnd/>
            </a:ln>
          </p:spPr>
          <p:txBody>
            <a:bodyPr>
              <a:spAutoFit/>
            </a:bodyPr>
            <a:lstStyle>
              <a:lvl1pPr marL="914400" indent="-914400" eaLnBrk="0" hangingPunct="0">
                <a:tabLst>
                  <a:tab pos="633413" algn="l"/>
                </a:tabLst>
                <a:defRPr sz="1900" b="1">
                  <a:solidFill>
                    <a:schemeClr val="tx1"/>
                  </a:solidFill>
                  <a:latin typeface="Arial Black" pitchFamily="34" charset="0"/>
                </a:defRPr>
              </a:lvl1pPr>
              <a:lvl2pPr marL="742950" indent="-285750" eaLnBrk="0" hangingPunct="0">
                <a:tabLst>
                  <a:tab pos="633413" algn="l"/>
                </a:tabLst>
                <a:defRPr sz="1900" b="1">
                  <a:solidFill>
                    <a:schemeClr val="tx1"/>
                  </a:solidFill>
                  <a:latin typeface="Arial Black" pitchFamily="34" charset="0"/>
                </a:defRPr>
              </a:lvl2pPr>
              <a:lvl3pPr marL="1143000" indent="-228600" eaLnBrk="0" hangingPunct="0">
                <a:tabLst>
                  <a:tab pos="633413" algn="l"/>
                </a:tabLst>
                <a:defRPr sz="1900" b="1">
                  <a:solidFill>
                    <a:schemeClr val="tx1"/>
                  </a:solidFill>
                  <a:latin typeface="Arial Black" pitchFamily="34" charset="0"/>
                </a:defRPr>
              </a:lvl3pPr>
              <a:lvl4pPr marL="1600200" indent="-228600" eaLnBrk="0" hangingPunct="0">
                <a:tabLst>
                  <a:tab pos="633413" algn="l"/>
                </a:tabLst>
                <a:defRPr sz="1900" b="1">
                  <a:solidFill>
                    <a:schemeClr val="tx1"/>
                  </a:solidFill>
                  <a:latin typeface="Arial Black" pitchFamily="34" charset="0"/>
                </a:defRPr>
              </a:lvl4pPr>
              <a:lvl5pPr marL="2057400" indent="-228600" eaLnBrk="0" hangingPunct="0">
                <a:tabLst>
                  <a:tab pos="633413"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633413"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633413"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633413"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633413" algn="l"/>
                </a:tabLst>
                <a:defRPr sz="1900" b="1">
                  <a:solidFill>
                    <a:schemeClr val="tx1"/>
                  </a:solidFill>
                  <a:latin typeface="Arial Black" pitchFamily="34" charset="0"/>
                </a:defRPr>
              </a:lvl9pPr>
            </a:lstStyle>
            <a:p>
              <a:pPr algn="ctr" eaLnBrk="1" hangingPunct="1">
                <a:lnSpc>
                  <a:spcPct val="90000"/>
                </a:lnSpc>
              </a:pPr>
              <a:r>
                <a:rPr lang="en-US" sz="2900">
                  <a:latin typeface="Arial Narrow" pitchFamily="34" charset="0"/>
                  <a:sym typeface="Symbol" pitchFamily="18" charset="2"/>
                </a:rPr>
                <a:t>Selection Constant</a:t>
              </a:r>
            </a:p>
          </p:txBody>
        </p:sp>
        <p:sp>
          <p:nvSpPr>
            <p:cNvPr id="10268" name="Text Box 19"/>
            <p:cNvSpPr txBox="1">
              <a:spLocks noChangeArrowheads="1"/>
            </p:cNvSpPr>
            <p:nvPr/>
          </p:nvSpPr>
          <p:spPr bwMode="auto">
            <a:xfrm>
              <a:off x="877888" y="3810001"/>
              <a:ext cx="2971800" cy="493713"/>
            </a:xfrm>
            <a:prstGeom prst="rect">
              <a:avLst/>
            </a:prstGeom>
            <a:solidFill>
              <a:srgbClr val="FFFF99"/>
            </a:solidFill>
            <a:ln w="57150">
              <a:solidFill>
                <a:schemeClr val="tx1"/>
              </a:solidFill>
              <a:miter lim="800000"/>
              <a:headEnd/>
              <a:tailEnd/>
            </a:ln>
          </p:spPr>
          <p:txBody>
            <a:bodyPr>
              <a:spAutoFit/>
            </a:bodyPr>
            <a:lstStyle>
              <a:lvl1pPr marL="914400" indent="-914400" eaLnBrk="0" hangingPunct="0">
                <a:tabLst>
                  <a:tab pos="633413" algn="l"/>
                </a:tabLst>
                <a:defRPr sz="1900" b="1">
                  <a:solidFill>
                    <a:schemeClr val="tx1"/>
                  </a:solidFill>
                  <a:latin typeface="Arial Black" pitchFamily="34" charset="0"/>
                </a:defRPr>
              </a:lvl1pPr>
              <a:lvl2pPr marL="742950" indent="-285750" eaLnBrk="0" hangingPunct="0">
                <a:tabLst>
                  <a:tab pos="633413" algn="l"/>
                </a:tabLst>
                <a:defRPr sz="1900" b="1">
                  <a:solidFill>
                    <a:schemeClr val="tx1"/>
                  </a:solidFill>
                  <a:latin typeface="Arial Black" pitchFamily="34" charset="0"/>
                </a:defRPr>
              </a:lvl2pPr>
              <a:lvl3pPr marL="1143000" indent="-228600" eaLnBrk="0" hangingPunct="0">
                <a:tabLst>
                  <a:tab pos="633413" algn="l"/>
                </a:tabLst>
                <a:defRPr sz="1900" b="1">
                  <a:solidFill>
                    <a:schemeClr val="tx1"/>
                  </a:solidFill>
                  <a:latin typeface="Arial Black" pitchFamily="34" charset="0"/>
                </a:defRPr>
              </a:lvl3pPr>
              <a:lvl4pPr marL="1600200" indent="-228600" eaLnBrk="0" hangingPunct="0">
                <a:tabLst>
                  <a:tab pos="633413" algn="l"/>
                </a:tabLst>
                <a:defRPr sz="1900" b="1">
                  <a:solidFill>
                    <a:schemeClr val="tx1"/>
                  </a:solidFill>
                  <a:latin typeface="Arial Black" pitchFamily="34" charset="0"/>
                </a:defRPr>
              </a:lvl4pPr>
              <a:lvl5pPr marL="2057400" indent="-228600" eaLnBrk="0" hangingPunct="0">
                <a:tabLst>
                  <a:tab pos="633413"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633413"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633413"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633413"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633413" algn="l"/>
                </a:tabLst>
                <a:defRPr sz="1900" b="1">
                  <a:solidFill>
                    <a:schemeClr val="tx1"/>
                  </a:solidFill>
                  <a:latin typeface="Arial Black" pitchFamily="34" charset="0"/>
                </a:defRPr>
              </a:lvl9pPr>
            </a:lstStyle>
            <a:p>
              <a:pPr algn="ctr" eaLnBrk="1" hangingPunct="1">
                <a:lnSpc>
                  <a:spcPct val="90000"/>
                </a:lnSpc>
              </a:pPr>
              <a:r>
                <a:rPr lang="en-US" sz="2900">
                  <a:latin typeface="Arial Narrow" pitchFamily="34" charset="0"/>
                  <a:sym typeface="Symbol" pitchFamily="18" charset="2"/>
                </a:rPr>
                <a:t>Selection Constant</a:t>
              </a:r>
            </a:p>
          </p:txBody>
        </p:sp>
        <p:sp>
          <p:nvSpPr>
            <p:cNvPr id="10269" name="Text Box 26"/>
            <p:cNvSpPr txBox="1">
              <a:spLocks noChangeArrowheads="1"/>
            </p:cNvSpPr>
            <p:nvPr/>
          </p:nvSpPr>
          <p:spPr bwMode="auto">
            <a:xfrm>
              <a:off x="877888" y="4876802"/>
              <a:ext cx="2971800" cy="493713"/>
            </a:xfrm>
            <a:prstGeom prst="rect">
              <a:avLst/>
            </a:prstGeom>
            <a:solidFill>
              <a:srgbClr val="FFFF99"/>
            </a:solidFill>
            <a:ln w="57150">
              <a:solidFill>
                <a:schemeClr val="tx1"/>
              </a:solidFill>
              <a:miter lim="800000"/>
              <a:headEnd/>
              <a:tailEnd/>
            </a:ln>
          </p:spPr>
          <p:txBody>
            <a:bodyPr>
              <a:spAutoFit/>
            </a:bodyPr>
            <a:lstStyle>
              <a:lvl1pPr marL="914400" indent="-914400" eaLnBrk="0" hangingPunct="0">
                <a:tabLst>
                  <a:tab pos="633413" algn="l"/>
                </a:tabLst>
                <a:defRPr sz="1900" b="1">
                  <a:solidFill>
                    <a:schemeClr val="tx1"/>
                  </a:solidFill>
                  <a:latin typeface="Arial Black" pitchFamily="34" charset="0"/>
                </a:defRPr>
              </a:lvl1pPr>
              <a:lvl2pPr marL="742950" indent="-285750" eaLnBrk="0" hangingPunct="0">
                <a:tabLst>
                  <a:tab pos="633413" algn="l"/>
                </a:tabLst>
                <a:defRPr sz="1900" b="1">
                  <a:solidFill>
                    <a:schemeClr val="tx1"/>
                  </a:solidFill>
                  <a:latin typeface="Arial Black" pitchFamily="34" charset="0"/>
                </a:defRPr>
              </a:lvl2pPr>
              <a:lvl3pPr marL="1143000" indent="-228600" eaLnBrk="0" hangingPunct="0">
                <a:tabLst>
                  <a:tab pos="633413" algn="l"/>
                </a:tabLst>
                <a:defRPr sz="1900" b="1">
                  <a:solidFill>
                    <a:schemeClr val="tx1"/>
                  </a:solidFill>
                  <a:latin typeface="Arial Black" pitchFamily="34" charset="0"/>
                </a:defRPr>
              </a:lvl3pPr>
              <a:lvl4pPr marL="1600200" indent="-228600" eaLnBrk="0" hangingPunct="0">
                <a:tabLst>
                  <a:tab pos="633413" algn="l"/>
                </a:tabLst>
                <a:defRPr sz="1900" b="1">
                  <a:solidFill>
                    <a:schemeClr val="tx1"/>
                  </a:solidFill>
                  <a:latin typeface="Arial Black" pitchFamily="34" charset="0"/>
                </a:defRPr>
              </a:lvl4pPr>
              <a:lvl5pPr marL="2057400" indent="-228600" eaLnBrk="0" hangingPunct="0">
                <a:tabLst>
                  <a:tab pos="633413"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633413"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633413"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633413"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633413" algn="l"/>
                </a:tabLst>
                <a:defRPr sz="1900" b="1">
                  <a:solidFill>
                    <a:schemeClr val="tx1"/>
                  </a:solidFill>
                  <a:latin typeface="Arial Black" pitchFamily="34" charset="0"/>
                </a:defRPr>
              </a:lvl9pPr>
            </a:lstStyle>
            <a:p>
              <a:pPr algn="ctr" eaLnBrk="1" hangingPunct="1">
                <a:lnSpc>
                  <a:spcPct val="90000"/>
                </a:lnSpc>
              </a:pPr>
              <a:r>
                <a:rPr lang="en-US" sz="2900">
                  <a:latin typeface="Arial Narrow" pitchFamily="34" charset="0"/>
                  <a:sym typeface="Symbol" pitchFamily="18" charset="2"/>
                </a:rPr>
                <a:t>Selection Constant</a:t>
              </a:r>
            </a:p>
          </p:txBody>
        </p:sp>
        <p:sp>
          <p:nvSpPr>
            <p:cNvPr id="10270" name="Text Box 3"/>
            <p:cNvSpPr txBox="1">
              <a:spLocks noChangeArrowheads="1"/>
            </p:cNvSpPr>
            <p:nvPr/>
          </p:nvSpPr>
          <p:spPr bwMode="auto">
            <a:xfrm>
              <a:off x="496888" y="1676400"/>
              <a:ext cx="3733800" cy="480131"/>
            </a:xfrm>
            <a:prstGeom prst="rect">
              <a:avLst/>
            </a:prstGeom>
            <a:solidFill>
              <a:srgbClr val="FF99CC"/>
            </a:solidFill>
            <a:ln w="57150">
              <a:solidFill>
                <a:schemeClr val="tx1"/>
              </a:solidFill>
              <a:miter lim="800000"/>
              <a:headEnd/>
              <a:tailEnd/>
            </a:ln>
          </p:spPr>
          <p:txBody>
            <a:bodyPr>
              <a:spAutoFit/>
            </a:bodyPr>
            <a:lstStyle>
              <a:lvl1pPr marL="914400" indent="-914400" eaLnBrk="0" hangingPunct="0">
                <a:tabLst>
                  <a:tab pos="633413" algn="l"/>
                </a:tabLst>
                <a:defRPr sz="1900" b="1">
                  <a:solidFill>
                    <a:schemeClr val="tx1"/>
                  </a:solidFill>
                  <a:latin typeface="Arial Black" pitchFamily="34" charset="0"/>
                </a:defRPr>
              </a:lvl1pPr>
              <a:lvl2pPr marL="742950" indent="-285750" eaLnBrk="0" hangingPunct="0">
                <a:tabLst>
                  <a:tab pos="633413" algn="l"/>
                </a:tabLst>
                <a:defRPr sz="1900" b="1">
                  <a:solidFill>
                    <a:schemeClr val="tx1"/>
                  </a:solidFill>
                  <a:latin typeface="Arial Black" pitchFamily="34" charset="0"/>
                </a:defRPr>
              </a:lvl2pPr>
              <a:lvl3pPr marL="1143000" indent="-228600" eaLnBrk="0" hangingPunct="0">
                <a:tabLst>
                  <a:tab pos="633413" algn="l"/>
                </a:tabLst>
                <a:defRPr sz="1900" b="1">
                  <a:solidFill>
                    <a:schemeClr val="tx1"/>
                  </a:solidFill>
                  <a:latin typeface="Arial Black" pitchFamily="34" charset="0"/>
                </a:defRPr>
              </a:lvl3pPr>
              <a:lvl4pPr marL="1600200" indent="-228600" eaLnBrk="0" hangingPunct="0">
                <a:tabLst>
                  <a:tab pos="633413" algn="l"/>
                </a:tabLst>
                <a:defRPr sz="1900" b="1">
                  <a:solidFill>
                    <a:schemeClr val="tx1"/>
                  </a:solidFill>
                  <a:latin typeface="Arial Black" pitchFamily="34" charset="0"/>
                </a:defRPr>
              </a:lvl4pPr>
              <a:lvl5pPr marL="2057400" indent="-228600" eaLnBrk="0" hangingPunct="0">
                <a:tabLst>
                  <a:tab pos="633413"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633413"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633413"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633413"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633413" algn="l"/>
                </a:tabLst>
                <a:defRPr sz="1900" b="1">
                  <a:solidFill>
                    <a:schemeClr val="tx1"/>
                  </a:solidFill>
                  <a:latin typeface="Arial Black" pitchFamily="34" charset="0"/>
                </a:defRPr>
              </a:lvl9pPr>
            </a:lstStyle>
            <a:p>
              <a:pPr algn="ctr" eaLnBrk="1" hangingPunct="1">
                <a:lnSpc>
                  <a:spcPct val="90000"/>
                </a:lnSpc>
              </a:pPr>
              <a:r>
                <a:rPr lang="en-US" sz="2800">
                  <a:latin typeface="Arial" charset="0"/>
                  <a:sym typeface="Symbol" pitchFamily="18" charset="2"/>
                </a:rPr>
                <a:t>Selection Variable</a:t>
              </a:r>
            </a:p>
          </p:txBody>
        </p:sp>
      </p:grpSp>
    </p:spTree>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66" name="Group 26"/>
          <p:cNvGrpSpPr>
            <a:grpSpLocks/>
          </p:cNvGrpSpPr>
          <p:nvPr/>
        </p:nvGrpSpPr>
        <p:grpSpPr bwMode="auto">
          <a:xfrm>
            <a:off x="5486400" y="1371600"/>
            <a:ext cx="2590800" cy="3886200"/>
            <a:chOff x="0" y="720"/>
            <a:chExt cx="1632" cy="2448"/>
          </a:xfrm>
        </p:grpSpPr>
        <p:sp>
          <p:nvSpPr>
            <p:cNvPr id="11283" name="Oval 24"/>
            <p:cNvSpPr>
              <a:spLocks noChangeArrowheads="1"/>
            </p:cNvSpPr>
            <p:nvPr/>
          </p:nvSpPr>
          <p:spPr bwMode="auto">
            <a:xfrm>
              <a:off x="96" y="864"/>
              <a:ext cx="1536" cy="2160"/>
            </a:xfrm>
            <a:prstGeom prst="ellipse">
              <a:avLst/>
            </a:prstGeom>
            <a:noFill/>
            <a:ln w="762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284" name="Rectangle 25"/>
            <p:cNvSpPr>
              <a:spLocks noChangeArrowheads="1"/>
            </p:cNvSpPr>
            <p:nvPr/>
          </p:nvSpPr>
          <p:spPr bwMode="auto">
            <a:xfrm>
              <a:off x="0" y="720"/>
              <a:ext cx="864" cy="2448"/>
            </a:xfrm>
            <a:prstGeom prst="rect">
              <a:avLst/>
            </a:prstGeom>
            <a:solidFill>
              <a:schemeClr val="bg1"/>
            </a:solidFill>
            <a:ln w="9525">
              <a:solidFill>
                <a:schemeClr val="bg1"/>
              </a:solidFill>
              <a:miter lim="800000"/>
              <a:headEnd/>
              <a:tailEnd/>
            </a:ln>
          </p:spPr>
          <p:txBody>
            <a:bodyPr wrap="none" anchor="ctr"/>
            <a:lstStyle/>
            <a:p>
              <a:endParaRPr lang="en-US"/>
            </a:p>
          </p:txBody>
        </p:sp>
      </p:grpSp>
      <p:sp>
        <p:nvSpPr>
          <p:cNvPr id="11267" name="Rectangle 2"/>
          <p:cNvSpPr>
            <a:spLocks noGrp="1" noChangeArrowheads="1"/>
          </p:cNvSpPr>
          <p:nvPr>
            <p:ph type="title"/>
          </p:nvPr>
        </p:nvSpPr>
        <p:spPr>
          <a:xfrm>
            <a:off x="0" y="0"/>
            <a:ext cx="9144000" cy="1219200"/>
          </a:xfrm>
        </p:spPr>
        <p:txBody>
          <a:bodyPr/>
          <a:lstStyle/>
          <a:p>
            <a:r>
              <a:rPr lang="en-US" sz="4800" smtClean="0">
                <a:latin typeface="Arial Black" pitchFamily="34" charset="0"/>
              </a:rPr>
              <a:t>Repetition</a:t>
            </a:r>
          </a:p>
        </p:txBody>
      </p:sp>
      <p:sp>
        <p:nvSpPr>
          <p:cNvPr id="11268" name="Text Box 3"/>
          <p:cNvSpPr txBox="1">
            <a:spLocks noChangeArrowheads="1"/>
          </p:cNvSpPr>
          <p:nvPr/>
        </p:nvSpPr>
        <p:spPr bwMode="auto">
          <a:xfrm>
            <a:off x="2514600" y="3657600"/>
            <a:ext cx="3733800" cy="533400"/>
          </a:xfrm>
          <a:prstGeom prst="rect">
            <a:avLst/>
          </a:prstGeom>
          <a:solidFill>
            <a:srgbClr val="00FFCC"/>
          </a:solidFill>
          <a:ln w="57150">
            <a:solidFill>
              <a:schemeClr val="tx1"/>
            </a:solidFill>
            <a:miter lim="800000"/>
            <a:headEnd/>
            <a:tailEnd/>
          </a:ln>
        </p:spPr>
        <p:txBody>
          <a:bodyPr>
            <a:spAutoFit/>
          </a:bodyPr>
          <a:lstStyle>
            <a:lvl1pPr marL="914400" indent="-914400" eaLnBrk="0" hangingPunct="0">
              <a:tabLst>
                <a:tab pos="633413" algn="l"/>
              </a:tabLst>
              <a:defRPr sz="1900" b="1">
                <a:solidFill>
                  <a:schemeClr val="tx1"/>
                </a:solidFill>
                <a:latin typeface="Arial Black" pitchFamily="34" charset="0"/>
              </a:defRPr>
            </a:lvl1pPr>
            <a:lvl2pPr marL="742950" indent="-285750" eaLnBrk="0" hangingPunct="0">
              <a:tabLst>
                <a:tab pos="633413" algn="l"/>
              </a:tabLst>
              <a:defRPr sz="1900" b="1">
                <a:solidFill>
                  <a:schemeClr val="tx1"/>
                </a:solidFill>
                <a:latin typeface="Arial Black" pitchFamily="34" charset="0"/>
              </a:defRPr>
            </a:lvl2pPr>
            <a:lvl3pPr marL="1143000" indent="-228600" eaLnBrk="0" hangingPunct="0">
              <a:tabLst>
                <a:tab pos="633413" algn="l"/>
              </a:tabLst>
              <a:defRPr sz="1900" b="1">
                <a:solidFill>
                  <a:schemeClr val="tx1"/>
                </a:solidFill>
                <a:latin typeface="Arial Black" pitchFamily="34" charset="0"/>
              </a:defRPr>
            </a:lvl3pPr>
            <a:lvl4pPr marL="1600200" indent="-228600" eaLnBrk="0" hangingPunct="0">
              <a:tabLst>
                <a:tab pos="633413" algn="l"/>
              </a:tabLst>
              <a:defRPr sz="1900" b="1">
                <a:solidFill>
                  <a:schemeClr val="tx1"/>
                </a:solidFill>
                <a:latin typeface="Arial Black" pitchFamily="34" charset="0"/>
              </a:defRPr>
            </a:lvl4pPr>
            <a:lvl5pPr marL="2057400" indent="-228600" eaLnBrk="0" hangingPunct="0">
              <a:tabLst>
                <a:tab pos="633413"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633413"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633413"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633413"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633413" algn="l"/>
              </a:tabLst>
              <a:defRPr sz="1900" b="1">
                <a:solidFill>
                  <a:schemeClr val="tx1"/>
                </a:solidFill>
                <a:latin typeface="Arial Black" pitchFamily="34" charset="0"/>
              </a:defRPr>
            </a:lvl9pPr>
          </a:lstStyle>
          <a:p>
            <a:pPr algn="ctr" eaLnBrk="1" hangingPunct="1">
              <a:lnSpc>
                <a:spcPct val="90000"/>
              </a:lnSpc>
            </a:pPr>
            <a:r>
              <a:rPr lang="en-US" sz="2800">
                <a:latin typeface="Arial" charset="0"/>
                <a:sym typeface="Symbol" pitchFamily="18" charset="2"/>
              </a:rPr>
              <a:t>Program Statement</a:t>
            </a:r>
          </a:p>
        </p:txBody>
      </p:sp>
      <p:sp>
        <p:nvSpPr>
          <p:cNvPr id="11269" name="Text Box 5"/>
          <p:cNvSpPr txBox="1">
            <a:spLocks noChangeArrowheads="1"/>
          </p:cNvSpPr>
          <p:nvPr/>
        </p:nvSpPr>
        <p:spPr bwMode="auto">
          <a:xfrm>
            <a:off x="2514600" y="5943600"/>
            <a:ext cx="3733800" cy="533400"/>
          </a:xfrm>
          <a:prstGeom prst="rect">
            <a:avLst/>
          </a:prstGeom>
          <a:solidFill>
            <a:srgbClr val="00FFCC"/>
          </a:solidFill>
          <a:ln w="57150">
            <a:solidFill>
              <a:schemeClr val="tx1"/>
            </a:solidFill>
            <a:miter lim="800000"/>
            <a:headEnd/>
            <a:tailEnd/>
          </a:ln>
        </p:spPr>
        <p:txBody>
          <a:bodyPr>
            <a:spAutoFit/>
          </a:bodyPr>
          <a:lstStyle>
            <a:lvl1pPr marL="914400" indent="-914400" eaLnBrk="0" hangingPunct="0">
              <a:tabLst>
                <a:tab pos="633413" algn="l"/>
              </a:tabLst>
              <a:defRPr sz="1900" b="1">
                <a:solidFill>
                  <a:schemeClr val="tx1"/>
                </a:solidFill>
                <a:latin typeface="Arial Black" pitchFamily="34" charset="0"/>
              </a:defRPr>
            </a:lvl1pPr>
            <a:lvl2pPr marL="742950" indent="-285750" eaLnBrk="0" hangingPunct="0">
              <a:tabLst>
                <a:tab pos="633413" algn="l"/>
              </a:tabLst>
              <a:defRPr sz="1900" b="1">
                <a:solidFill>
                  <a:schemeClr val="tx1"/>
                </a:solidFill>
                <a:latin typeface="Arial Black" pitchFamily="34" charset="0"/>
              </a:defRPr>
            </a:lvl2pPr>
            <a:lvl3pPr marL="1143000" indent="-228600" eaLnBrk="0" hangingPunct="0">
              <a:tabLst>
                <a:tab pos="633413" algn="l"/>
              </a:tabLst>
              <a:defRPr sz="1900" b="1">
                <a:solidFill>
                  <a:schemeClr val="tx1"/>
                </a:solidFill>
                <a:latin typeface="Arial Black" pitchFamily="34" charset="0"/>
              </a:defRPr>
            </a:lvl3pPr>
            <a:lvl4pPr marL="1600200" indent="-228600" eaLnBrk="0" hangingPunct="0">
              <a:tabLst>
                <a:tab pos="633413" algn="l"/>
              </a:tabLst>
              <a:defRPr sz="1900" b="1">
                <a:solidFill>
                  <a:schemeClr val="tx1"/>
                </a:solidFill>
                <a:latin typeface="Arial Black" pitchFamily="34" charset="0"/>
              </a:defRPr>
            </a:lvl4pPr>
            <a:lvl5pPr marL="2057400" indent="-228600" eaLnBrk="0" hangingPunct="0">
              <a:tabLst>
                <a:tab pos="633413"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633413"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633413"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633413"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633413" algn="l"/>
              </a:tabLst>
              <a:defRPr sz="1900" b="1">
                <a:solidFill>
                  <a:schemeClr val="tx1"/>
                </a:solidFill>
                <a:latin typeface="Arial Black" pitchFamily="34" charset="0"/>
              </a:defRPr>
            </a:lvl9pPr>
          </a:lstStyle>
          <a:p>
            <a:pPr algn="ctr" eaLnBrk="1" hangingPunct="1">
              <a:lnSpc>
                <a:spcPct val="90000"/>
              </a:lnSpc>
            </a:pPr>
            <a:r>
              <a:rPr lang="en-US" sz="2800">
                <a:latin typeface="Arial" charset="0"/>
                <a:sym typeface="Symbol" pitchFamily="18" charset="2"/>
              </a:rPr>
              <a:t>Program Statement</a:t>
            </a:r>
          </a:p>
        </p:txBody>
      </p:sp>
      <p:sp>
        <p:nvSpPr>
          <p:cNvPr id="11270" name="Text Box 9"/>
          <p:cNvSpPr txBox="1">
            <a:spLocks noChangeArrowheads="1"/>
          </p:cNvSpPr>
          <p:nvPr/>
        </p:nvSpPr>
        <p:spPr bwMode="auto">
          <a:xfrm>
            <a:off x="2895600" y="4800600"/>
            <a:ext cx="2971800" cy="533400"/>
          </a:xfrm>
          <a:prstGeom prst="rect">
            <a:avLst/>
          </a:prstGeom>
          <a:solidFill>
            <a:srgbClr val="FFFF99"/>
          </a:solidFill>
          <a:ln w="57150">
            <a:solidFill>
              <a:schemeClr val="tx1"/>
            </a:solidFill>
            <a:miter lim="800000"/>
            <a:headEnd/>
            <a:tailEnd/>
          </a:ln>
        </p:spPr>
        <p:txBody>
          <a:bodyPr>
            <a:spAutoFit/>
          </a:bodyPr>
          <a:lstStyle>
            <a:lvl1pPr marL="914400" indent="-914400" eaLnBrk="0" hangingPunct="0">
              <a:tabLst>
                <a:tab pos="633413" algn="l"/>
              </a:tabLst>
              <a:defRPr sz="1900" b="1">
                <a:solidFill>
                  <a:schemeClr val="tx1"/>
                </a:solidFill>
                <a:latin typeface="Arial Black" pitchFamily="34" charset="0"/>
              </a:defRPr>
            </a:lvl1pPr>
            <a:lvl2pPr marL="742950" indent="-285750" eaLnBrk="0" hangingPunct="0">
              <a:tabLst>
                <a:tab pos="633413" algn="l"/>
              </a:tabLst>
              <a:defRPr sz="1900" b="1">
                <a:solidFill>
                  <a:schemeClr val="tx1"/>
                </a:solidFill>
                <a:latin typeface="Arial Black" pitchFamily="34" charset="0"/>
              </a:defRPr>
            </a:lvl2pPr>
            <a:lvl3pPr marL="1143000" indent="-228600" eaLnBrk="0" hangingPunct="0">
              <a:tabLst>
                <a:tab pos="633413" algn="l"/>
              </a:tabLst>
              <a:defRPr sz="1900" b="1">
                <a:solidFill>
                  <a:schemeClr val="tx1"/>
                </a:solidFill>
                <a:latin typeface="Arial Black" pitchFamily="34" charset="0"/>
              </a:defRPr>
            </a:lvl3pPr>
            <a:lvl4pPr marL="1600200" indent="-228600" eaLnBrk="0" hangingPunct="0">
              <a:tabLst>
                <a:tab pos="633413" algn="l"/>
              </a:tabLst>
              <a:defRPr sz="1900" b="1">
                <a:solidFill>
                  <a:schemeClr val="tx1"/>
                </a:solidFill>
                <a:latin typeface="Arial Black" pitchFamily="34" charset="0"/>
              </a:defRPr>
            </a:lvl4pPr>
            <a:lvl5pPr marL="2057400" indent="-228600" eaLnBrk="0" hangingPunct="0">
              <a:tabLst>
                <a:tab pos="633413"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633413"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633413"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633413"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633413" algn="l"/>
              </a:tabLst>
              <a:defRPr sz="1900" b="1">
                <a:solidFill>
                  <a:schemeClr val="tx1"/>
                </a:solidFill>
                <a:latin typeface="Arial Black" pitchFamily="34" charset="0"/>
              </a:defRPr>
            </a:lvl9pPr>
          </a:lstStyle>
          <a:p>
            <a:pPr algn="ctr" eaLnBrk="1" hangingPunct="1">
              <a:lnSpc>
                <a:spcPct val="90000"/>
              </a:lnSpc>
            </a:pPr>
            <a:r>
              <a:rPr lang="en-US" sz="2800">
                <a:latin typeface="Arial" charset="0"/>
                <a:sym typeface="Symbol" pitchFamily="18" charset="2"/>
              </a:rPr>
              <a:t>Condition</a:t>
            </a:r>
          </a:p>
        </p:txBody>
      </p:sp>
      <p:sp>
        <p:nvSpPr>
          <p:cNvPr id="11271" name="Line 11"/>
          <p:cNvSpPr>
            <a:spLocks noChangeShapeType="1"/>
          </p:cNvSpPr>
          <p:nvPr/>
        </p:nvSpPr>
        <p:spPr bwMode="auto">
          <a:xfrm>
            <a:off x="4343400" y="5334000"/>
            <a:ext cx="0" cy="609600"/>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272" name="Text Box 12"/>
          <p:cNvSpPr txBox="1">
            <a:spLocks noChangeArrowheads="1"/>
          </p:cNvSpPr>
          <p:nvPr/>
        </p:nvSpPr>
        <p:spPr bwMode="auto">
          <a:xfrm>
            <a:off x="5837238" y="449580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900" b="1">
                <a:solidFill>
                  <a:schemeClr val="tx1"/>
                </a:solidFill>
                <a:latin typeface="Arial Black" pitchFamily="34" charset="0"/>
              </a:defRPr>
            </a:lvl1pPr>
            <a:lvl2pPr marL="742950" indent="-285750" eaLnBrk="0" hangingPunct="0">
              <a:defRPr sz="1900" b="1">
                <a:solidFill>
                  <a:schemeClr val="tx1"/>
                </a:solidFill>
                <a:latin typeface="Arial Black" pitchFamily="34" charset="0"/>
              </a:defRPr>
            </a:lvl2pPr>
            <a:lvl3pPr marL="1143000" indent="-228600" eaLnBrk="0" hangingPunct="0">
              <a:defRPr sz="1900" b="1">
                <a:solidFill>
                  <a:schemeClr val="tx1"/>
                </a:solidFill>
                <a:latin typeface="Arial Black" pitchFamily="34" charset="0"/>
              </a:defRPr>
            </a:lvl3pPr>
            <a:lvl4pPr marL="1600200" indent="-228600" eaLnBrk="0" hangingPunct="0">
              <a:defRPr sz="1900" b="1">
                <a:solidFill>
                  <a:schemeClr val="tx1"/>
                </a:solidFill>
                <a:latin typeface="Arial Black" pitchFamily="34" charset="0"/>
              </a:defRPr>
            </a:lvl4pPr>
            <a:lvl5pPr marL="2057400" indent="-228600" eaLnBrk="0" hangingPunct="0">
              <a:defRPr sz="1900" b="1">
                <a:solidFill>
                  <a:schemeClr val="tx1"/>
                </a:solidFill>
                <a:latin typeface="Arial Black" pitchFamily="34" charset="0"/>
              </a:defRPr>
            </a:lvl5pPr>
            <a:lvl6pPr marL="2514600" indent="-228600" eaLnBrk="0" fontAlgn="base" hangingPunct="0">
              <a:spcBef>
                <a:spcPct val="0"/>
              </a:spcBef>
              <a:spcAft>
                <a:spcPct val="0"/>
              </a:spcAft>
              <a:defRPr sz="1900" b="1">
                <a:solidFill>
                  <a:schemeClr val="tx1"/>
                </a:solidFill>
                <a:latin typeface="Arial Black" pitchFamily="34" charset="0"/>
              </a:defRPr>
            </a:lvl6pPr>
            <a:lvl7pPr marL="2971800" indent="-228600" eaLnBrk="0" fontAlgn="base" hangingPunct="0">
              <a:spcBef>
                <a:spcPct val="0"/>
              </a:spcBef>
              <a:spcAft>
                <a:spcPct val="0"/>
              </a:spcAft>
              <a:defRPr sz="1900" b="1">
                <a:solidFill>
                  <a:schemeClr val="tx1"/>
                </a:solidFill>
                <a:latin typeface="Arial Black" pitchFamily="34" charset="0"/>
              </a:defRPr>
            </a:lvl7pPr>
            <a:lvl8pPr marL="3429000" indent="-228600" eaLnBrk="0" fontAlgn="base" hangingPunct="0">
              <a:spcBef>
                <a:spcPct val="0"/>
              </a:spcBef>
              <a:spcAft>
                <a:spcPct val="0"/>
              </a:spcAft>
              <a:defRPr sz="1900" b="1">
                <a:solidFill>
                  <a:schemeClr val="tx1"/>
                </a:solidFill>
                <a:latin typeface="Arial Black" pitchFamily="34" charset="0"/>
              </a:defRPr>
            </a:lvl8pPr>
            <a:lvl9pPr marL="3886200" indent="-228600" eaLnBrk="0" fontAlgn="base" hangingPunct="0">
              <a:spcBef>
                <a:spcPct val="0"/>
              </a:spcBef>
              <a:spcAft>
                <a:spcPct val="0"/>
              </a:spcAft>
              <a:defRPr sz="1900" b="1">
                <a:solidFill>
                  <a:schemeClr val="tx1"/>
                </a:solidFill>
                <a:latin typeface="Arial Black" pitchFamily="34" charset="0"/>
              </a:defRPr>
            </a:lvl9pPr>
          </a:lstStyle>
          <a:p>
            <a:pPr eaLnBrk="1" hangingPunct="1">
              <a:spcBef>
                <a:spcPct val="50000"/>
              </a:spcBef>
            </a:pPr>
            <a:r>
              <a:rPr lang="en-US" sz="2400" i="1">
                <a:latin typeface="Arial" charset="0"/>
              </a:rPr>
              <a:t>True</a:t>
            </a:r>
          </a:p>
        </p:txBody>
      </p:sp>
      <p:sp>
        <p:nvSpPr>
          <p:cNvPr id="11273" name="Text Box 13"/>
          <p:cNvSpPr txBox="1">
            <a:spLocks noChangeArrowheads="1"/>
          </p:cNvSpPr>
          <p:nvPr/>
        </p:nvSpPr>
        <p:spPr bwMode="auto">
          <a:xfrm>
            <a:off x="3352800" y="541020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900" b="1">
                <a:solidFill>
                  <a:schemeClr val="tx1"/>
                </a:solidFill>
                <a:latin typeface="Arial Black" pitchFamily="34" charset="0"/>
              </a:defRPr>
            </a:lvl1pPr>
            <a:lvl2pPr marL="742950" indent="-285750" eaLnBrk="0" hangingPunct="0">
              <a:defRPr sz="1900" b="1">
                <a:solidFill>
                  <a:schemeClr val="tx1"/>
                </a:solidFill>
                <a:latin typeface="Arial Black" pitchFamily="34" charset="0"/>
              </a:defRPr>
            </a:lvl2pPr>
            <a:lvl3pPr marL="1143000" indent="-228600" eaLnBrk="0" hangingPunct="0">
              <a:defRPr sz="1900" b="1">
                <a:solidFill>
                  <a:schemeClr val="tx1"/>
                </a:solidFill>
                <a:latin typeface="Arial Black" pitchFamily="34" charset="0"/>
              </a:defRPr>
            </a:lvl3pPr>
            <a:lvl4pPr marL="1600200" indent="-228600" eaLnBrk="0" hangingPunct="0">
              <a:defRPr sz="1900" b="1">
                <a:solidFill>
                  <a:schemeClr val="tx1"/>
                </a:solidFill>
                <a:latin typeface="Arial Black" pitchFamily="34" charset="0"/>
              </a:defRPr>
            </a:lvl4pPr>
            <a:lvl5pPr marL="2057400" indent="-228600" eaLnBrk="0" hangingPunct="0">
              <a:defRPr sz="1900" b="1">
                <a:solidFill>
                  <a:schemeClr val="tx1"/>
                </a:solidFill>
                <a:latin typeface="Arial Black" pitchFamily="34" charset="0"/>
              </a:defRPr>
            </a:lvl5pPr>
            <a:lvl6pPr marL="2514600" indent="-228600" eaLnBrk="0" fontAlgn="base" hangingPunct="0">
              <a:spcBef>
                <a:spcPct val="0"/>
              </a:spcBef>
              <a:spcAft>
                <a:spcPct val="0"/>
              </a:spcAft>
              <a:defRPr sz="1900" b="1">
                <a:solidFill>
                  <a:schemeClr val="tx1"/>
                </a:solidFill>
                <a:latin typeface="Arial Black" pitchFamily="34" charset="0"/>
              </a:defRPr>
            </a:lvl6pPr>
            <a:lvl7pPr marL="2971800" indent="-228600" eaLnBrk="0" fontAlgn="base" hangingPunct="0">
              <a:spcBef>
                <a:spcPct val="0"/>
              </a:spcBef>
              <a:spcAft>
                <a:spcPct val="0"/>
              </a:spcAft>
              <a:defRPr sz="1900" b="1">
                <a:solidFill>
                  <a:schemeClr val="tx1"/>
                </a:solidFill>
                <a:latin typeface="Arial Black" pitchFamily="34" charset="0"/>
              </a:defRPr>
            </a:lvl7pPr>
            <a:lvl8pPr marL="3429000" indent="-228600" eaLnBrk="0" fontAlgn="base" hangingPunct="0">
              <a:spcBef>
                <a:spcPct val="0"/>
              </a:spcBef>
              <a:spcAft>
                <a:spcPct val="0"/>
              </a:spcAft>
              <a:defRPr sz="1900" b="1">
                <a:solidFill>
                  <a:schemeClr val="tx1"/>
                </a:solidFill>
                <a:latin typeface="Arial Black" pitchFamily="34" charset="0"/>
              </a:defRPr>
            </a:lvl8pPr>
            <a:lvl9pPr marL="3886200" indent="-228600" eaLnBrk="0" fontAlgn="base" hangingPunct="0">
              <a:spcBef>
                <a:spcPct val="0"/>
              </a:spcBef>
              <a:spcAft>
                <a:spcPct val="0"/>
              </a:spcAft>
              <a:defRPr sz="1900" b="1">
                <a:solidFill>
                  <a:schemeClr val="tx1"/>
                </a:solidFill>
                <a:latin typeface="Arial Black" pitchFamily="34" charset="0"/>
              </a:defRPr>
            </a:lvl9pPr>
          </a:lstStyle>
          <a:p>
            <a:pPr eaLnBrk="1" hangingPunct="1">
              <a:spcBef>
                <a:spcPct val="50000"/>
              </a:spcBef>
            </a:pPr>
            <a:r>
              <a:rPr lang="en-US" sz="2400" i="1">
                <a:latin typeface="Arial" charset="0"/>
              </a:rPr>
              <a:t>False</a:t>
            </a:r>
          </a:p>
        </p:txBody>
      </p:sp>
      <p:sp>
        <p:nvSpPr>
          <p:cNvPr id="11274" name="Line 19"/>
          <p:cNvSpPr>
            <a:spLocks noChangeShapeType="1"/>
          </p:cNvSpPr>
          <p:nvPr/>
        </p:nvSpPr>
        <p:spPr bwMode="auto">
          <a:xfrm>
            <a:off x="4343400" y="4191000"/>
            <a:ext cx="0" cy="609600"/>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275" name="Text Box 20"/>
          <p:cNvSpPr txBox="1">
            <a:spLocks noChangeArrowheads="1"/>
          </p:cNvSpPr>
          <p:nvPr/>
        </p:nvSpPr>
        <p:spPr bwMode="auto">
          <a:xfrm>
            <a:off x="2514600" y="2514600"/>
            <a:ext cx="3733800" cy="533400"/>
          </a:xfrm>
          <a:prstGeom prst="rect">
            <a:avLst/>
          </a:prstGeom>
          <a:solidFill>
            <a:srgbClr val="00FFCC"/>
          </a:solidFill>
          <a:ln w="57150">
            <a:solidFill>
              <a:schemeClr val="tx1"/>
            </a:solidFill>
            <a:miter lim="800000"/>
            <a:headEnd/>
            <a:tailEnd/>
          </a:ln>
        </p:spPr>
        <p:txBody>
          <a:bodyPr>
            <a:spAutoFit/>
          </a:bodyPr>
          <a:lstStyle>
            <a:lvl1pPr marL="914400" indent="-914400" eaLnBrk="0" hangingPunct="0">
              <a:tabLst>
                <a:tab pos="633413" algn="l"/>
              </a:tabLst>
              <a:defRPr sz="1900" b="1">
                <a:solidFill>
                  <a:schemeClr val="tx1"/>
                </a:solidFill>
                <a:latin typeface="Arial Black" pitchFamily="34" charset="0"/>
              </a:defRPr>
            </a:lvl1pPr>
            <a:lvl2pPr marL="742950" indent="-285750" eaLnBrk="0" hangingPunct="0">
              <a:tabLst>
                <a:tab pos="633413" algn="l"/>
              </a:tabLst>
              <a:defRPr sz="1900" b="1">
                <a:solidFill>
                  <a:schemeClr val="tx1"/>
                </a:solidFill>
                <a:latin typeface="Arial Black" pitchFamily="34" charset="0"/>
              </a:defRPr>
            </a:lvl2pPr>
            <a:lvl3pPr marL="1143000" indent="-228600" eaLnBrk="0" hangingPunct="0">
              <a:tabLst>
                <a:tab pos="633413" algn="l"/>
              </a:tabLst>
              <a:defRPr sz="1900" b="1">
                <a:solidFill>
                  <a:schemeClr val="tx1"/>
                </a:solidFill>
                <a:latin typeface="Arial Black" pitchFamily="34" charset="0"/>
              </a:defRPr>
            </a:lvl3pPr>
            <a:lvl4pPr marL="1600200" indent="-228600" eaLnBrk="0" hangingPunct="0">
              <a:tabLst>
                <a:tab pos="633413" algn="l"/>
              </a:tabLst>
              <a:defRPr sz="1900" b="1">
                <a:solidFill>
                  <a:schemeClr val="tx1"/>
                </a:solidFill>
                <a:latin typeface="Arial Black" pitchFamily="34" charset="0"/>
              </a:defRPr>
            </a:lvl4pPr>
            <a:lvl5pPr marL="2057400" indent="-228600" eaLnBrk="0" hangingPunct="0">
              <a:tabLst>
                <a:tab pos="633413"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633413"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633413"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633413"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633413" algn="l"/>
              </a:tabLst>
              <a:defRPr sz="1900" b="1">
                <a:solidFill>
                  <a:schemeClr val="tx1"/>
                </a:solidFill>
                <a:latin typeface="Arial Black" pitchFamily="34" charset="0"/>
              </a:defRPr>
            </a:lvl9pPr>
          </a:lstStyle>
          <a:p>
            <a:pPr algn="ctr" eaLnBrk="1" hangingPunct="1">
              <a:lnSpc>
                <a:spcPct val="90000"/>
              </a:lnSpc>
            </a:pPr>
            <a:r>
              <a:rPr lang="en-US" sz="2800">
                <a:latin typeface="Arial" charset="0"/>
                <a:sym typeface="Symbol" pitchFamily="18" charset="2"/>
              </a:rPr>
              <a:t>Program Statement</a:t>
            </a:r>
          </a:p>
        </p:txBody>
      </p:sp>
      <p:sp>
        <p:nvSpPr>
          <p:cNvPr id="11276" name="Line 21"/>
          <p:cNvSpPr>
            <a:spLocks noChangeShapeType="1"/>
          </p:cNvSpPr>
          <p:nvPr/>
        </p:nvSpPr>
        <p:spPr bwMode="auto">
          <a:xfrm>
            <a:off x="4343400" y="3048000"/>
            <a:ext cx="0" cy="609600"/>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277" name="Text Box 22"/>
          <p:cNvSpPr txBox="1">
            <a:spLocks noChangeArrowheads="1"/>
          </p:cNvSpPr>
          <p:nvPr/>
        </p:nvSpPr>
        <p:spPr bwMode="auto">
          <a:xfrm>
            <a:off x="2514600" y="1371600"/>
            <a:ext cx="3733800" cy="533400"/>
          </a:xfrm>
          <a:prstGeom prst="rect">
            <a:avLst/>
          </a:prstGeom>
          <a:solidFill>
            <a:srgbClr val="00FFCC"/>
          </a:solidFill>
          <a:ln w="57150">
            <a:solidFill>
              <a:schemeClr val="tx1"/>
            </a:solidFill>
            <a:miter lim="800000"/>
            <a:headEnd/>
            <a:tailEnd/>
          </a:ln>
        </p:spPr>
        <p:txBody>
          <a:bodyPr>
            <a:spAutoFit/>
          </a:bodyPr>
          <a:lstStyle>
            <a:lvl1pPr marL="914400" indent="-914400" eaLnBrk="0" hangingPunct="0">
              <a:tabLst>
                <a:tab pos="633413" algn="l"/>
              </a:tabLst>
              <a:defRPr sz="1900" b="1">
                <a:solidFill>
                  <a:schemeClr val="tx1"/>
                </a:solidFill>
                <a:latin typeface="Arial Black" pitchFamily="34" charset="0"/>
              </a:defRPr>
            </a:lvl1pPr>
            <a:lvl2pPr marL="742950" indent="-285750" eaLnBrk="0" hangingPunct="0">
              <a:tabLst>
                <a:tab pos="633413" algn="l"/>
              </a:tabLst>
              <a:defRPr sz="1900" b="1">
                <a:solidFill>
                  <a:schemeClr val="tx1"/>
                </a:solidFill>
                <a:latin typeface="Arial Black" pitchFamily="34" charset="0"/>
              </a:defRPr>
            </a:lvl2pPr>
            <a:lvl3pPr marL="1143000" indent="-228600" eaLnBrk="0" hangingPunct="0">
              <a:tabLst>
                <a:tab pos="633413" algn="l"/>
              </a:tabLst>
              <a:defRPr sz="1900" b="1">
                <a:solidFill>
                  <a:schemeClr val="tx1"/>
                </a:solidFill>
                <a:latin typeface="Arial Black" pitchFamily="34" charset="0"/>
              </a:defRPr>
            </a:lvl3pPr>
            <a:lvl4pPr marL="1600200" indent="-228600" eaLnBrk="0" hangingPunct="0">
              <a:tabLst>
                <a:tab pos="633413" algn="l"/>
              </a:tabLst>
              <a:defRPr sz="1900" b="1">
                <a:solidFill>
                  <a:schemeClr val="tx1"/>
                </a:solidFill>
                <a:latin typeface="Arial Black" pitchFamily="34" charset="0"/>
              </a:defRPr>
            </a:lvl4pPr>
            <a:lvl5pPr marL="2057400" indent="-228600" eaLnBrk="0" hangingPunct="0">
              <a:tabLst>
                <a:tab pos="633413"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633413"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633413"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633413"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633413" algn="l"/>
              </a:tabLst>
              <a:defRPr sz="1900" b="1">
                <a:solidFill>
                  <a:schemeClr val="tx1"/>
                </a:solidFill>
                <a:latin typeface="Arial Black" pitchFamily="34" charset="0"/>
              </a:defRPr>
            </a:lvl9pPr>
          </a:lstStyle>
          <a:p>
            <a:pPr algn="ctr" eaLnBrk="1" hangingPunct="1">
              <a:lnSpc>
                <a:spcPct val="90000"/>
              </a:lnSpc>
            </a:pPr>
            <a:r>
              <a:rPr lang="en-US" sz="2800">
                <a:latin typeface="Arial" charset="0"/>
                <a:sym typeface="Symbol" pitchFamily="18" charset="2"/>
              </a:rPr>
              <a:t>Program Statement</a:t>
            </a:r>
          </a:p>
        </p:txBody>
      </p:sp>
      <p:sp>
        <p:nvSpPr>
          <p:cNvPr id="11278" name="Line 23"/>
          <p:cNvSpPr>
            <a:spLocks noChangeShapeType="1"/>
          </p:cNvSpPr>
          <p:nvPr/>
        </p:nvSpPr>
        <p:spPr bwMode="auto">
          <a:xfrm>
            <a:off x="4343400" y="1905000"/>
            <a:ext cx="0" cy="609600"/>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279" name="Line 27"/>
          <p:cNvSpPr>
            <a:spLocks noChangeShapeType="1"/>
          </p:cNvSpPr>
          <p:nvPr/>
        </p:nvSpPr>
        <p:spPr bwMode="auto">
          <a:xfrm flipH="1">
            <a:off x="5867400" y="5029200"/>
            <a:ext cx="1004888"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80" name="Line 28"/>
          <p:cNvSpPr>
            <a:spLocks noChangeShapeType="1"/>
          </p:cNvSpPr>
          <p:nvPr/>
        </p:nvSpPr>
        <p:spPr bwMode="auto">
          <a:xfrm flipH="1">
            <a:off x="6248400" y="1600200"/>
            <a:ext cx="685800" cy="0"/>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pic>
        <p:nvPicPr>
          <p:cNvPr id="11281" name="Picture 36" descr="j0354376"/>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5483225" y="461963"/>
            <a:ext cx="3905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82" name="Picture 2" descr="C:\Users\JohnSchram\AppData\Local\Microsoft\Windows\Temporary Internet Files\Content.IE5\1NSA1V5K\MM900354565[1].gif"/>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105025"/>
            <a:ext cx="1447800" cy="162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0" y="0"/>
            <a:ext cx="9144000" cy="1676400"/>
          </a:xfrm>
        </p:spPr>
        <p:txBody>
          <a:bodyPr/>
          <a:lstStyle/>
          <a:p>
            <a:r>
              <a:rPr lang="en-US" sz="4800" smtClean="0">
                <a:latin typeface="Arial Black" pitchFamily="34" charset="0"/>
              </a:rPr>
              <a:t>Conditional Statement Definition</a:t>
            </a:r>
          </a:p>
        </p:txBody>
      </p:sp>
      <p:sp>
        <p:nvSpPr>
          <p:cNvPr id="12291" name="Text Box 3"/>
          <p:cNvSpPr txBox="1">
            <a:spLocks noChangeArrowheads="1"/>
          </p:cNvSpPr>
          <p:nvPr/>
        </p:nvSpPr>
        <p:spPr bwMode="auto">
          <a:xfrm>
            <a:off x="1447800" y="1822450"/>
            <a:ext cx="6248400" cy="4535488"/>
          </a:xfrm>
          <a:prstGeom prst="rect">
            <a:avLst/>
          </a:prstGeom>
          <a:solidFill>
            <a:srgbClr val="00FFCC"/>
          </a:solidFill>
          <a:ln w="57150">
            <a:solidFill>
              <a:schemeClr val="tx1"/>
            </a:solidFill>
            <a:miter lim="800000"/>
            <a:headEnd/>
            <a:tailEnd/>
          </a:ln>
        </p:spPr>
        <p:txBody>
          <a:bodyPr>
            <a:spAutoFit/>
          </a:bodyPr>
          <a:lstStyle>
            <a:lvl1pPr eaLnBrk="0" hangingPunct="0">
              <a:tabLst>
                <a:tab pos="633413" algn="l"/>
              </a:tabLst>
              <a:defRPr sz="1900" b="1">
                <a:solidFill>
                  <a:schemeClr val="tx1"/>
                </a:solidFill>
                <a:latin typeface="Arial Black" pitchFamily="34" charset="0"/>
              </a:defRPr>
            </a:lvl1pPr>
            <a:lvl2pPr marL="742950" indent="-285750" eaLnBrk="0" hangingPunct="0">
              <a:tabLst>
                <a:tab pos="633413" algn="l"/>
              </a:tabLst>
              <a:defRPr sz="1900" b="1">
                <a:solidFill>
                  <a:schemeClr val="tx1"/>
                </a:solidFill>
                <a:latin typeface="Arial Black" pitchFamily="34" charset="0"/>
              </a:defRPr>
            </a:lvl2pPr>
            <a:lvl3pPr marL="1143000" indent="-228600" eaLnBrk="0" hangingPunct="0">
              <a:tabLst>
                <a:tab pos="633413" algn="l"/>
              </a:tabLst>
              <a:defRPr sz="1900" b="1">
                <a:solidFill>
                  <a:schemeClr val="tx1"/>
                </a:solidFill>
                <a:latin typeface="Arial Black" pitchFamily="34" charset="0"/>
              </a:defRPr>
            </a:lvl3pPr>
            <a:lvl4pPr marL="1600200" indent="-228600" eaLnBrk="0" hangingPunct="0">
              <a:tabLst>
                <a:tab pos="633413" algn="l"/>
              </a:tabLst>
              <a:defRPr sz="1900" b="1">
                <a:solidFill>
                  <a:schemeClr val="tx1"/>
                </a:solidFill>
                <a:latin typeface="Arial Black" pitchFamily="34" charset="0"/>
              </a:defRPr>
            </a:lvl4pPr>
            <a:lvl5pPr marL="2057400" indent="-228600" eaLnBrk="0" hangingPunct="0">
              <a:tabLst>
                <a:tab pos="633413"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633413"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633413"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633413"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633413" algn="l"/>
              </a:tabLst>
              <a:defRPr sz="1900" b="1">
                <a:solidFill>
                  <a:schemeClr val="tx1"/>
                </a:solidFill>
                <a:latin typeface="Arial Black" pitchFamily="34" charset="0"/>
              </a:defRPr>
            </a:lvl9pPr>
          </a:lstStyle>
          <a:p>
            <a:pPr eaLnBrk="1" hangingPunct="1"/>
            <a:r>
              <a:rPr lang="en-US" sz="3200">
                <a:latin typeface="Arial" charset="0"/>
                <a:cs typeface="Arial" charset="0"/>
                <a:sym typeface="Symbol" pitchFamily="18" charset="2"/>
              </a:rPr>
              <a:t>A conditional statement is a program expression that evaluates to </a:t>
            </a:r>
            <a:r>
              <a:rPr lang="en-US" sz="3200" b="0">
                <a:cs typeface="Arial" charset="0"/>
                <a:sym typeface="Symbol" pitchFamily="18" charset="2"/>
              </a:rPr>
              <a:t>true</a:t>
            </a:r>
            <a:r>
              <a:rPr lang="en-US" sz="3200">
                <a:latin typeface="Arial" charset="0"/>
                <a:cs typeface="Arial" charset="0"/>
                <a:sym typeface="Symbol" pitchFamily="18" charset="2"/>
              </a:rPr>
              <a:t> or </a:t>
            </a:r>
            <a:r>
              <a:rPr lang="en-US" sz="3200" b="0">
                <a:cs typeface="Arial" charset="0"/>
                <a:sym typeface="Symbol" pitchFamily="18" charset="2"/>
              </a:rPr>
              <a:t>false</a:t>
            </a:r>
            <a:r>
              <a:rPr lang="en-US" sz="3200">
                <a:latin typeface="Arial" charset="0"/>
                <a:cs typeface="Arial" charset="0"/>
                <a:sym typeface="Symbol" pitchFamily="18" charset="2"/>
              </a:rPr>
              <a:t>.</a:t>
            </a:r>
          </a:p>
          <a:p>
            <a:pPr eaLnBrk="1" hangingPunct="1"/>
            <a:endParaRPr lang="en-US" sz="3200">
              <a:latin typeface="Arial" charset="0"/>
              <a:cs typeface="Arial" charset="0"/>
              <a:sym typeface="Symbol" pitchFamily="18" charset="2"/>
            </a:endParaRPr>
          </a:p>
          <a:p>
            <a:pPr eaLnBrk="1" hangingPunct="1"/>
            <a:r>
              <a:rPr lang="en-US" sz="3200">
                <a:latin typeface="Arial" charset="0"/>
                <a:cs typeface="Arial" charset="0"/>
                <a:sym typeface="Symbol" pitchFamily="18" charset="2"/>
              </a:rPr>
              <a:t>Most conditional statements require a </a:t>
            </a:r>
            <a:r>
              <a:rPr lang="en-US" sz="3200" i="1">
                <a:latin typeface="Arial" charset="0"/>
                <a:cs typeface="Arial" charset="0"/>
                <a:sym typeface="Symbol" pitchFamily="18" charset="2"/>
              </a:rPr>
              <a:t>relational operator</a:t>
            </a:r>
            <a:r>
              <a:rPr lang="en-US" sz="3200">
                <a:latin typeface="Arial" charset="0"/>
                <a:cs typeface="Arial" charset="0"/>
                <a:sym typeface="Symbol" pitchFamily="18" charset="2"/>
              </a:rPr>
              <a:t>.</a:t>
            </a:r>
          </a:p>
          <a:p>
            <a:pPr eaLnBrk="1" hangingPunct="1"/>
            <a:endParaRPr lang="en-US" sz="3200">
              <a:latin typeface="Arial" charset="0"/>
              <a:cs typeface="Arial" charset="0"/>
              <a:sym typeface="Symbol" pitchFamily="18" charset="2"/>
            </a:endParaRPr>
          </a:p>
          <a:p>
            <a:pPr eaLnBrk="1" hangingPunct="1"/>
            <a:r>
              <a:rPr lang="en-US" sz="3200">
                <a:latin typeface="Arial" charset="0"/>
                <a:cs typeface="Arial" charset="0"/>
                <a:sym typeface="Symbol" pitchFamily="18" charset="2"/>
              </a:rPr>
              <a:t>All conditions must be placed inside </a:t>
            </a:r>
            <a:r>
              <a:rPr lang="en-US" sz="3200" i="1">
                <a:latin typeface="Arial" charset="0"/>
                <a:cs typeface="Arial" charset="0"/>
                <a:sym typeface="Symbol" pitchFamily="18" charset="2"/>
              </a:rPr>
              <a:t>(parentheses)</a:t>
            </a:r>
            <a:r>
              <a:rPr lang="en-US" sz="3200">
                <a:latin typeface="Arial" charset="0"/>
                <a:cs typeface="Arial" charset="0"/>
                <a:sym typeface="Symbol" pitchFamily="18" charset="2"/>
              </a:rPr>
              <a:t>.</a:t>
            </a:r>
          </a:p>
        </p:txBody>
      </p:sp>
    </p:spTree>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0">
          <a:gsLst>
            <a:gs pos="0">
              <a:srgbClr val="000082"/>
            </a:gs>
            <a:gs pos="30000">
              <a:srgbClr val="66008F"/>
            </a:gs>
            <a:gs pos="64999">
              <a:srgbClr val="BA0066"/>
            </a:gs>
            <a:gs pos="89999">
              <a:srgbClr val="FF0000"/>
            </a:gs>
            <a:gs pos="100000">
              <a:srgbClr val="FF8200"/>
            </a:gs>
          </a:gsLst>
          <a:lin ang="5400000"/>
        </a:gradFill>
        <a:effectLst/>
      </p:bgPr>
    </p:bg>
    <p:spTree>
      <p:nvGrpSpPr>
        <p:cNvPr id="1" name=""/>
        <p:cNvGrpSpPr/>
        <p:nvPr/>
      </p:nvGrpSpPr>
      <p:grpSpPr>
        <a:xfrm>
          <a:off x="0" y="0"/>
          <a:ext cx="0" cy="0"/>
          <a:chOff x="0" y="0"/>
          <a:chExt cx="0" cy="0"/>
        </a:xfrm>
      </p:grpSpPr>
      <p:sp>
        <p:nvSpPr>
          <p:cNvPr id="13314" name="WordArt 2"/>
          <p:cNvSpPr>
            <a:spLocks noChangeArrowheads="1" noChangeShapeType="1" noTextEdit="1"/>
          </p:cNvSpPr>
          <p:nvPr/>
        </p:nvSpPr>
        <p:spPr bwMode="auto">
          <a:xfrm>
            <a:off x="457200" y="1524000"/>
            <a:ext cx="8382000" cy="2514600"/>
          </a:xfrm>
          <a:prstGeom prst="rect">
            <a:avLst/>
          </a:prstGeom>
        </p:spPr>
        <p:txBody>
          <a:bodyPr wrap="none" fromWordArt="1">
            <a:prstTxWarp prst="textSlantUp">
              <a:avLst>
                <a:gd name="adj" fmla="val 32056"/>
              </a:avLst>
            </a:prstTxWarp>
          </a:bodyPr>
          <a:lstStyle/>
          <a:p>
            <a:pPr algn="ctr"/>
            <a:r>
              <a:rPr lang="en-US" sz="3600" kern="10" dirty="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Relational</a:t>
            </a:r>
          </a:p>
        </p:txBody>
      </p:sp>
      <p:sp>
        <p:nvSpPr>
          <p:cNvPr id="13315" name="WordArt 2"/>
          <p:cNvSpPr>
            <a:spLocks noChangeArrowheads="1" noChangeShapeType="1" noTextEdit="1"/>
          </p:cNvSpPr>
          <p:nvPr/>
        </p:nvSpPr>
        <p:spPr bwMode="auto">
          <a:xfrm>
            <a:off x="457200" y="3810000"/>
            <a:ext cx="8382000" cy="2667000"/>
          </a:xfrm>
          <a:prstGeom prst="rect">
            <a:avLst/>
          </a:prstGeom>
        </p:spPr>
        <p:txBody>
          <a:bodyPr wrap="none" fromWordArt="1">
            <a:prstTxWarp prst="textSlantUp">
              <a:avLst>
                <a:gd name="adj" fmla="val 32056"/>
              </a:avLst>
            </a:prstTxWarp>
          </a:bodyPr>
          <a:lstStyle/>
          <a:p>
            <a:pPr algn="ctr"/>
            <a:r>
              <a:rPr lang="en-US" sz="3600" kern="10" dirty="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Operators</a:t>
            </a:r>
          </a:p>
        </p:txBody>
      </p:sp>
      <p:sp>
        <p:nvSpPr>
          <p:cNvPr id="13316" name="WordArt 18"/>
          <p:cNvSpPr>
            <a:spLocks noChangeArrowheads="1" noChangeShapeType="1" noTextEdit="1"/>
          </p:cNvSpPr>
          <p:nvPr/>
        </p:nvSpPr>
        <p:spPr bwMode="auto">
          <a:xfrm>
            <a:off x="371475" y="457200"/>
            <a:ext cx="8391525" cy="762000"/>
          </a:xfrm>
          <a:prstGeom prst="rect">
            <a:avLst/>
          </a:prstGeom>
        </p:spPr>
        <p:txBody>
          <a:bodyPr wrap="none" fromWordArt="1">
            <a:prstTxWarp prst="textPlain">
              <a:avLst>
                <a:gd name="adj" fmla="val 50000"/>
              </a:avLst>
            </a:prstTxWarp>
          </a:bodyPr>
          <a:lstStyle/>
          <a:p>
            <a:pPr algn="ctr"/>
            <a:r>
              <a:rPr lang="en-US" sz="3600" kern="10">
                <a:ln w="9525">
                  <a:solidFill>
                    <a:srgbClr val="000000"/>
                  </a:solidFill>
                  <a:round/>
                  <a:headEnd/>
                  <a:tailEnd/>
                </a:ln>
                <a:solidFill>
                  <a:srgbClr val="FFFFFF"/>
                </a:solidFill>
                <a:latin typeface="Arial Black"/>
              </a:rPr>
              <a:t>Section 5.3</a:t>
            </a:r>
          </a:p>
        </p:txBody>
      </p:sp>
    </p:spTree>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0" y="0"/>
            <a:ext cx="9144000" cy="685800"/>
          </a:xfrm>
        </p:spPr>
        <p:txBody>
          <a:bodyPr/>
          <a:lstStyle/>
          <a:p>
            <a:r>
              <a:rPr lang="en-US" sz="4800" smtClean="0">
                <a:latin typeface="Arial Black" pitchFamily="34" charset="0"/>
              </a:rPr>
              <a:t>Relational Operators</a:t>
            </a:r>
          </a:p>
        </p:txBody>
      </p:sp>
      <p:graphicFrame>
        <p:nvGraphicFramePr>
          <p:cNvPr id="460891" name="Group 91"/>
          <p:cNvGraphicFramePr>
            <a:graphicFrameLocks noGrp="1"/>
          </p:cNvGraphicFramePr>
          <p:nvPr/>
        </p:nvGraphicFramePr>
        <p:xfrm>
          <a:off x="381000" y="715963"/>
          <a:ext cx="8382000" cy="6065837"/>
        </p:xfrm>
        <a:graphic>
          <a:graphicData uri="http://schemas.openxmlformats.org/drawingml/2006/table">
            <a:tbl>
              <a:tblPr/>
              <a:tblGrid>
                <a:gridCol w="1905000"/>
                <a:gridCol w="1905000"/>
                <a:gridCol w="2476500"/>
                <a:gridCol w="2095500"/>
              </a:tblGrid>
              <a:tr h="57914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200" b="1" i="0" u="none" strike="noStrike" cap="none" normalizeH="0" baseline="0" dirty="0" smtClean="0">
                          <a:ln>
                            <a:noFill/>
                          </a:ln>
                          <a:solidFill>
                            <a:schemeClr val="tx1"/>
                          </a:solidFill>
                          <a:effectLst/>
                          <a:latin typeface="Arial" charset="0"/>
                        </a:rPr>
                        <a:t>Name</a:t>
                      </a:r>
                    </a:p>
                  </a:txBody>
                  <a:tcPr marT="45718" marB="457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200" b="1" i="0" u="none" strike="noStrike" cap="none" normalizeH="0" baseline="0" smtClean="0">
                          <a:ln>
                            <a:noFill/>
                          </a:ln>
                          <a:solidFill>
                            <a:schemeClr val="tx1"/>
                          </a:solidFill>
                          <a:effectLst/>
                          <a:latin typeface="Arial" charset="0"/>
                        </a:rPr>
                        <a:t>Operator</a:t>
                      </a: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200" b="1" i="0" u="none" strike="noStrike" cap="none" normalizeH="0" baseline="0" dirty="0" smtClean="0">
                          <a:ln>
                            <a:noFill/>
                          </a:ln>
                          <a:solidFill>
                            <a:schemeClr val="tx1"/>
                          </a:solidFill>
                          <a:effectLst/>
                          <a:latin typeface="Arial" charset="0"/>
                        </a:rPr>
                        <a:t>Expression</a:t>
                      </a: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200" b="1" i="0" u="none" strike="noStrike" cap="none" normalizeH="0" baseline="0" smtClean="0">
                          <a:ln>
                            <a:noFill/>
                          </a:ln>
                          <a:solidFill>
                            <a:schemeClr val="tx1"/>
                          </a:solidFill>
                          <a:effectLst/>
                          <a:latin typeface="Arial" charset="0"/>
                        </a:rPr>
                        <a:t>Evaluates</a:t>
                      </a:r>
                    </a:p>
                  </a:txBody>
                  <a:tcPr marT="45718" marB="457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CC"/>
                    </a:solidFill>
                  </a:tcPr>
                </a:tc>
              </a:tr>
              <a:tr h="823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charset="0"/>
                        </a:rPr>
                        <a:t>Equals</a:t>
                      </a:r>
                    </a:p>
                  </a:txBody>
                  <a:tcPr marT="45718" marB="4571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4800" b="1" i="0" u="none" strike="noStrike" cap="none" normalizeH="0" baseline="0" dirty="0" smtClean="0">
                          <a:ln>
                            <a:noFill/>
                          </a:ln>
                          <a:solidFill>
                            <a:schemeClr val="tx1"/>
                          </a:solidFill>
                          <a:effectLst/>
                          <a:latin typeface="Courier New" pitchFamily="49" charset="0"/>
                          <a:cs typeface="Courier New" pitchFamily="49" charset="0"/>
                        </a:rPr>
                        <a:t>==</a:t>
                      </a:r>
                    </a:p>
                  </a:txBody>
                  <a:tcPr marT="45718" marB="4571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algn="ctr">
                        <a:spcBef>
                          <a:spcPts val="0"/>
                        </a:spcBef>
                        <a:spcAft>
                          <a:spcPts val="0"/>
                        </a:spcAft>
                      </a:pPr>
                      <a:r>
                        <a:rPr lang="en-US" sz="2400" dirty="0">
                          <a:effectLst/>
                          <a:latin typeface="Arial"/>
                          <a:ea typeface="Times New Roman"/>
                          <a:cs typeface="Times New Roman"/>
                        </a:rPr>
                        <a:t>5 == 5</a:t>
                      </a:r>
                      <a:endParaRPr lang="en-US" sz="2400" dirty="0">
                        <a:effectLst/>
                        <a:latin typeface="Times New Roman"/>
                        <a:ea typeface="Times New Roman"/>
                      </a:endParaRPr>
                    </a:p>
                    <a:p>
                      <a:pPr marL="0" marR="0" algn="ctr">
                        <a:spcBef>
                          <a:spcPts val="0"/>
                        </a:spcBef>
                        <a:spcAft>
                          <a:spcPts val="0"/>
                        </a:spcAft>
                      </a:pPr>
                      <a:r>
                        <a:rPr lang="en-US" sz="2400" dirty="0">
                          <a:effectLst/>
                          <a:latin typeface="Arial"/>
                          <a:ea typeface="Times New Roman"/>
                          <a:cs typeface="Times New Roman"/>
                        </a:rPr>
                        <a:t>5 == 10</a:t>
                      </a:r>
                      <a:endParaRPr lang="en-US" sz="2400" dirty="0">
                        <a:effectLst/>
                        <a:latin typeface="Times New Roman"/>
                        <a:ea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CC"/>
                    </a:solidFill>
                  </a:tcPr>
                </a:tc>
                <a:tc>
                  <a:txBody>
                    <a:bodyPr/>
                    <a:lstStyle/>
                    <a:p>
                      <a:pPr marL="0" marR="0" algn="ctr">
                        <a:spcBef>
                          <a:spcPts val="0"/>
                        </a:spcBef>
                        <a:spcAft>
                          <a:spcPts val="0"/>
                        </a:spcAft>
                      </a:pPr>
                      <a:r>
                        <a:rPr lang="en-US" sz="2400">
                          <a:effectLst/>
                          <a:latin typeface="Arial"/>
                          <a:ea typeface="Times New Roman"/>
                          <a:cs typeface="Times New Roman"/>
                        </a:rPr>
                        <a:t>true</a:t>
                      </a:r>
                      <a:endParaRPr lang="en-US" sz="2400">
                        <a:effectLst/>
                        <a:latin typeface="Times New Roman"/>
                        <a:ea typeface="Times New Roman"/>
                      </a:endParaRPr>
                    </a:p>
                    <a:p>
                      <a:pPr marL="0" marR="0" algn="ctr">
                        <a:spcBef>
                          <a:spcPts val="0"/>
                        </a:spcBef>
                        <a:spcAft>
                          <a:spcPts val="0"/>
                        </a:spcAft>
                      </a:pPr>
                      <a:r>
                        <a:rPr lang="en-US" sz="2400">
                          <a:effectLst/>
                          <a:latin typeface="Arial"/>
                          <a:ea typeface="Times New Roman"/>
                          <a:cs typeface="Times New Roman"/>
                        </a:rPr>
                        <a:t>false</a:t>
                      </a:r>
                      <a:endParaRPr lang="en-US" sz="2400">
                        <a:effectLst/>
                        <a:latin typeface="Times New Roman"/>
                        <a:ea typeface="Times New Roman"/>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r>
              <a:tr h="823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charset="0"/>
                        </a:rPr>
                        <a:t>Not Equals</a:t>
                      </a:r>
                    </a:p>
                  </a:txBody>
                  <a:tcPr marT="45718" marB="4571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4800" b="1" i="0" u="none" strike="noStrike" cap="none" normalizeH="0" baseline="0" dirty="0" smtClean="0">
                          <a:ln>
                            <a:noFill/>
                          </a:ln>
                          <a:solidFill>
                            <a:schemeClr val="tx1"/>
                          </a:solidFill>
                          <a:effectLst/>
                          <a:latin typeface="Courier New" pitchFamily="49" charset="0"/>
                          <a:cs typeface="Courier New" pitchFamily="49" charset="0"/>
                        </a:rPr>
                        <a:t>!=</a:t>
                      </a:r>
                    </a:p>
                  </a:txBody>
                  <a:tcPr marT="45718" marB="4571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algn="ctr">
                        <a:spcBef>
                          <a:spcPts val="0"/>
                        </a:spcBef>
                        <a:spcAft>
                          <a:spcPts val="0"/>
                        </a:spcAft>
                      </a:pPr>
                      <a:r>
                        <a:rPr lang="en-US" sz="2400" dirty="0">
                          <a:effectLst/>
                          <a:latin typeface="Arial"/>
                          <a:ea typeface="Times New Roman"/>
                          <a:cs typeface="Times New Roman"/>
                        </a:rPr>
                        <a:t>50 != 25</a:t>
                      </a:r>
                      <a:endParaRPr lang="en-US" sz="2400" dirty="0">
                        <a:effectLst/>
                        <a:latin typeface="Times New Roman"/>
                        <a:ea typeface="Times New Roman"/>
                      </a:endParaRPr>
                    </a:p>
                    <a:p>
                      <a:pPr marL="0" marR="0" algn="ctr">
                        <a:spcBef>
                          <a:spcPts val="0"/>
                        </a:spcBef>
                        <a:spcAft>
                          <a:spcPts val="0"/>
                        </a:spcAft>
                      </a:pPr>
                      <a:r>
                        <a:rPr lang="en-US" sz="2400" dirty="0">
                          <a:effectLst/>
                          <a:latin typeface="Arial"/>
                          <a:ea typeface="Times New Roman"/>
                          <a:cs typeface="Times New Roman"/>
                        </a:rPr>
                        <a:t>100 != 100</a:t>
                      </a:r>
                      <a:endParaRPr lang="en-US" sz="2400" dirty="0">
                        <a:effectLst/>
                        <a:latin typeface="Times New Roman"/>
                        <a:ea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CC"/>
                    </a:solidFill>
                  </a:tcPr>
                </a:tc>
                <a:tc>
                  <a:txBody>
                    <a:bodyPr/>
                    <a:lstStyle/>
                    <a:p>
                      <a:pPr marL="0" marR="0" algn="ctr">
                        <a:spcBef>
                          <a:spcPts val="0"/>
                        </a:spcBef>
                        <a:spcAft>
                          <a:spcPts val="0"/>
                        </a:spcAft>
                      </a:pPr>
                      <a:r>
                        <a:rPr lang="en-US" sz="2400" dirty="0">
                          <a:effectLst/>
                          <a:latin typeface="Arial"/>
                          <a:ea typeface="Times New Roman"/>
                          <a:cs typeface="Times New Roman"/>
                        </a:rPr>
                        <a:t>true</a:t>
                      </a:r>
                      <a:endParaRPr lang="en-US" sz="2400" dirty="0">
                        <a:effectLst/>
                        <a:latin typeface="Times New Roman"/>
                        <a:ea typeface="Times New Roman"/>
                      </a:endParaRPr>
                    </a:p>
                    <a:p>
                      <a:pPr marL="0" marR="0" algn="ctr">
                        <a:spcBef>
                          <a:spcPts val="0"/>
                        </a:spcBef>
                        <a:spcAft>
                          <a:spcPts val="0"/>
                        </a:spcAft>
                      </a:pPr>
                      <a:r>
                        <a:rPr lang="en-US" sz="2400" dirty="0">
                          <a:effectLst/>
                          <a:latin typeface="Arial"/>
                          <a:ea typeface="Times New Roman"/>
                          <a:cs typeface="Times New Roman"/>
                        </a:rPr>
                        <a:t>false</a:t>
                      </a:r>
                      <a:endParaRPr lang="en-US" sz="2400" dirty="0">
                        <a:effectLst/>
                        <a:latin typeface="Times New Roman"/>
                        <a:ea typeface="Times New Roman"/>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r>
              <a:tr h="823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charset="0"/>
                        </a:rPr>
                        <a:t>Less than</a:t>
                      </a:r>
                    </a:p>
                  </a:txBody>
                  <a:tcPr marT="45718" marB="4571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4800" b="1" i="0" u="none" strike="noStrike" cap="none" normalizeH="0" baseline="0" dirty="0" smtClean="0">
                          <a:ln>
                            <a:noFill/>
                          </a:ln>
                          <a:solidFill>
                            <a:schemeClr val="tx1"/>
                          </a:solidFill>
                          <a:effectLst/>
                          <a:latin typeface="Courier New" pitchFamily="49" charset="0"/>
                          <a:cs typeface="Courier New" pitchFamily="49" charset="0"/>
                        </a:rPr>
                        <a:t>&lt;</a:t>
                      </a:r>
                    </a:p>
                  </a:txBody>
                  <a:tcPr marT="45718" marB="4571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algn="ctr">
                        <a:spcBef>
                          <a:spcPts val="0"/>
                        </a:spcBef>
                        <a:spcAft>
                          <a:spcPts val="0"/>
                        </a:spcAft>
                      </a:pPr>
                      <a:r>
                        <a:rPr lang="en-US" sz="2400" dirty="0">
                          <a:effectLst/>
                          <a:latin typeface="Arial"/>
                          <a:ea typeface="Times New Roman"/>
                          <a:cs typeface="Times New Roman"/>
                        </a:rPr>
                        <a:t>100 &lt; 200</a:t>
                      </a:r>
                      <a:endParaRPr lang="en-US" sz="2400" dirty="0">
                        <a:effectLst/>
                        <a:latin typeface="Times New Roman"/>
                        <a:ea typeface="Times New Roman"/>
                      </a:endParaRPr>
                    </a:p>
                    <a:p>
                      <a:pPr marL="0" marR="0" algn="ctr">
                        <a:spcBef>
                          <a:spcPts val="0"/>
                        </a:spcBef>
                        <a:spcAft>
                          <a:spcPts val="0"/>
                        </a:spcAft>
                      </a:pPr>
                      <a:r>
                        <a:rPr lang="en-US" sz="2400" dirty="0">
                          <a:effectLst/>
                          <a:latin typeface="Arial"/>
                          <a:ea typeface="Times New Roman"/>
                          <a:cs typeface="Times New Roman"/>
                        </a:rPr>
                        <a:t>200 &lt; 100</a:t>
                      </a:r>
                      <a:endParaRPr lang="en-US" sz="2400" dirty="0">
                        <a:effectLst/>
                        <a:latin typeface="Times New Roman"/>
                        <a:ea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CC"/>
                    </a:solidFill>
                  </a:tcPr>
                </a:tc>
                <a:tc>
                  <a:txBody>
                    <a:bodyPr/>
                    <a:lstStyle/>
                    <a:p>
                      <a:pPr marL="0" marR="0" algn="ctr">
                        <a:spcBef>
                          <a:spcPts val="0"/>
                        </a:spcBef>
                        <a:spcAft>
                          <a:spcPts val="0"/>
                        </a:spcAft>
                      </a:pPr>
                      <a:r>
                        <a:rPr lang="en-US" sz="2400" dirty="0">
                          <a:effectLst/>
                          <a:latin typeface="Arial"/>
                          <a:ea typeface="Times New Roman"/>
                          <a:cs typeface="Times New Roman"/>
                        </a:rPr>
                        <a:t>true</a:t>
                      </a:r>
                      <a:endParaRPr lang="en-US" sz="2400" dirty="0">
                        <a:effectLst/>
                        <a:latin typeface="Times New Roman"/>
                        <a:ea typeface="Times New Roman"/>
                      </a:endParaRPr>
                    </a:p>
                    <a:p>
                      <a:pPr marL="0" marR="0" algn="ctr">
                        <a:spcBef>
                          <a:spcPts val="0"/>
                        </a:spcBef>
                        <a:spcAft>
                          <a:spcPts val="0"/>
                        </a:spcAft>
                      </a:pPr>
                      <a:r>
                        <a:rPr lang="en-US" sz="2400" dirty="0">
                          <a:effectLst/>
                          <a:latin typeface="Arial"/>
                          <a:ea typeface="Times New Roman"/>
                          <a:cs typeface="Times New Roman"/>
                        </a:rPr>
                        <a:t>false</a:t>
                      </a:r>
                      <a:endParaRPr lang="en-US" sz="2400" dirty="0">
                        <a:effectLst/>
                        <a:latin typeface="Times New Roman"/>
                        <a:ea typeface="Times New Roman"/>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r>
              <a:tr h="823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charset="0"/>
                        </a:rPr>
                        <a:t>Greater than</a:t>
                      </a:r>
                    </a:p>
                  </a:txBody>
                  <a:tcPr marT="45718" marB="4571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4800" b="1" i="0" u="none" strike="noStrike" cap="none" normalizeH="0" baseline="0" dirty="0" smtClean="0">
                          <a:ln>
                            <a:noFill/>
                          </a:ln>
                          <a:solidFill>
                            <a:schemeClr val="tx1"/>
                          </a:solidFill>
                          <a:effectLst/>
                          <a:latin typeface="Courier New" pitchFamily="49" charset="0"/>
                          <a:cs typeface="Courier New" pitchFamily="49" charset="0"/>
                        </a:rPr>
                        <a:t>&gt;</a:t>
                      </a:r>
                    </a:p>
                  </a:txBody>
                  <a:tcPr marT="45718" marB="4571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algn="ctr">
                        <a:spcBef>
                          <a:spcPts val="0"/>
                        </a:spcBef>
                        <a:spcAft>
                          <a:spcPts val="0"/>
                        </a:spcAft>
                      </a:pPr>
                      <a:r>
                        <a:rPr lang="en-US" sz="2400" dirty="0">
                          <a:effectLst/>
                          <a:latin typeface="Arial"/>
                          <a:ea typeface="Times New Roman"/>
                          <a:cs typeface="Times New Roman"/>
                        </a:rPr>
                        <a:t>200 &gt; 100</a:t>
                      </a:r>
                      <a:endParaRPr lang="en-US" sz="2400" dirty="0">
                        <a:effectLst/>
                        <a:latin typeface="Times New Roman"/>
                        <a:ea typeface="Times New Roman"/>
                      </a:endParaRPr>
                    </a:p>
                    <a:p>
                      <a:pPr marL="0" marR="0" algn="ctr">
                        <a:spcBef>
                          <a:spcPts val="0"/>
                        </a:spcBef>
                        <a:spcAft>
                          <a:spcPts val="0"/>
                        </a:spcAft>
                      </a:pPr>
                      <a:r>
                        <a:rPr lang="en-US" sz="2400" dirty="0">
                          <a:effectLst/>
                          <a:latin typeface="Arial"/>
                          <a:ea typeface="Times New Roman"/>
                          <a:cs typeface="Times New Roman"/>
                        </a:rPr>
                        <a:t>200 &gt; 200</a:t>
                      </a:r>
                      <a:endParaRPr lang="en-US" sz="2400" dirty="0">
                        <a:effectLst/>
                        <a:latin typeface="Times New Roman"/>
                        <a:ea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CC"/>
                    </a:solidFill>
                  </a:tcPr>
                </a:tc>
                <a:tc>
                  <a:txBody>
                    <a:bodyPr/>
                    <a:lstStyle/>
                    <a:p>
                      <a:pPr marL="0" marR="0" algn="ctr">
                        <a:spcBef>
                          <a:spcPts val="0"/>
                        </a:spcBef>
                        <a:spcAft>
                          <a:spcPts val="0"/>
                        </a:spcAft>
                      </a:pPr>
                      <a:r>
                        <a:rPr lang="en-US" sz="2400" dirty="0">
                          <a:effectLst/>
                          <a:latin typeface="Arial"/>
                          <a:ea typeface="Times New Roman"/>
                          <a:cs typeface="Times New Roman"/>
                        </a:rPr>
                        <a:t>true</a:t>
                      </a:r>
                      <a:endParaRPr lang="en-US" sz="2400" dirty="0">
                        <a:effectLst/>
                        <a:latin typeface="Times New Roman"/>
                        <a:ea typeface="Times New Roman"/>
                      </a:endParaRPr>
                    </a:p>
                    <a:p>
                      <a:pPr marL="0" marR="0" algn="ctr">
                        <a:spcBef>
                          <a:spcPts val="0"/>
                        </a:spcBef>
                        <a:spcAft>
                          <a:spcPts val="0"/>
                        </a:spcAft>
                      </a:pPr>
                      <a:r>
                        <a:rPr lang="en-US" sz="2400" dirty="0">
                          <a:effectLst/>
                          <a:latin typeface="Arial"/>
                          <a:ea typeface="Times New Roman"/>
                          <a:cs typeface="Times New Roman"/>
                        </a:rPr>
                        <a:t>false</a:t>
                      </a:r>
                      <a:endParaRPr lang="en-US" sz="2400" dirty="0">
                        <a:effectLst/>
                        <a:latin typeface="Times New Roman"/>
                        <a:ea typeface="Times New Roman"/>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r>
              <a:tr h="1097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charset="0"/>
                        </a:rPr>
                        <a:t>Less than or equals</a:t>
                      </a:r>
                    </a:p>
                  </a:txBody>
                  <a:tcPr marT="45718" marB="4571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4800" b="1" i="0" u="none" strike="noStrike" cap="none" normalizeH="0" baseline="0" dirty="0" smtClean="0">
                          <a:ln>
                            <a:noFill/>
                          </a:ln>
                          <a:solidFill>
                            <a:schemeClr val="tx1"/>
                          </a:solidFill>
                          <a:effectLst/>
                          <a:latin typeface="Courier New" pitchFamily="49" charset="0"/>
                          <a:cs typeface="Courier New" pitchFamily="49" charset="0"/>
                        </a:rPr>
                        <a:t>&lt;=</a:t>
                      </a:r>
                    </a:p>
                  </a:txBody>
                  <a:tcPr marT="45718" marB="4571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algn="ctr">
                        <a:spcBef>
                          <a:spcPts val="0"/>
                        </a:spcBef>
                        <a:spcAft>
                          <a:spcPts val="0"/>
                        </a:spcAft>
                      </a:pPr>
                      <a:r>
                        <a:rPr lang="en-US" sz="2400">
                          <a:effectLst/>
                          <a:latin typeface="Arial"/>
                          <a:ea typeface="Times New Roman"/>
                          <a:cs typeface="Times New Roman"/>
                        </a:rPr>
                        <a:t>100 &lt;= 200</a:t>
                      </a:r>
                      <a:endParaRPr lang="en-US" sz="2400">
                        <a:effectLst/>
                        <a:latin typeface="Times New Roman"/>
                        <a:ea typeface="Times New Roman"/>
                      </a:endParaRPr>
                    </a:p>
                    <a:p>
                      <a:pPr marL="0" marR="0" algn="ctr">
                        <a:spcBef>
                          <a:spcPts val="0"/>
                        </a:spcBef>
                        <a:spcAft>
                          <a:spcPts val="0"/>
                        </a:spcAft>
                      </a:pPr>
                      <a:r>
                        <a:rPr lang="en-US" sz="2400">
                          <a:effectLst/>
                          <a:latin typeface="Arial"/>
                          <a:ea typeface="Times New Roman"/>
                          <a:cs typeface="Times New Roman"/>
                        </a:rPr>
                        <a:t>200 &lt;= 200</a:t>
                      </a:r>
                      <a:endParaRPr lang="en-US" sz="2400">
                        <a:effectLst/>
                        <a:latin typeface="Times New Roman"/>
                        <a:ea typeface="Times New Roman"/>
                      </a:endParaRPr>
                    </a:p>
                    <a:p>
                      <a:pPr marL="0" marR="0" algn="ctr">
                        <a:spcBef>
                          <a:spcPts val="0"/>
                        </a:spcBef>
                        <a:spcAft>
                          <a:spcPts val="0"/>
                        </a:spcAft>
                      </a:pPr>
                      <a:r>
                        <a:rPr lang="en-US" sz="2400">
                          <a:effectLst/>
                          <a:latin typeface="Arial"/>
                          <a:ea typeface="Times New Roman"/>
                          <a:cs typeface="Times New Roman"/>
                        </a:rPr>
                        <a:t>200 &lt;= 100</a:t>
                      </a:r>
                      <a:endParaRPr lang="en-US" sz="2400">
                        <a:effectLst/>
                        <a:latin typeface="Times New Roman"/>
                        <a:ea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CC"/>
                    </a:solidFill>
                  </a:tcPr>
                </a:tc>
                <a:tc>
                  <a:txBody>
                    <a:bodyPr/>
                    <a:lstStyle/>
                    <a:p>
                      <a:pPr marL="0" marR="0" algn="ctr">
                        <a:spcBef>
                          <a:spcPts val="0"/>
                        </a:spcBef>
                        <a:spcAft>
                          <a:spcPts val="0"/>
                        </a:spcAft>
                      </a:pPr>
                      <a:r>
                        <a:rPr lang="en-US" sz="2400" dirty="0">
                          <a:effectLst/>
                          <a:latin typeface="Arial"/>
                          <a:ea typeface="Times New Roman"/>
                          <a:cs typeface="Times New Roman"/>
                        </a:rPr>
                        <a:t>true</a:t>
                      </a:r>
                      <a:endParaRPr lang="en-US" sz="2400" dirty="0">
                        <a:effectLst/>
                        <a:latin typeface="Times New Roman"/>
                        <a:ea typeface="Times New Roman"/>
                      </a:endParaRPr>
                    </a:p>
                    <a:p>
                      <a:pPr marL="0" marR="0" algn="ctr">
                        <a:spcBef>
                          <a:spcPts val="0"/>
                        </a:spcBef>
                        <a:spcAft>
                          <a:spcPts val="0"/>
                        </a:spcAft>
                      </a:pPr>
                      <a:r>
                        <a:rPr lang="en-US" sz="2400" dirty="0">
                          <a:effectLst/>
                          <a:latin typeface="Arial"/>
                          <a:ea typeface="Times New Roman"/>
                          <a:cs typeface="Times New Roman"/>
                        </a:rPr>
                        <a:t>true</a:t>
                      </a:r>
                      <a:endParaRPr lang="en-US" sz="2400" dirty="0">
                        <a:effectLst/>
                        <a:latin typeface="Times New Roman"/>
                        <a:ea typeface="Times New Roman"/>
                      </a:endParaRPr>
                    </a:p>
                    <a:p>
                      <a:pPr marL="0" marR="0" algn="ctr">
                        <a:spcBef>
                          <a:spcPts val="0"/>
                        </a:spcBef>
                        <a:spcAft>
                          <a:spcPts val="0"/>
                        </a:spcAft>
                      </a:pPr>
                      <a:r>
                        <a:rPr lang="en-US" sz="2400" dirty="0">
                          <a:effectLst/>
                          <a:latin typeface="Arial"/>
                          <a:ea typeface="Times New Roman"/>
                          <a:cs typeface="Times New Roman"/>
                        </a:rPr>
                        <a:t>false</a:t>
                      </a:r>
                      <a:endParaRPr lang="en-US" sz="2400" dirty="0">
                        <a:effectLst/>
                        <a:latin typeface="Times New Roman"/>
                        <a:ea typeface="Times New Roman"/>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r>
              <a:tr h="1097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charset="0"/>
                        </a:rPr>
                        <a:t>Greater than or equals</a:t>
                      </a:r>
                    </a:p>
                  </a:txBody>
                  <a:tcPr marT="45718" marB="4571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FF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4800" b="1" i="0" u="none" strike="noStrike" cap="none" normalizeH="0" baseline="0" dirty="0" smtClean="0">
                          <a:ln>
                            <a:noFill/>
                          </a:ln>
                          <a:solidFill>
                            <a:schemeClr val="tx1"/>
                          </a:solidFill>
                          <a:effectLst/>
                          <a:latin typeface="Courier New" pitchFamily="49" charset="0"/>
                          <a:cs typeface="Courier New" pitchFamily="49" charset="0"/>
                        </a:rPr>
                        <a:t>&gt;=</a:t>
                      </a:r>
                    </a:p>
                  </a:txBody>
                  <a:tcPr marT="45718" marB="4571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algn="ctr">
                        <a:spcBef>
                          <a:spcPts val="0"/>
                        </a:spcBef>
                        <a:spcAft>
                          <a:spcPts val="0"/>
                        </a:spcAft>
                      </a:pPr>
                      <a:r>
                        <a:rPr lang="en-US" sz="2400">
                          <a:effectLst/>
                          <a:latin typeface="Arial"/>
                          <a:ea typeface="Times New Roman"/>
                          <a:cs typeface="Times New Roman"/>
                        </a:rPr>
                        <a:t>100 &gt;= 200</a:t>
                      </a:r>
                      <a:endParaRPr lang="en-US" sz="2400">
                        <a:effectLst/>
                        <a:latin typeface="Times New Roman"/>
                        <a:ea typeface="Times New Roman"/>
                      </a:endParaRPr>
                    </a:p>
                    <a:p>
                      <a:pPr marL="0" marR="0" algn="ctr">
                        <a:spcBef>
                          <a:spcPts val="0"/>
                        </a:spcBef>
                        <a:spcAft>
                          <a:spcPts val="0"/>
                        </a:spcAft>
                      </a:pPr>
                      <a:r>
                        <a:rPr lang="en-US" sz="2400">
                          <a:effectLst/>
                          <a:latin typeface="Arial"/>
                          <a:ea typeface="Times New Roman"/>
                          <a:cs typeface="Times New Roman"/>
                        </a:rPr>
                        <a:t>200 &gt;= 200</a:t>
                      </a:r>
                      <a:endParaRPr lang="en-US" sz="2400">
                        <a:effectLst/>
                        <a:latin typeface="Times New Roman"/>
                        <a:ea typeface="Times New Roman"/>
                      </a:endParaRPr>
                    </a:p>
                    <a:p>
                      <a:pPr marL="0" marR="0" algn="ctr">
                        <a:spcBef>
                          <a:spcPts val="0"/>
                        </a:spcBef>
                        <a:spcAft>
                          <a:spcPts val="0"/>
                        </a:spcAft>
                      </a:pPr>
                      <a:r>
                        <a:rPr lang="en-US" sz="2400">
                          <a:effectLst/>
                          <a:latin typeface="Arial"/>
                          <a:ea typeface="Times New Roman"/>
                          <a:cs typeface="Times New Roman"/>
                        </a:rPr>
                        <a:t>200 &gt;= 100</a:t>
                      </a:r>
                      <a:endParaRPr lang="en-US" sz="2400">
                        <a:effectLst/>
                        <a:latin typeface="Times New Roman"/>
                        <a:ea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FFCC"/>
                    </a:solidFill>
                  </a:tcPr>
                </a:tc>
                <a:tc>
                  <a:txBody>
                    <a:bodyPr/>
                    <a:lstStyle/>
                    <a:p>
                      <a:pPr marL="0" marR="0" algn="ctr">
                        <a:spcBef>
                          <a:spcPts val="0"/>
                        </a:spcBef>
                        <a:spcAft>
                          <a:spcPts val="0"/>
                        </a:spcAft>
                      </a:pPr>
                      <a:r>
                        <a:rPr lang="en-US" sz="2400" dirty="0">
                          <a:effectLst/>
                          <a:latin typeface="Arial"/>
                          <a:ea typeface="Times New Roman"/>
                          <a:cs typeface="Times New Roman"/>
                        </a:rPr>
                        <a:t>false</a:t>
                      </a:r>
                      <a:endParaRPr lang="en-US" sz="2400" dirty="0">
                        <a:effectLst/>
                        <a:latin typeface="Times New Roman"/>
                        <a:ea typeface="Times New Roman"/>
                      </a:endParaRPr>
                    </a:p>
                    <a:p>
                      <a:pPr marL="0" marR="0" algn="ctr">
                        <a:spcBef>
                          <a:spcPts val="0"/>
                        </a:spcBef>
                        <a:spcAft>
                          <a:spcPts val="0"/>
                        </a:spcAft>
                      </a:pPr>
                      <a:r>
                        <a:rPr lang="en-US" sz="2400" dirty="0">
                          <a:effectLst/>
                          <a:latin typeface="Arial"/>
                          <a:ea typeface="Times New Roman"/>
                          <a:cs typeface="Times New Roman"/>
                        </a:rPr>
                        <a:t>true</a:t>
                      </a:r>
                      <a:endParaRPr lang="en-US" sz="2400" dirty="0">
                        <a:effectLst/>
                        <a:latin typeface="Times New Roman"/>
                        <a:ea typeface="Times New Roman"/>
                      </a:endParaRPr>
                    </a:p>
                    <a:p>
                      <a:pPr marL="0" marR="0" algn="ctr">
                        <a:spcBef>
                          <a:spcPts val="0"/>
                        </a:spcBef>
                        <a:spcAft>
                          <a:spcPts val="0"/>
                        </a:spcAft>
                      </a:pPr>
                      <a:r>
                        <a:rPr lang="en-US" sz="2400" dirty="0">
                          <a:effectLst/>
                          <a:latin typeface="Arial"/>
                          <a:ea typeface="Times New Roman"/>
                          <a:cs typeface="Times New Roman"/>
                        </a:rPr>
                        <a:t>true</a:t>
                      </a:r>
                      <a:endParaRPr lang="en-US" sz="2400" dirty="0">
                        <a:effectLst/>
                        <a:latin typeface="Times New Roman"/>
                        <a:ea typeface="Times New Roman"/>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r>
            </a:tbl>
          </a:graphicData>
        </a:graphic>
      </p:graphicFrame>
    </p:spTree>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0" y="0"/>
            <a:ext cx="9144000" cy="1219200"/>
          </a:xfrm>
        </p:spPr>
        <p:txBody>
          <a:bodyPr/>
          <a:lstStyle/>
          <a:p>
            <a:r>
              <a:rPr lang="en-US" sz="4800" smtClean="0">
                <a:latin typeface="Arial Black" pitchFamily="34" charset="0"/>
              </a:rPr>
              <a:t>Important Note:</a:t>
            </a:r>
          </a:p>
        </p:txBody>
      </p:sp>
      <p:sp>
        <p:nvSpPr>
          <p:cNvPr id="7171" name="Text Box 3"/>
          <p:cNvSpPr txBox="1">
            <a:spLocks noChangeArrowheads="1"/>
          </p:cNvSpPr>
          <p:nvPr/>
        </p:nvSpPr>
        <p:spPr bwMode="auto">
          <a:xfrm>
            <a:off x="228600" y="1066800"/>
            <a:ext cx="8686800" cy="5212080"/>
          </a:xfrm>
          <a:prstGeom prst="rect">
            <a:avLst/>
          </a:prstGeom>
          <a:solidFill>
            <a:srgbClr val="00FFCC"/>
          </a:solidFill>
          <a:ln w="57150">
            <a:solidFill>
              <a:schemeClr val="tx1"/>
            </a:solidFill>
            <a:miter lim="800000"/>
            <a:headEnd/>
            <a:tailEnd/>
          </a:ln>
        </p:spPr>
        <p:txBody>
          <a:bodyPr>
            <a:spAutoFit/>
          </a:bodyPr>
          <a:lstStyle>
            <a:lvl1pPr eaLnBrk="0" hangingPunct="0">
              <a:tabLst>
                <a:tab pos="633413" algn="l"/>
              </a:tabLst>
              <a:defRPr sz="1900" b="1">
                <a:solidFill>
                  <a:schemeClr val="tx1"/>
                </a:solidFill>
                <a:latin typeface="Arial Black" pitchFamily="34" charset="0"/>
              </a:defRPr>
            </a:lvl1pPr>
            <a:lvl2pPr marL="742950" indent="-285750" eaLnBrk="0" hangingPunct="0">
              <a:tabLst>
                <a:tab pos="633413" algn="l"/>
              </a:tabLst>
              <a:defRPr sz="1900" b="1">
                <a:solidFill>
                  <a:schemeClr val="tx1"/>
                </a:solidFill>
                <a:latin typeface="Arial Black" pitchFamily="34" charset="0"/>
              </a:defRPr>
            </a:lvl2pPr>
            <a:lvl3pPr marL="1143000" indent="-228600" eaLnBrk="0" hangingPunct="0">
              <a:tabLst>
                <a:tab pos="633413" algn="l"/>
              </a:tabLst>
              <a:defRPr sz="1900" b="1">
                <a:solidFill>
                  <a:schemeClr val="tx1"/>
                </a:solidFill>
                <a:latin typeface="Arial Black" pitchFamily="34" charset="0"/>
              </a:defRPr>
            </a:lvl3pPr>
            <a:lvl4pPr marL="1600200" indent="-228600" eaLnBrk="0" hangingPunct="0">
              <a:tabLst>
                <a:tab pos="633413" algn="l"/>
              </a:tabLst>
              <a:defRPr sz="1900" b="1">
                <a:solidFill>
                  <a:schemeClr val="tx1"/>
                </a:solidFill>
                <a:latin typeface="Arial Black" pitchFamily="34" charset="0"/>
              </a:defRPr>
            </a:lvl4pPr>
            <a:lvl5pPr marL="2057400" indent="-228600" eaLnBrk="0" hangingPunct="0">
              <a:tabLst>
                <a:tab pos="633413"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633413"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633413"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633413"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633413" algn="l"/>
              </a:tabLst>
              <a:defRPr sz="1900" b="1">
                <a:solidFill>
                  <a:schemeClr val="tx1"/>
                </a:solidFill>
                <a:latin typeface="Arial Black" pitchFamily="34" charset="0"/>
              </a:defRPr>
            </a:lvl9pPr>
          </a:lstStyle>
          <a:p>
            <a:pPr eaLnBrk="1" hangingPunct="1"/>
            <a:r>
              <a:rPr lang="en-US" sz="2800" dirty="0">
                <a:latin typeface="Arial" charset="0"/>
                <a:sym typeface="Symbol" pitchFamily="18" charset="2"/>
              </a:rPr>
              <a:t>The relational operators shown on the previous slide will be used in the Java example programs that demonstrate the different control structures.  </a:t>
            </a:r>
          </a:p>
          <a:p>
            <a:pPr eaLnBrk="1" hangingPunct="1"/>
            <a:endParaRPr lang="en-US" sz="2800" dirty="0" smtClean="0">
              <a:latin typeface="Arial" charset="0"/>
              <a:sym typeface="Symbol" pitchFamily="18" charset="2"/>
            </a:endParaRPr>
          </a:p>
          <a:p>
            <a:pPr eaLnBrk="1" hangingPunct="1"/>
            <a:r>
              <a:rPr lang="en-US" sz="2800" dirty="0" smtClean="0">
                <a:latin typeface="Arial" charset="0"/>
                <a:sym typeface="Symbol" pitchFamily="18" charset="2"/>
              </a:rPr>
              <a:t>Be </a:t>
            </a:r>
            <a:r>
              <a:rPr lang="en-US" sz="2800" dirty="0">
                <a:latin typeface="Arial" charset="0"/>
                <a:sym typeface="Symbol" pitchFamily="18" charset="2"/>
              </a:rPr>
              <a:t>careful not to confuse the </a:t>
            </a:r>
            <a:r>
              <a:rPr lang="en-US" sz="2800" b="0" dirty="0">
                <a:sym typeface="Symbol" pitchFamily="18" charset="2"/>
              </a:rPr>
              <a:t>equality operator</a:t>
            </a:r>
            <a:r>
              <a:rPr lang="en-US" sz="2800" dirty="0">
                <a:sym typeface="Symbol" pitchFamily="18" charset="2"/>
              </a:rPr>
              <a:t> </a:t>
            </a:r>
            <a:r>
              <a:rPr lang="en-US" sz="2800" dirty="0">
                <a:latin typeface="Arial" charset="0"/>
                <a:sym typeface="Symbol" pitchFamily="18" charset="2"/>
              </a:rPr>
              <a:t>( =</a:t>
            </a:r>
            <a:r>
              <a:rPr lang="en-US" sz="800" dirty="0">
                <a:latin typeface="Arial" charset="0"/>
                <a:sym typeface="Symbol" pitchFamily="18" charset="2"/>
              </a:rPr>
              <a:t> </a:t>
            </a:r>
            <a:r>
              <a:rPr lang="en-US" sz="2800" dirty="0">
                <a:latin typeface="Arial" charset="0"/>
                <a:sym typeface="Symbol" pitchFamily="18" charset="2"/>
              </a:rPr>
              <a:t>= ) with the </a:t>
            </a:r>
            <a:r>
              <a:rPr lang="en-US" sz="2800" b="0" dirty="0">
                <a:sym typeface="Symbol" pitchFamily="18" charset="2"/>
              </a:rPr>
              <a:t>assignment operator</a:t>
            </a:r>
            <a:r>
              <a:rPr lang="en-US" sz="2800" dirty="0">
                <a:latin typeface="Arial" charset="0"/>
                <a:sym typeface="Symbol" pitchFamily="18" charset="2"/>
              </a:rPr>
              <a:t> ( = </a:t>
            </a:r>
            <a:r>
              <a:rPr lang="en-US" sz="2800" dirty="0" smtClean="0">
                <a:latin typeface="Arial" charset="0"/>
                <a:sym typeface="Symbol" pitchFamily="18" charset="2"/>
              </a:rPr>
              <a:t>).</a:t>
            </a:r>
          </a:p>
          <a:p>
            <a:pPr eaLnBrk="1" hangingPunct="1"/>
            <a:endParaRPr lang="en-US" sz="2800" dirty="0">
              <a:latin typeface="Arial" charset="0"/>
              <a:sym typeface="Symbol" pitchFamily="18" charset="2"/>
            </a:endParaRPr>
          </a:p>
          <a:p>
            <a:pPr eaLnBrk="1" hangingPunct="1"/>
            <a:endParaRPr lang="en-US" sz="3600" dirty="0">
              <a:latin typeface="Arial" charset="0"/>
              <a:sym typeface="Symbol" pitchFamily="18" charset="2"/>
            </a:endParaRPr>
          </a:p>
          <a:p>
            <a:pPr eaLnBrk="1" hangingPunct="1"/>
            <a:endParaRPr lang="en-US" sz="2800" dirty="0">
              <a:latin typeface="Arial" charset="0"/>
              <a:sym typeface="Symbol" pitchFamily="18" charset="2"/>
            </a:endParaRPr>
          </a:p>
          <a:p>
            <a:pPr eaLnBrk="1" hangingPunct="1"/>
            <a:endParaRPr lang="en-US" sz="2800" dirty="0">
              <a:latin typeface="Arial" charset="0"/>
              <a:sym typeface="Symbol" pitchFamily="18" charset="2"/>
            </a:endParaRPr>
          </a:p>
          <a:p>
            <a:pPr eaLnBrk="1" hangingPunct="1"/>
            <a:endParaRPr lang="en-US" sz="2800" dirty="0">
              <a:latin typeface="Arial" charset="0"/>
              <a:sym typeface="Symbol" pitchFamily="18" charset="2"/>
            </a:endParaRPr>
          </a:p>
          <a:p>
            <a:pPr eaLnBrk="1" hangingPunct="1"/>
            <a:endParaRPr lang="en-US" sz="1600" dirty="0">
              <a:latin typeface="Arial" charset="0"/>
              <a:sym typeface="Symbol" pitchFamily="18" charset="2"/>
            </a:endParaRPr>
          </a:p>
        </p:txBody>
      </p:sp>
      <p:graphicFrame>
        <p:nvGraphicFramePr>
          <p:cNvPr id="2" name="Table 1"/>
          <p:cNvGraphicFramePr>
            <a:graphicFrameLocks noGrp="1"/>
          </p:cNvGraphicFramePr>
          <p:nvPr>
            <p:extLst>
              <p:ext uri="{D42A27DB-BD31-4B8C-83A1-F6EECF244321}">
                <p14:modId xmlns:p14="http://schemas.microsoft.com/office/powerpoint/2010/main" val="821587066"/>
              </p:ext>
            </p:extLst>
          </p:nvPr>
        </p:nvGraphicFramePr>
        <p:xfrm>
          <a:off x="381000" y="4114800"/>
          <a:ext cx="8686800" cy="1828800"/>
        </p:xfrm>
        <a:graphic>
          <a:graphicData uri="http://schemas.openxmlformats.org/drawingml/2006/table">
            <a:tbl>
              <a:tblPr firstRow="1" bandRow="1">
                <a:tableStyleId>{2D5ABB26-0587-4C30-8999-92F81FD0307C}</a:tableStyleId>
              </a:tblPr>
              <a:tblGrid>
                <a:gridCol w="4724400"/>
                <a:gridCol w="3962400"/>
              </a:tblGrid>
              <a:tr h="370840">
                <a:tc>
                  <a:txBody>
                    <a:bodyPr/>
                    <a:lstStyle/>
                    <a:p>
                      <a:r>
                        <a:rPr lang="en-US" sz="2400" i="0" dirty="0" smtClean="0">
                          <a:latin typeface="Arial Black" pitchFamily="34" charset="0"/>
                        </a:rPr>
                        <a:t>Assignment ( = )</a:t>
                      </a:r>
                      <a:endParaRPr lang="en-US" sz="2400" i="0" dirty="0">
                        <a:latin typeface="Arial Black" pitchFamily="34" charset="0"/>
                      </a:endParaRPr>
                    </a:p>
                  </a:txBody>
                  <a:tcPr/>
                </a:tc>
                <a:tc>
                  <a:txBody>
                    <a:bodyPr/>
                    <a:lstStyle/>
                    <a:p>
                      <a:r>
                        <a:rPr lang="en-US" sz="2400" i="0" dirty="0" smtClean="0">
                          <a:latin typeface="Arial Black" pitchFamily="34" charset="0"/>
                        </a:rPr>
                        <a:t>Equality ( == )</a:t>
                      </a:r>
                      <a:endParaRPr lang="en-US" sz="2400" i="0" dirty="0">
                        <a:latin typeface="Arial Black" pitchFamily="34" charset="0"/>
                      </a:endParaRPr>
                    </a:p>
                  </a:txBody>
                  <a:tcPr/>
                </a:tc>
              </a:tr>
              <a:tr h="370840">
                <a:tc>
                  <a:txBody>
                    <a:bodyPr/>
                    <a:lstStyle/>
                    <a:p>
                      <a:endParaRPr lang="en-US" sz="1600" i="0" dirty="0" smtClean="0"/>
                    </a:p>
                    <a:p>
                      <a:r>
                        <a:rPr lang="en-US" sz="2800" b="1" i="0" dirty="0" err="1" smtClean="0">
                          <a:latin typeface="Courier New" pitchFamily="49" charset="0"/>
                          <a:cs typeface="Courier New" pitchFamily="49" charset="0"/>
                        </a:rPr>
                        <a:t>int</a:t>
                      </a:r>
                      <a:r>
                        <a:rPr lang="en-US" sz="2800" b="1" i="0" dirty="0" smtClean="0">
                          <a:latin typeface="Courier New" pitchFamily="49" charset="0"/>
                          <a:cs typeface="Courier New" pitchFamily="49" charset="0"/>
                        </a:rPr>
                        <a:t> x = 10;</a:t>
                      </a:r>
                    </a:p>
                    <a:p>
                      <a:endParaRPr lang="en-US" sz="1600" i="0" dirty="0" smtClean="0"/>
                    </a:p>
                    <a:p>
                      <a:r>
                        <a:rPr lang="en-US" sz="2400" i="0" dirty="0" smtClean="0"/>
                        <a:t>Assigns a the</a:t>
                      </a:r>
                      <a:r>
                        <a:rPr lang="en-US" sz="2400" i="0" baseline="0" dirty="0" smtClean="0"/>
                        <a:t> value of </a:t>
                      </a:r>
                      <a:r>
                        <a:rPr lang="en-US" sz="2400" b="1" i="0" baseline="0" dirty="0" smtClean="0"/>
                        <a:t>10</a:t>
                      </a:r>
                      <a:r>
                        <a:rPr lang="en-US" sz="2400" i="0" baseline="0" dirty="0" smtClean="0"/>
                        <a:t> to </a:t>
                      </a:r>
                      <a:r>
                        <a:rPr lang="en-US" sz="2400" b="1" i="0" baseline="0" dirty="0" smtClean="0"/>
                        <a:t>x</a:t>
                      </a:r>
                      <a:r>
                        <a:rPr lang="en-US" sz="2400" i="0" baseline="0" dirty="0" smtClean="0"/>
                        <a:t>.</a:t>
                      </a:r>
                      <a:endParaRPr lang="en-US" sz="2400" i="0" dirty="0" smtClean="0"/>
                    </a:p>
                  </a:txBody>
                  <a:tcPr/>
                </a:tc>
                <a:tc>
                  <a:txBody>
                    <a:bodyPr/>
                    <a:lstStyle/>
                    <a:p>
                      <a:endParaRPr lang="en-US" sz="1600" i="0" dirty="0" smtClean="0"/>
                    </a:p>
                    <a:p>
                      <a:r>
                        <a:rPr lang="en-US" sz="2800" b="1" i="0" dirty="0" smtClean="0">
                          <a:latin typeface="Courier New" pitchFamily="49" charset="0"/>
                          <a:cs typeface="Courier New" pitchFamily="49" charset="0"/>
                        </a:rPr>
                        <a:t>if</a:t>
                      </a:r>
                      <a:r>
                        <a:rPr lang="en-US" sz="2800" b="1" i="0" baseline="0" dirty="0" smtClean="0">
                          <a:latin typeface="Courier New" pitchFamily="49" charset="0"/>
                          <a:cs typeface="Courier New" pitchFamily="49" charset="0"/>
                        </a:rPr>
                        <a:t> (x == 10)</a:t>
                      </a:r>
                    </a:p>
                    <a:p>
                      <a:endParaRPr lang="en-US" sz="1600" i="0" baseline="0" dirty="0" smtClean="0"/>
                    </a:p>
                    <a:p>
                      <a:r>
                        <a:rPr lang="en-US" sz="2400" i="0" baseline="0" dirty="0" smtClean="0"/>
                        <a:t>Checks if </a:t>
                      </a:r>
                      <a:r>
                        <a:rPr lang="en-US" sz="2400" b="1" i="0" baseline="0" dirty="0" smtClean="0"/>
                        <a:t>x</a:t>
                      </a:r>
                      <a:r>
                        <a:rPr lang="en-US" sz="2400" i="0" baseline="0" dirty="0" smtClean="0"/>
                        <a:t> is equal to </a:t>
                      </a:r>
                      <a:r>
                        <a:rPr lang="en-US" sz="2400" b="1" i="0" baseline="0" dirty="0" smtClean="0"/>
                        <a:t>10</a:t>
                      </a:r>
                      <a:r>
                        <a:rPr lang="en-US" sz="2400" i="0" baseline="0" dirty="0" smtClean="0"/>
                        <a:t>.</a:t>
                      </a:r>
                      <a:endParaRPr lang="en-US" sz="2400" i="0" dirty="0" smtClean="0"/>
                    </a:p>
                  </a:txBody>
                  <a:tcPr/>
                </a:tc>
              </a:tr>
            </a:tbl>
          </a:graphicData>
        </a:graphic>
      </p:graphicFrame>
    </p:spTree>
    <p:extLst>
      <p:ext uri="{BB962C8B-B14F-4D97-AF65-F5344CB8AC3E}">
        <p14:creationId xmlns:p14="http://schemas.microsoft.com/office/powerpoint/2010/main" val="3322819044"/>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0">
          <a:gsLst>
            <a:gs pos="0">
              <a:srgbClr val="000082"/>
            </a:gs>
            <a:gs pos="30000">
              <a:srgbClr val="66008F"/>
            </a:gs>
            <a:gs pos="64999">
              <a:srgbClr val="BA0066"/>
            </a:gs>
            <a:gs pos="89999">
              <a:srgbClr val="FF0000"/>
            </a:gs>
            <a:gs pos="100000">
              <a:srgbClr val="FF8200"/>
            </a:gs>
          </a:gsLst>
          <a:lin ang="5400000"/>
        </a:gradFill>
        <a:effectLst/>
      </p:bgPr>
    </p:bg>
    <p:spTree>
      <p:nvGrpSpPr>
        <p:cNvPr id="1" name=""/>
        <p:cNvGrpSpPr/>
        <p:nvPr/>
      </p:nvGrpSpPr>
      <p:grpSpPr>
        <a:xfrm>
          <a:off x="0" y="0"/>
          <a:ext cx="0" cy="0"/>
          <a:chOff x="0" y="0"/>
          <a:chExt cx="0" cy="0"/>
        </a:xfrm>
      </p:grpSpPr>
      <p:sp>
        <p:nvSpPr>
          <p:cNvPr id="25602" name="WordArt 18"/>
          <p:cNvSpPr>
            <a:spLocks noChangeArrowheads="1" noChangeShapeType="1" noTextEdit="1"/>
          </p:cNvSpPr>
          <p:nvPr/>
        </p:nvSpPr>
        <p:spPr bwMode="auto">
          <a:xfrm>
            <a:off x="371475" y="457200"/>
            <a:ext cx="8391525" cy="762000"/>
          </a:xfrm>
          <a:prstGeom prst="rect">
            <a:avLst/>
          </a:prstGeom>
        </p:spPr>
        <p:txBody>
          <a:bodyPr wrap="none" fromWordArt="1">
            <a:prstTxWarp prst="textPlain">
              <a:avLst>
                <a:gd name="adj" fmla="val 50000"/>
              </a:avLst>
            </a:prstTxWarp>
          </a:bodyPr>
          <a:lstStyle/>
          <a:p>
            <a:pPr algn="ctr"/>
            <a:r>
              <a:rPr lang="en-US" sz="3600" kern="10" dirty="0">
                <a:ln w="9525">
                  <a:solidFill>
                    <a:srgbClr val="000000"/>
                  </a:solidFill>
                  <a:round/>
                  <a:headEnd/>
                  <a:tailEnd/>
                </a:ln>
                <a:solidFill>
                  <a:srgbClr val="FFFFFF"/>
                </a:solidFill>
                <a:latin typeface="Arial Black"/>
              </a:rPr>
              <a:t>Section </a:t>
            </a:r>
            <a:r>
              <a:rPr lang="en-US" sz="3600" kern="10" dirty="0" smtClean="0">
                <a:ln w="9525">
                  <a:solidFill>
                    <a:srgbClr val="000000"/>
                  </a:solidFill>
                  <a:round/>
                  <a:headEnd/>
                  <a:tailEnd/>
                </a:ln>
                <a:solidFill>
                  <a:srgbClr val="FFFFFF"/>
                </a:solidFill>
                <a:latin typeface="Arial Black"/>
              </a:rPr>
              <a:t>5.4</a:t>
            </a:r>
            <a:endParaRPr lang="en-US" sz="3600" kern="10" dirty="0">
              <a:ln w="9525">
                <a:solidFill>
                  <a:srgbClr val="000000"/>
                </a:solidFill>
                <a:round/>
                <a:headEnd/>
                <a:tailEnd/>
              </a:ln>
              <a:solidFill>
                <a:srgbClr val="FFFFFF"/>
              </a:solidFill>
              <a:latin typeface="Arial Black"/>
            </a:endParaRPr>
          </a:p>
        </p:txBody>
      </p:sp>
      <p:pic>
        <p:nvPicPr>
          <p:cNvPr id="25603" name="Picture 5" descr="C:\Documents and Settings\JohnSchram\Local Settings\Temporary Internet Files\Content.IE5\URQ75OAI\MCj02309330000[1].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90800" y="1179513"/>
            <a:ext cx="4411663" cy="567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4" name="WordArt 2"/>
          <p:cNvSpPr>
            <a:spLocks noChangeArrowheads="1" noChangeShapeType="1" noTextEdit="1"/>
          </p:cNvSpPr>
          <p:nvPr/>
        </p:nvSpPr>
        <p:spPr bwMode="auto">
          <a:xfrm>
            <a:off x="304800" y="3810000"/>
            <a:ext cx="8534400" cy="2438400"/>
          </a:xfrm>
          <a:prstGeom prst="rect">
            <a:avLst/>
          </a:prstGeom>
        </p:spPr>
        <p:txBody>
          <a:bodyPr wrap="none" fromWordArt="1">
            <a:prstTxWarp prst="textSlantUp">
              <a:avLst>
                <a:gd name="adj" fmla="val 32056"/>
              </a:avLst>
            </a:prstTxWarp>
          </a:bodyPr>
          <a:lstStyle/>
          <a:p>
            <a:pPr algn="ctr"/>
            <a:r>
              <a:rPr lang="en-US" sz="3600" kern="1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Selection</a:t>
            </a:r>
          </a:p>
        </p:txBody>
      </p:sp>
    </p:spTree>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2"/>
          <p:cNvSpPr txBox="1">
            <a:spLocks noChangeArrowheads="1"/>
          </p:cNvSpPr>
          <p:nvPr/>
        </p:nvSpPr>
        <p:spPr bwMode="auto">
          <a:xfrm>
            <a:off x="0" y="-1"/>
            <a:ext cx="9144000" cy="6858000"/>
          </a:xfrm>
          <a:prstGeom prst="rect">
            <a:avLst/>
          </a:prstGeom>
          <a:solidFill>
            <a:srgbClr val="FFFF99"/>
          </a:solidFill>
          <a:ln w="57150">
            <a:solidFill>
              <a:schemeClr val="tx1"/>
            </a:solidFill>
            <a:miter lim="800000"/>
            <a:headEnd/>
            <a:tailEnd/>
          </a:ln>
        </p:spPr>
        <p:txBody>
          <a:bodyPr>
            <a:spAutoFit/>
          </a:bodyPr>
          <a:lstStyle>
            <a:lvl1pPr eaLnBrk="0" hangingPunct="0">
              <a:tabLst>
                <a:tab pos="463550" algn="l"/>
                <a:tab pos="914400" algn="l"/>
                <a:tab pos="1377950" algn="l"/>
                <a:tab pos="1828800" algn="l"/>
                <a:tab pos="2292350" algn="l"/>
                <a:tab pos="2743200" algn="l"/>
                <a:tab pos="3717925" algn="l"/>
                <a:tab pos="7778750" algn="l"/>
              </a:tabLst>
              <a:defRPr sz="1900" b="1">
                <a:solidFill>
                  <a:schemeClr val="tx1"/>
                </a:solidFill>
                <a:latin typeface="Arial Black" pitchFamily="34" charset="0"/>
              </a:defRPr>
            </a:lvl1pPr>
            <a:lvl2pPr marL="742950" indent="-285750" eaLnBrk="0" hangingPunct="0">
              <a:tabLst>
                <a:tab pos="463550" algn="l"/>
                <a:tab pos="914400" algn="l"/>
                <a:tab pos="1377950" algn="l"/>
                <a:tab pos="1828800" algn="l"/>
                <a:tab pos="2292350" algn="l"/>
                <a:tab pos="2743200" algn="l"/>
                <a:tab pos="3717925" algn="l"/>
                <a:tab pos="7778750" algn="l"/>
              </a:tabLst>
              <a:defRPr sz="1900" b="1">
                <a:solidFill>
                  <a:schemeClr val="tx1"/>
                </a:solidFill>
                <a:latin typeface="Arial Black" pitchFamily="34" charset="0"/>
              </a:defRPr>
            </a:lvl2pPr>
            <a:lvl3pPr marL="1143000" indent="-228600" eaLnBrk="0" hangingPunct="0">
              <a:tabLst>
                <a:tab pos="463550" algn="l"/>
                <a:tab pos="914400" algn="l"/>
                <a:tab pos="1377950" algn="l"/>
                <a:tab pos="1828800" algn="l"/>
                <a:tab pos="2292350" algn="l"/>
                <a:tab pos="2743200" algn="l"/>
                <a:tab pos="3717925" algn="l"/>
                <a:tab pos="7778750" algn="l"/>
              </a:tabLst>
              <a:defRPr sz="1900" b="1">
                <a:solidFill>
                  <a:schemeClr val="tx1"/>
                </a:solidFill>
                <a:latin typeface="Arial Black" pitchFamily="34" charset="0"/>
              </a:defRPr>
            </a:lvl3pPr>
            <a:lvl4pPr marL="1600200" indent="-228600" eaLnBrk="0" hangingPunct="0">
              <a:tabLst>
                <a:tab pos="463550" algn="l"/>
                <a:tab pos="914400" algn="l"/>
                <a:tab pos="1377950" algn="l"/>
                <a:tab pos="1828800" algn="l"/>
                <a:tab pos="2292350" algn="l"/>
                <a:tab pos="2743200" algn="l"/>
                <a:tab pos="3717925" algn="l"/>
                <a:tab pos="7778750" algn="l"/>
              </a:tabLst>
              <a:defRPr sz="1900" b="1">
                <a:solidFill>
                  <a:schemeClr val="tx1"/>
                </a:solidFill>
                <a:latin typeface="Arial Black" pitchFamily="34" charset="0"/>
              </a:defRPr>
            </a:lvl4pPr>
            <a:lvl5pPr marL="2057400" indent="-228600" eaLnBrk="0" hangingPunct="0">
              <a:tabLst>
                <a:tab pos="463550" algn="l"/>
                <a:tab pos="914400" algn="l"/>
                <a:tab pos="1377950" algn="l"/>
                <a:tab pos="1828800" algn="l"/>
                <a:tab pos="2292350" algn="l"/>
                <a:tab pos="2743200" algn="l"/>
                <a:tab pos="3717925" algn="l"/>
                <a:tab pos="7778750"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463550" algn="l"/>
                <a:tab pos="914400" algn="l"/>
                <a:tab pos="1377950" algn="l"/>
                <a:tab pos="1828800" algn="l"/>
                <a:tab pos="2292350" algn="l"/>
                <a:tab pos="2743200" algn="l"/>
                <a:tab pos="3717925" algn="l"/>
                <a:tab pos="7778750"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463550" algn="l"/>
                <a:tab pos="914400" algn="l"/>
                <a:tab pos="1377950" algn="l"/>
                <a:tab pos="1828800" algn="l"/>
                <a:tab pos="2292350" algn="l"/>
                <a:tab pos="2743200" algn="l"/>
                <a:tab pos="3717925" algn="l"/>
                <a:tab pos="7778750"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463550" algn="l"/>
                <a:tab pos="914400" algn="l"/>
                <a:tab pos="1377950" algn="l"/>
                <a:tab pos="1828800" algn="l"/>
                <a:tab pos="2292350" algn="l"/>
                <a:tab pos="2743200" algn="l"/>
                <a:tab pos="3717925" algn="l"/>
                <a:tab pos="7778750"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463550" algn="l"/>
                <a:tab pos="914400" algn="l"/>
                <a:tab pos="1377950" algn="l"/>
                <a:tab pos="1828800" algn="l"/>
                <a:tab pos="2292350" algn="l"/>
                <a:tab pos="2743200" algn="l"/>
                <a:tab pos="3717925" algn="l"/>
                <a:tab pos="7778750" algn="l"/>
              </a:tabLst>
              <a:defRPr sz="1900" b="1">
                <a:solidFill>
                  <a:schemeClr val="tx1"/>
                </a:solidFill>
                <a:latin typeface="Arial Black" pitchFamily="34" charset="0"/>
              </a:defRPr>
            </a:lvl9pPr>
          </a:lstStyle>
          <a:p>
            <a:r>
              <a:rPr lang="en-US" sz="2000" dirty="0">
                <a:latin typeface="Times New Roman" panose="02020603050405020304" pitchFamily="18" charset="0"/>
                <a:cs typeface="Times New Roman" panose="02020603050405020304" pitchFamily="18" charset="0"/>
              </a:rPr>
              <a:t>// Java0501.java</a:t>
            </a:r>
          </a:p>
          <a:p>
            <a:r>
              <a:rPr lang="en-US" sz="2000" dirty="0">
                <a:latin typeface="Times New Roman" panose="02020603050405020304" pitchFamily="18" charset="0"/>
                <a:cs typeface="Times New Roman" panose="02020603050405020304" pitchFamily="18" charset="0"/>
              </a:rPr>
              <a:t>// This program demonstrates one-way selection with &lt;if&gt;.</a:t>
            </a:r>
          </a:p>
          <a:p>
            <a:r>
              <a:rPr lang="en-US" sz="18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import </a:t>
            </a:r>
            <a:r>
              <a:rPr lang="en-US" sz="2000" dirty="0" err="1">
                <a:latin typeface="Times New Roman" panose="02020603050405020304" pitchFamily="18" charset="0"/>
                <a:cs typeface="Times New Roman" panose="02020603050405020304" pitchFamily="18" charset="0"/>
              </a:rPr>
              <a:t>java.util.Scanner</a:t>
            </a:r>
            <a:r>
              <a:rPr lang="en-US" sz="2000" dirty="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public class Java0501</a:t>
            </a:r>
          </a:p>
          <a:p>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	public static void main (String </a:t>
            </a:r>
            <a:r>
              <a:rPr lang="en-US" sz="2000" dirty="0" err="1">
                <a:latin typeface="Times New Roman" panose="02020603050405020304" pitchFamily="18" charset="0"/>
                <a:cs typeface="Times New Roman" panose="02020603050405020304" pitchFamily="18" charset="0"/>
              </a:rPr>
              <a:t>args</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System.out.println</a:t>
            </a:r>
            <a:r>
              <a:rPr lang="en-US" sz="2000" dirty="0">
                <a:latin typeface="Times New Roman" panose="02020603050405020304" pitchFamily="18" charset="0"/>
                <a:cs typeface="Times New Roman" panose="02020603050405020304" pitchFamily="18" charset="0"/>
              </a:rPr>
              <a:t>("\nJAVA0501.JAVA\n");</a:t>
            </a:r>
          </a:p>
          <a:p>
            <a:r>
              <a:rPr lang="en-US" sz="2000" dirty="0">
                <a:latin typeface="Times New Roman" panose="02020603050405020304" pitchFamily="18" charset="0"/>
                <a:cs typeface="Times New Roman" panose="02020603050405020304" pitchFamily="18" charset="0"/>
              </a:rPr>
              <a:t>      		Scanner input = new Scanner(System.in);</a:t>
            </a:r>
          </a:p>
          <a:p>
            <a:r>
              <a:rPr lang="en-US" sz="18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int</a:t>
            </a:r>
            <a:r>
              <a:rPr lang="en-US" sz="2000" dirty="0">
                <a:latin typeface="Times New Roman" panose="02020603050405020304" pitchFamily="18" charset="0"/>
                <a:cs typeface="Times New Roman" panose="02020603050405020304" pitchFamily="18" charset="0"/>
              </a:rPr>
              <a:t> bonus = 250;</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System.out.print</a:t>
            </a:r>
            <a:r>
              <a:rPr lang="en-US" sz="2000" dirty="0">
                <a:latin typeface="Times New Roman" panose="02020603050405020304" pitchFamily="18" charset="0"/>
                <a:cs typeface="Times New Roman" panose="02020603050405020304" pitchFamily="18" charset="0"/>
              </a:rPr>
              <a:t>("Enter yearly sales amount.  --&gt;  ");</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int</a:t>
            </a:r>
            <a:r>
              <a:rPr lang="en-US" sz="2000" dirty="0">
                <a:latin typeface="Times New Roman" panose="02020603050405020304" pitchFamily="18" charset="0"/>
                <a:cs typeface="Times New Roman" panose="02020603050405020304" pitchFamily="18" charset="0"/>
              </a:rPr>
              <a:t> sales = </a:t>
            </a:r>
            <a:r>
              <a:rPr lang="en-US" sz="2000" dirty="0" err="1">
                <a:latin typeface="Times New Roman" panose="02020603050405020304" pitchFamily="18" charset="0"/>
                <a:cs typeface="Times New Roman" panose="02020603050405020304" pitchFamily="18" charset="0"/>
              </a:rPr>
              <a:t>input.nextInt</a:t>
            </a:r>
            <a:r>
              <a:rPr lang="en-US" sz="2000" dirty="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      </a:t>
            </a:r>
          </a:p>
          <a:p>
            <a:r>
              <a:rPr lang="en-US" sz="2400" b="0" dirty="0">
                <a:cs typeface="Times New Roman" panose="02020603050405020304" pitchFamily="18" charset="0"/>
              </a:rPr>
              <a:t>		if (sales &gt;= 500000)</a:t>
            </a:r>
          </a:p>
          <a:p>
            <a:r>
              <a:rPr lang="en-US" sz="2400" b="0" dirty="0">
                <a:cs typeface="Times New Roman" panose="02020603050405020304" pitchFamily="18" charset="0"/>
              </a:rPr>
              <a:t>			bonus += 500;</a:t>
            </a:r>
          </a:p>
          <a:p>
            <a:r>
              <a:rPr lang="en-US" sz="18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System.out.println</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nYearly</a:t>
            </a:r>
            <a:r>
              <a:rPr lang="en-US" sz="2000" dirty="0">
                <a:latin typeface="Times New Roman" panose="02020603050405020304" pitchFamily="18" charset="0"/>
                <a:cs typeface="Times New Roman" panose="02020603050405020304" pitchFamily="18" charset="0"/>
              </a:rPr>
              <a:t> bonus: " + bonus);</a:t>
            </a:r>
          </a:p>
          <a:p>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a:t>
            </a:r>
            <a:endParaRPr lang="en-US" sz="2000" dirty="0">
              <a:latin typeface="Times New Roman" pitchFamily="18" charset="0"/>
              <a:cs typeface="Times New Roman" panose="02020603050405020304" pitchFamily="18" charset="0"/>
              <a:sym typeface="Symbol" pitchFamily="18" charset="2"/>
            </a:endParaRPr>
          </a:p>
        </p:txBody>
      </p:sp>
      <p:sp>
        <p:nvSpPr>
          <p:cNvPr id="11" name="TextBox 10"/>
          <p:cNvSpPr txBox="1"/>
          <p:nvPr/>
        </p:nvSpPr>
        <p:spPr>
          <a:xfrm>
            <a:off x="0" y="0"/>
            <a:ext cx="4572000" cy="2123658"/>
          </a:xfrm>
          <a:prstGeom prst="rect">
            <a:avLst/>
          </a:prstGeom>
          <a:solidFill>
            <a:schemeClr val="accent6">
              <a:lumMod val="20000"/>
              <a:lumOff val="80000"/>
            </a:schemeClr>
          </a:solidFill>
          <a:ln w="57150">
            <a:solidFill>
              <a:schemeClr val="tx1"/>
            </a:solidFill>
          </a:ln>
        </p:spPr>
        <p:txBody>
          <a:bodyPr wrap="square" rtlCol="0">
            <a:spAutoFit/>
          </a:bodyPr>
          <a:lstStyle/>
          <a:p>
            <a:endParaRPr lang="en-US" sz="1600" dirty="0" smtClean="0">
              <a:latin typeface="Courier New" panose="02070309020205020404" pitchFamily="49" charset="0"/>
              <a:cs typeface="Courier New" panose="02070309020205020404" pitchFamily="49" charset="0"/>
            </a:endParaRPr>
          </a:p>
          <a:p>
            <a:r>
              <a:rPr lang="en-US" sz="2000" dirty="0">
                <a:latin typeface="Courier New" panose="02070309020205020404" pitchFamily="49" charset="0"/>
                <a:cs typeface="Courier New" panose="02070309020205020404" pitchFamily="49" charset="0"/>
              </a:rPr>
              <a:t>JAVA0501.JAVA</a:t>
            </a:r>
          </a:p>
          <a:p>
            <a:r>
              <a:rPr lang="en-US" sz="2000" dirty="0">
                <a:latin typeface="Courier New" panose="02070309020205020404" pitchFamily="49" charset="0"/>
                <a:cs typeface="Courier New" panose="02070309020205020404" pitchFamily="49" charset="0"/>
              </a:rPr>
              <a:t> </a:t>
            </a:r>
          </a:p>
          <a:p>
            <a:r>
              <a:rPr lang="en-US" sz="2000" dirty="0">
                <a:latin typeface="Courier New" panose="02070309020205020404" pitchFamily="49" charset="0"/>
                <a:cs typeface="Courier New" panose="02070309020205020404" pitchFamily="49" charset="0"/>
              </a:rPr>
              <a:t>Enter Sales  ===&gt;&gt;  300000</a:t>
            </a:r>
          </a:p>
          <a:p>
            <a:r>
              <a:rPr lang="en-US" sz="2000" dirty="0">
                <a:latin typeface="Courier New" panose="02070309020205020404" pitchFamily="49" charset="0"/>
                <a:cs typeface="Courier New" panose="02070309020205020404" pitchFamily="49" charset="0"/>
              </a:rPr>
              <a:t> </a:t>
            </a:r>
          </a:p>
          <a:p>
            <a:r>
              <a:rPr lang="en-US" sz="2000" dirty="0">
                <a:latin typeface="Courier New" panose="02070309020205020404" pitchFamily="49" charset="0"/>
                <a:cs typeface="Courier New" panose="02070309020205020404" pitchFamily="49" charset="0"/>
              </a:rPr>
              <a:t>Yearly bonus: 250</a:t>
            </a:r>
          </a:p>
          <a:p>
            <a:endParaRPr lang="en-US" sz="1600" dirty="0" smtClean="0">
              <a:latin typeface="Courier New" panose="02070309020205020404" pitchFamily="49" charset="0"/>
              <a:cs typeface="Courier New" panose="02070309020205020404" pitchFamily="49" charset="0"/>
            </a:endParaRPr>
          </a:p>
        </p:txBody>
      </p:sp>
      <p:sp>
        <p:nvSpPr>
          <p:cNvPr id="12" name="TextBox 11"/>
          <p:cNvSpPr txBox="1"/>
          <p:nvPr/>
        </p:nvSpPr>
        <p:spPr>
          <a:xfrm>
            <a:off x="4572000" y="-1"/>
            <a:ext cx="4572000" cy="2123658"/>
          </a:xfrm>
          <a:prstGeom prst="rect">
            <a:avLst/>
          </a:prstGeom>
          <a:solidFill>
            <a:schemeClr val="accent6">
              <a:lumMod val="20000"/>
              <a:lumOff val="80000"/>
            </a:schemeClr>
          </a:solidFill>
          <a:ln w="57150">
            <a:solidFill>
              <a:schemeClr val="tx1"/>
            </a:solidFill>
          </a:ln>
        </p:spPr>
        <p:txBody>
          <a:bodyPr wrap="square" rtlCol="0">
            <a:spAutoFit/>
          </a:bodyPr>
          <a:lstStyle/>
          <a:p>
            <a:endParaRPr lang="en-US" sz="1600" dirty="0" smtClean="0">
              <a:latin typeface="Courier New" panose="02070309020205020404" pitchFamily="49" charset="0"/>
              <a:cs typeface="Courier New" panose="02070309020205020404" pitchFamily="49" charset="0"/>
            </a:endParaRPr>
          </a:p>
          <a:p>
            <a:r>
              <a:rPr lang="en-US" sz="2000" dirty="0">
                <a:latin typeface="Courier New" panose="02070309020205020404" pitchFamily="49" charset="0"/>
                <a:cs typeface="Courier New" panose="02070309020205020404" pitchFamily="49" charset="0"/>
              </a:rPr>
              <a:t>JAVA0501.JAVA</a:t>
            </a:r>
          </a:p>
          <a:p>
            <a:r>
              <a:rPr lang="en-US" sz="2000" dirty="0">
                <a:latin typeface="Courier New" panose="02070309020205020404" pitchFamily="49" charset="0"/>
                <a:cs typeface="Courier New" panose="02070309020205020404" pitchFamily="49" charset="0"/>
              </a:rPr>
              <a:t> </a:t>
            </a:r>
          </a:p>
          <a:p>
            <a:r>
              <a:rPr lang="en-US" sz="2000" dirty="0">
                <a:latin typeface="Courier New" panose="02070309020205020404" pitchFamily="49" charset="0"/>
                <a:cs typeface="Courier New" panose="02070309020205020404" pitchFamily="49" charset="0"/>
              </a:rPr>
              <a:t>Enter Sales  ===&gt;&gt;  500000</a:t>
            </a:r>
          </a:p>
          <a:p>
            <a:r>
              <a:rPr lang="en-US" sz="2000" dirty="0">
                <a:latin typeface="Courier New" panose="02070309020205020404" pitchFamily="49" charset="0"/>
                <a:cs typeface="Courier New" panose="02070309020205020404" pitchFamily="49" charset="0"/>
              </a:rPr>
              <a:t> </a:t>
            </a:r>
          </a:p>
          <a:p>
            <a:r>
              <a:rPr lang="en-US" sz="2000" dirty="0">
                <a:latin typeface="Courier New" panose="02070309020205020404" pitchFamily="49" charset="0"/>
                <a:cs typeface="Courier New" panose="02070309020205020404" pitchFamily="49" charset="0"/>
              </a:rPr>
              <a:t>Yearly bonus: 750</a:t>
            </a:r>
          </a:p>
          <a:p>
            <a:endParaRPr lang="en-US" sz="1600" dirty="0" smtClean="0">
              <a:latin typeface="Courier New" panose="02070309020205020404" pitchFamily="49" charset="0"/>
              <a:cs typeface="Courier New" panose="02070309020205020404" pitchFamily="49" charset="0"/>
            </a:endParaRPr>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to="" calcmode="lin" valueType="num">
                                      <p:cBhvr>
                                        <p:cTn id="7" dur="1" fill="hold"/>
                                        <p:tgtEl>
                                          <p:spTgt spid="11"/>
                                        </p:tgtEl>
                                        <p:attrNameLst>
                                          <p:attrName/>
                                        </p:attrNameLst>
                                      </p:cBhvr>
                                    </p:anim>
                                  </p:childTnLst>
                                </p:cTn>
                              </p:par>
                            </p:childTnLst>
                          </p:cTn>
                        </p:par>
                        <p:par>
                          <p:cTn id="8" fill="hold">
                            <p:stCondLst>
                              <p:cond delay="0"/>
                            </p:stCondLst>
                            <p:childTnLst>
                              <p:par>
                                <p:cTn id="9" presetID="24" presetClass="entr" presetSubtype="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 to="" calcmode="lin" valueType="num">
                                      <p:cBhvr>
                                        <p:cTn id="11" dur="1" fill="hold"/>
                                        <p:tgtEl>
                                          <p:spTgt spid="12"/>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0" y="0"/>
            <a:ext cx="7467600" cy="1941016"/>
          </a:xfrm>
        </p:spPr>
        <p:txBody>
          <a:bodyPr/>
          <a:lstStyle/>
          <a:p>
            <a:pPr eaLnBrk="1" hangingPunct="1"/>
            <a:r>
              <a:rPr lang="en-US" sz="4800" dirty="0" smtClean="0">
                <a:latin typeface="Arial Black" pitchFamily="34" charset="0"/>
              </a:rPr>
              <a:t>A Special Note About </a:t>
            </a:r>
            <a:br>
              <a:rPr lang="en-US" sz="4800" dirty="0" smtClean="0">
                <a:latin typeface="Arial Black" pitchFamily="34" charset="0"/>
              </a:rPr>
            </a:br>
            <a:r>
              <a:rPr lang="en-US" sz="4800" dirty="0" smtClean="0">
                <a:latin typeface="Arial Black" pitchFamily="34" charset="0"/>
              </a:rPr>
              <a:t>the Scanner Class</a:t>
            </a:r>
          </a:p>
        </p:txBody>
      </p:sp>
      <p:sp>
        <p:nvSpPr>
          <p:cNvPr id="28675" name="Text Box 3"/>
          <p:cNvSpPr txBox="1">
            <a:spLocks noChangeArrowheads="1"/>
          </p:cNvSpPr>
          <p:nvPr/>
        </p:nvSpPr>
        <p:spPr bwMode="auto">
          <a:xfrm>
            <a:off x="304800" y="1941016"/>
            <a:ext cx="8534400" cy="4154984"/>
          </a:xfrm>
          <a:prstGeom prst="rect">
            <a:avLst/>
          </a:prstGeom>
          <a:solidFill>
            <a:srgbClr val="00FFCC"/>
          </a:solidFill>
          <a:ln w="57150">
            <a:solidFill>
              <a:schemeClr val="tx1"/>
            </a:solidFill>
            <a:miter lim="800000"/>
            <a:headEnd/>
            <a:tailEnd/>
          </a:ln>
        </p:spPr>
        <p:txBody>
          <a:bodyPr wrap="square">
            <a:spAutoFit/>
          </a:bodyPr>
          <a:lstStyle>
            <a:lvl1pPr eaLnBrk="0" hangingPunct="0">
              <a:tabLst>
                <a:tab pos="633413" algn="l"/>
              </a:tabLst>
              <a:defRPr sz="1900" b="1">
                <a:solidFill>
                  <a:schemeClr val="tx1"/>
                </a:solidFill>
                <a:latin typeface="Arial Black" pitchFamily="34" charset="0"/>
              </a:defRPr>
            </a:lvl1pPr>
            <a:lvl2pPr marL="742950" indent="-285750" eaLnBrk="0" hangingPunct="0">
              <a:tabLst>
                <a:tab pos="633413" algn="l"/>
              </a:tabLst>
              <a:defRPr sz="1900" b="1">
                <a:solidFill>
                  <a:schemeClr val="tx1"/>
                </a:solidFill>
                <a:latin typeface="Arial Black" pitchFamily="34" charset="0"/>
              </a:defRPr>
            </a:lvl2pPr>
            <a:lvl3pPr marL="1143000" indent="-228600" eaLnBrk="0" hangingPunct="0">
              <a:tabLst>
                <a:tab pos="633413" algn="l"/>
              </a:tabLst>
              <a:defRPr sz="1900" b="1">
                <a:solidFill>
                  <a:schemeClr val="tx1"/>
                </a:solidFill>
                <a:latin typeface="Arial Black" pitchFamily="34" charset="0"/>
              </a:defRPr>
            </a:lvl3pPr>
            <a:lvl4pPr marL="1600200" indent="-228600" eaLnBrk="0" hangingPunct="0">
              <a:tabLst>
                <a:tab pos="633413" algn="l"/>
              </a:tabLst>
              <a:defRPr sz="1900" b="1">
                <a:solidFill>
                  <a:schemeClr val="tx1"/>
                </a:solidFill>
                <a:latin typeface="Arial Black" pitchFamily="34" charset="0"/>
              </a:defRPr>
            </a:lvl4pPr>
            <a:lvl5pPr marL="2057400" indent="-228600" eaLnBrk="0" hangingPunct="0">
              <a:tabLst>
                <a:tab pos="633413"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633413"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633413"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633413"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633413" algn="l"/>
              </a:tabLst>
              <a:defRPr sz="1900" b="1">
                <a:solidFill>
                  <a:schemeClr val="tx1"/>
                </a:solidFill>
                <a:latin typeface="Arial Black" pitchFamily="34" charset="0"/>
              </a:defRPr>
            </a:lvl9pPr>
          </a:lstStyle>
          <a:p>
            <a:r>
              <a:rPr lang="en-US" sz="2400" dirty="0">
                <a:latin typeface="Arial" panose="020B0604020202020204" pitchFamily="34" charset="0"/>
                <a:cs typeface="Arial" panose="020B0604020202020204" pitchFamily="34" charset="0"/>
              </a:rPr>
              <a:t>Many programs in this chapter require </a:t>
            </a:r>
            <a:r>
              <a:rPr lang="en-US" sz="2400" i="1" dirty="0" smtClean="0">
                <a:latin typeface="Arial" panose="020B0604020202020204" pitchFamily="34" charset="0"/>
                <a:cs typeface="Arial" panose="020B0604020202020204" pitchFamily="34" charset="0"/>
              </a:rPr>
              <a:t>user-keyboard-input</a:t>
            </a:r>
            <a:r>
              <a:rPr lang="en-US" sz="2400" i="1" dirty="0">
                <a:latin typeface="Arial" panose="020B0604020202020204" pitchFamily="34" charset="0"/>
                <a:cs typeface="Arial" panose="020B0604020202020204" pitchFamily="34" charset="0"/>
              </a:rPr>
              <a:t>.</a:t>
            </a:r>
            <a:r>
              <a:rPr lang="en-US" sz="2400" dirty="0">
                <a:latin typeface="Arial" panose="020B0604020202020204" pitchFamily="34" charset="0"/>
                <a:cs typeface="Arial" panose="020B0604020202020204" pitchFamily="34" charset="0"/>
              </a:rPr>
              <a:t>  This is accomplished </a:t>
            </a:r>
            <a:r>
              <a:rPr lang="en-US" sz="2400" dirty="0" smtClean="0">
                <a:latin typeface="Arial" panose="020B0604020202020204" pitchFamily="34" charset="0"/>
                <a:cs typeface="Arial" panose="020B0604020202020204" pitchFamily="34" charset="0"/>
              </a:rPr>
              <a:t>with </a:t>
            </a:r>
            <a:r>
              <a:rPr lang="en-US" sz="2400" dirty="0">
                <a:latin typeface="Arial" panose="020B0604020202020204" pitchFamily="34" charset="0"/>
                <a:cs typeface="Arial" panose="020B0604020202020204" pitchFamily="34" charset="0"/>
              </a:rPr>
              <a:t>the </a:t>
            </a:r>
            <a:r>
              <a:rPr lang="en-US" sz="2400" b="0" dirty="0">
                <a:cs typeface="Arial" panose="020B0604020202020204" pitchFamily="34" charset="0"/>
              </a:rPr>
              <a:t>Scanner</a:t>
            </a:r>
            <a:r>
              <a:rPr lang="en-US" sz="2400" dirty="0">
                <a:latin typeface="Arial" panose="020B0604020202020204" pitchFamily="34" charset="0"/>
                <a:cs typeface="Arial" panose="020B0604020202020204" pitchFamily="34" charset="0"/>
              </a:rPr>
              <a:t> class.  </a:t>
            </a:r>
            <a:endParaRPr lang="en-US" sz="2400" dirty="0" smtClean="0">
              <a:latin typeface="Arial" panose="020B0604020202020204" pitchFamily="34" charset="0"/>
              <a:cs typeface="Arial" panose="020B0604020202020204" pitchFamily="34" charset="0"/>
            </a:endParaRPr>
          </a:p>
          <a:p>
            <a:r>
              <a:rPr lang="en-US" sz="2400" dirty="0" smtClean="0">
                <a:latin typeface="Arial" panose="020B0604020202020204" pitchFamily="34" charset="0"/>
                <a:cs typeface="Arial" panose="020B0604020202020204" pitchFamily="34" charset="0"/>
              </a:rPr>
              <a:t>You </a:t>
            </a:r>
            <a:r>
              <a:rPr lang="en-US" sz="2400" dirty="0">
                <a:latin typeface="Arial" panose="020B0604020202020204" pitchFamily="34" charset="0"/>
                <a:cs typeface="Arial" panose="020B0604020202020204" pitchFamily="34" charset="0"/>
              </a:rPr>
              <a:t>may have noticed these commands in the previous program:</a:t>
            </a:r>
          </a:p>
          <a:p>
            <a:r>
              <a:rPr lang="en-US" sz="2400" dirty="0">
                <a:latin typeface="Arial" panose="020B0604020202020204" pitchFamily="34" charset="0"/>
                <a:cs typeface="Arial" panose="020B0604020202020204" pitchFamily="34" charset="0"/>
              </a:rPr>
              <a:t> </a:t>
            </a:r>
          </a:p>
          <a:p>
            <a:r>
              <a:rPr lang="en-US" sz="2400" b="0" dirty="0">
                <a:cs typeface="Arial" panose="020B0604020202020204" pitchFamily="34" charset="0"/>
              </a:rPr>
              <a:t>import </a:t>
            </a:r>
            <a:r>
              <a:rPr lang="en-US" sz="2400" b="0" dirty="0" err="1">
                <a:cs typeface="Arial" panose="020B0604020202020204" pitchFamily="34" charset="0"/>
              </a:rPr>
              <a:t>java.util.Scanner</a:t>
            </a:r>
            <a:r>
              <a:rPr lang="en-US" sz="2400" b="0" dirty="0">
                <a:cs typeface="Arial" panose="020B0604020202020204" pitchFamily="34" charset="0"/>
              </a:rPr>
              <a:t>;</a:t>
            </a:r>
          </a:p>
          <a:p>
            <a:r>
              <a:rPr lang="en-US" sz="2400" b="0" dirty="0">
                <a:cs typeface="Arial" panose="020B0604020202020204" pitchFamily="34" charset="0"/>
              </a:rPr>
              <a:t>Scanner input = new Scanner(System.in);</a:t>
            </a:r>
          </a:p>
          <a:p>
            <a:r>
              <a:rPr lang="en-US" sz="2400" b="0" dirty="0" err="1">
                <a:cs typeface="Arial" panose="020B0604020202020204" pitchFamily="34" charset="0"/>
              </a:rPr>
              <a:t>int</a:t>
            </a:r>
            <a:r>
              <a:rPr lang="en-US" sz="2400" b="0" dirty="0">
                <a:cs typeface="Arial" panose="020B0604020202020204" pitchFamily="34" charset="0"/>
              </a:rPr>
              <a:t> sales = </a:t>
            </a:r>
            <a:r>
              <a:rPr lang="en-US" sz="2400" b="0" dirty="0" err="1">
                <a:cs typeface="Arial" panose="020B0604020202020204" pitchFamily="34" charset="0"/>
              </a:rPr>
              <a:t>input.nextInt</a:t>
            </a:r>
            <a:r>
              <a:rPr lang="en-US" sz="2400" b="0" dirty="0">
                <a:cs typeface="Arial" panose="020B0604020202020204" pitchFamily="34" charset="0"/>
              </a:rPr>
              <a:t>();</a:t>
            </a:r>
          </a:p>
          <a:p>
            <a:r>
              <a:rPr lang="en-US" sz="2400" dirty="0">
                <a:latin typeface="Arial" panose="020B0604020202020204" pitchFamily="34" charset="0"/>
                <a:cs typeface="Arial" panose="020B0604020202020204" pitchFamily="34" charset="0"/>
              </a:rPr>
              <a:t> </a:t>
            </a:r>
          </a:p>
          <a:p>
            <a:r>
              <a:rPr lang="en-US" sz="2400" dirty="0">
                <a:latin typeface="Arial" panose="020B0604020202020204" pitchFamily="34" charset="0"/>
                <a:cs typeface="Arial" panose="020B0604020202020204" pitchFamily="34" charset="0"/>
              </a:rPr>
              <a:t>The </a:t>
            </a:r>
            <a:r>
              <a:rPr lang="en-US" sz="2400" b="0" dirty="0">
                <a:cs typeface="Arial" panose="020B0604020202020204" pitchFamily="34" charset="0"/>
              </a:rPr>
              <a:t>Scanner</a:t>
            </a:r>
            <a:r>
              <a:rPr lang="en-US" sz="2400" dirty="0">
                <a:latin typeface="Arial" panose="020B0604020202020204" pitchFamily="34" charset="0"/>
                <a:cs typeface="Arial" panose="020B0604020202020204" pitchFamily="34" charset="0"/>
              </a:rPr>
              <a:t> class will be explained in great detail in Chapter </a:t>
            </a:r>
            <a:r>
              <a:rPr lang="en-US" sz="2400" dirty="0" smtClean="0">
                <a:latin typeface="Arial" panose="020B0604020202020204" pitchFamily="34" charset="0"/>
                <a:cs typeface="Arial" panose="020B0604020202020204" pitchFamily="34" charset="0"/>
              </a:rPr>
              <a:t>6.  For now, </a:t>
            </a:r>
            <a:r>
              <a:rPr lang="en-US" sz="2400" dirty="0">
                <a:latin typeface="Arial" panose="020B0604020202020204" pitchFamily="34" charset="0"/>
                <a:cs typeface="Arial" panose="020B0604020202020204" pitchFamily="34" charset="0"/>
              </a:rPr>
              <a:t>the main focus is </a:t>
            </a:r>
            <a:r>
              <a:rPr lang="en-US" sz="2400" i="1" dirty="0">
                <a:latin typeface="Arial" panose="020B0604020202020204" pitchFamily="34" charset="0"/>
                <a:cs typeface="Arial" panose="020B0604020202020204" pitchFamily="34" charset="0"/>
              </a:rPr>
              <a:t>Control Structures</a:t>
            </a:r>
            <a:r>
              <a:rPr lang="en-US" sz="2400" dirty="0">
                <a:latin typeface="Arial" panose="020B0604020202020204" pitchFamily="34" charset="0"/>
                <a:cs typeface="Arial" panose="020B0604020202020204" pitchFamily="34" charset="0"/>
              </a:rPr>
              <a:t>.</a:t>
            </a:r>
          </a:p>
        </p:txBody>
      </p:sp>
      <p:pic>
        <p:nvPicPr>
          <p:cNvPr id="1026" name="Picture 2" descr="C:\Users\JohnSchram\AppData\Local\Microsoft\Windows\Temporary Internet Files\Content.IE5\E4G0Q3HQ\MC900433838[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5428" y="0"/>
            <a:ext cx="1828572" cy="18285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5105659"/>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0" y="0"/>
            <a:ext cx="9144000" cy="1219200"/>
          </a:xfrm>
        </p:spPr>
        <p:txBody>
          <a:bodyPr/>
          <a:lstStyle/>
          <a:p>
            <a:pPr eaLnBrk="1" hangingPunct="1"/>
            <a:r>
              <a:rPr lang="en-US" sz="4800" smtClean="0">
                <a:latin typeface="Arial Black" pitchFamily="34" charset="0"/>
              </a:rPr>
              <a:t>Indentation Rule:</a:t>
            </a:r>
          </a:p>
        </p:txBody>
      </p:sp>
      <p:sp>
        <p:nvSpPr>
          <p:cNvPr id="28675" name="Text Box 3"/>
          <p:cNvSpPr txBox="1">
            <a:spLocks noChangeArrowheads="1"/>
          </p:cNvSpPr>
          <p:nvPr/>
        </p:nvSpPr>
        <p:spPr bwMode="auto">
          <a:xfrm>
            <a:off x="914400" y="1143000"/>
            <a:ext cx="7315200" cy="3435350"/>
          </a:xfrm>
          <a:prstGeom prst="rect">
            <a:avLst/>
          </a:prstGeom>
          <a:solidFill>
            <a:srgbClr val="00FFCC"/>
          </a:solidFill>
          <a:ln w="57150">
            <a:solidFill>
              <a:schemeClr val="tx1"/>
            </a:solidFill>
            <a:miter lim="800000"/>
            <a:headEnd/>
            <a:tailEnd/>
          </a:ln>
        </p:spPr>
        <p:txBody>
          <a:bodyPr>
            <a:spAutoFit/>
          </a:bodyPr>
          <a:lstStyle>
            <a:lvl1pPr eaLnBrk="0" hangingPunct="0">
              <a:tabLst>
                <a:tab pos="633413" algn="l"/>
              </a:tabLst>
              <a:defRPr sz="1900" b="1">
                <a:solidFill>
                  <a:schemeClr val="tx1"/>
                </a:solidFill>
                <a:latin typeface="Arial Black" pitchFamily="34" charset="0"/>
              </a:defRPr>
            </a:lvl1pPr>
            <a:lvl2pPr marL="742950" indent="-285750" eaLnBrk="0" hangingPunct="0">
              <a:tabLst>
                <a:tab pos="633413" algn="l"/>
              </a:tabLst>
              <a:defRPr sz="1900" b="1">
                <a:solidFill>
                  <a:schemeClr val="tx1"/>
                </a:solidFill>
                <a:latin typeface="Arial Black" pitchFamily="34" charset="0"/>
              </a:defRPr>
            </a:lvl2pPr>
            <a:lvl3pPr marL="1143000" indent="-228600" eaLnBrk="0" hangingPunct="0">
              <a:tabLst>
                <a:tab pos="633413" algn="l"/>
              </a:tabLst>
              <a:defRPr sz="1900" b="1">
                <a:solidFill>
                  <a:schemeClr val="tx1"/>
                </a:solidFill>
                <a:latin typeface="Arial Black" pitchFamily="34" charset="0"/>
              </a:defRPr>
            </a:lvl3pPr>
            <a:lvl4pPr marL="1600200" indent="-228600" eaLnBrk="0" hangingPunct="0">
              <a:tabLst>
                <a:tab pos="633413" algn="l"/>
              </a:tabLst>
              <a:defRPr sz="1900" b="1">
                <a:solidFill>
                  <a:schemeClr val="tx1"/>
                </a:solidFill>
                <a:latin typeface="Arial Black" pitchFamily="34" charset="0"/>
              </a:defRPr>
            </a:lvl4pPr>
            <a:lvl5pPr marL="2057400" indent="-228600" eaLnBrk="0" hangingPunct="0">
              <a:tabLst>
                <a:tab pos="633413"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633413"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633413"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633413"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633413" algn="l"/>
              </a:tabLst>
              <a:defRPr sz="1900" b="1">
                <a:solidFill>
                  <a:schemeClr val="tx1"/>
                </a:solidFill>
                <a:latin typeface="Arial Black" pitchFamily="34" charset="0"/>
              </a:defRPr>
            </a:lvl9pPr>
          </a:lstStyle>
          <a:p>
            <a:pPr eaLnBrk="1" hangingPunct="1"/>
            <a:r>
              <a:rPr lang="en-US" sz="2400">
                <a:latin typeface="Arial" charset="0"/>
                <a:sym typeface="Symbol" pitchFamily="18" charset="2"/>
              </a:rPr>
              <a:t>Java syntax uses freeform program style.  Program statements may be placed on multiple lines with or without indentation.  </a:t>
            </a:r>
          </a:p>
          <a:p>
            <a:pPr eaLnBrk="1" hangingPunct="1"/>
            <a:endParaRPr lang="en-US" sz="2400">
              <a:latin typeface="Arial" charset="0"/>
              <a:sym typeface="Symbol" pitchFamily="18" charset="2"/>
            </a:endParaRPr>
          </a:p>
          <a:p>
            <a:pPr eaLnBrk="1" hangingPunct="1"/>
            <a:r>
              <a:rPr lang="en-US" sz="2400">
                <a:latin typeface="Arial" charset="0"/>
                <a:sym typeface="Symbol" pitchFamily="18" charset="2"/>
              </a:rPr>
              <a:t>By convention, control structures and their conditional statements are placed on one line.  The program statement that is executed, if the condition is true, is placed on the next line, and indented below the conditional statement.</a:t>
            </a:r>
          </a:p>
        </p:txBody>
      </p:sp>
      <p:sp>
        <p:nvSpPr>
          <p:cNvPr id="28676" name="Text Box 4"/>
          <p:cNvSpPr txBox="1">
            <a:spLocks noChangeArrowheads="1"/>
          </p:cNvSpPr>
          <p:nvPr/>
        </p:nvSpPr>
        <p:spPr bwMode="auto">
          <a:xfrm>
            <a:off x="914400" y="4800600"/>
            <a:ext cx="7315200" cy="1857375"/>
          </a:xfrm>
          <a:prstGeom prst="rect">
            <a:avLst/>
          </a:prstGeom>
          <a:solidFill>
            <a:srgbClr val="FFFF99"/>
          </a:solidFill>
          <a:ln w="57150">
            <a:solidFill>
              <a:schemeClr val="tx1"/>
            </a:solidFill>
            <a:miter lim="800000"/>
            <a:headEnd/>
            <a:tailEnd/>
          </a:ln>
        </p:spPr>
        <p:txBody>
          <a:bodyPr>
            <a:spAutoFit/>
          </a:bodyPr>
          <a:lstStyle>
            <a:lvl1pPr eaLnBrk="0" hangingPunct="0">
              <a:tabLst>
                <a:tab pos="633413" algn="l"/>
              </a:tabLst>
              <a:defRPr sz="1900" b="1">
                <a:solidFill>
                  <a:schemeClr val="tx1"/>
                </a:solidFill>
                <a:latin typeface="Arial Black" pitchFamily="34" charset="0"/>
              </a:defRPr>
            </a:lvl1pPr>
            <a:lvl2pPr marL="742950" indent="-285750" eaLnBrk="0" hangingPunct="0">
              <a:tabLst>
                <a:tab pos="633413" algn="l"/>
              </a:tabLst>
              <a:defRPr sz="1900" b="1">
                <a:solidFill>
                  <a:schemeClr val="tx1"/>
                </a:solidFill>
                <a:latin typeface="Arial Black" pitchFamily="34" charset="0"/>
              </a:defRPr>
            </a:lvl2pPr>
            <a:lvl3pPr marL="1143000" indent="-228600" eaLnBrk="0" hangingPunct="0">
              <a:tabLst>
                <a:tab pos="633413" algn="l"/>
              </a:tabLst>
              <a:defRPr sz="1900" b="1">
                <a:solidFill>
                  <a:schemeClr val="tx1"/>
                </a:solidFill>
                <a:latin typeface="Arial Black" pitchFamily="34" charset="0"/>
              </a:defRPr>
            </a:lvl3pPr>
            <a:lvl4pPr marL="1600200" indent="-228600" eaLnBrk="0" hangingPunct="0">
              <a:tabLst>
                <a:tab pos="633413" algn="l"/>
              </a:tabLst>
              <a:defRPr sz="1900" b="1">
                <a:solidFill>
                  <a:schemeClr val="tx1"/>
                </a:solidFill>
                <a:latin typeface="Arial Black" pitchFamily="34" charset="0"/>
              </a:defRPr>
            </a:lvl4pPr>
            <a:lvl5pPr marL="2057400" indent="-228600" eaLnBrk="0" hangingPunct="0">
              <a:tabLst>
                <a:tab pos="633413"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633413"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633413"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633413"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633413" algn="l"/>
              </a:tabLst>
              <a:defRPr sz="1900" b="1">
                <a:solidFill>
                  <a:schemeClr val="tx1"/>
                </a:solidFill>
                <a:latin typeface="Arial Black" pitchFamily="34" charset="0"/>
              </a:defRPr>
            </a:lvl9pPr>
          </a:lstStyle>
          <a:p>
            <a:pPr eaLnBrk="1" hangingPunct="1"/>
            <a:r>
              <a:rPr lang="en-US" sz="2800" dirty="0" smtClean="0">
                <a:latin typeface="Courier New" pitchFamily="49" charset="0"/>
                <a:sym typeface="Symbol" pitchFamily="18" charset="2"/>
              </a:rPr>
              <a:t>if(sales </a:t>
            </a:r>
            <a:r>
              <a:rPr lang="en-US" sz="2800" dirty="0">
                <a:latin typeface="Courier New" pitchFamily="49" charset="0"/>
                <a:sym typeface="Symbol" pitchFamily="18" charset="2"/>
              </a:rPr>
              <a:t>&gt;= 500000)</a:t>
            </a:r>
          </a:p>
          <a:p>
            <a:pPr eaLnBrk="1" hangingPunct="1"/>
            <a:r>
              <a:rPr lang="en-US" sz="2800" dirty="0">
                <a:latin typeface="Courier New" pitchFamily="49" charset="0"/>
                <a:sym typeface="Symbol" pitchFamily="18" charset="2"/>
              </a:rPr>
              <a:t>   </a:t>
            </a:r>
            <a:r>
              <a:rPr lang="en-US" sz="2800" dirty="0" smtClean="0">
                <a:latin typeface="Courier New" pitchFamily="49" charset="0"/>
                <a:sym typeface="Symbol" pitchFamily="18" charset="2"/>
              </a:rPr>
              <a:t>bonus </a:t>
            </a:r>
            <a:r>
              <a:rPr lang="en-US" sz="2800" dirty="0">
                <a:latin typeface="Courier New" pitchFamily="49" charset="0"/>
                <a:sym typeface="Symbol" pitchFamily="18" charset="2"/>
              </a:rPr>
              <a:t>+= 500;</a:t>
            </a:r>
          </a:p>
          <a:p>
            <a:pPr eaLnBrk="1" hangingPunct="1"/>
            <a:endParaRPr lang="en-US" sz="2800" dirty="0">
              <a:latin typeface="Courier New" pitchFamily="49" charset="0"/>
              <a:sym typeface="Symbol" pitchFamily="18" charset="2"/>
            </a:endParaRPr>
          </a:p>
          <a:p>
            <a:pPr eaLnBrk="1" hangingPunct="1"/>
            <a:r>
              <a:rPr lang="en-US" sz="2800" dirty="0" smtClean="0">
                <a:latin typeface="Courier New" pitchFamily="49" charset="0"/>
                <a:sym typeface="Symbol" pitchFamily="18" charset="2"/>
              </a:rPr>
              <a:t>if(sales &gt;= 500000</a:t>
            </a:r>
            <a:r>
              <a:rPr lang="en-US" sz="2800" dirty="0">
                <a:latin typeface="Courier New" pitchFamily="49" charset="0"/>
                <a:sym typeface="Symbol" pitchFamily="18" charset="2"/>
              </a:rPr>
              <a:t>) </a:t>
            </a:r>
            <a:r>
              <a:rPr lang="en-US" sz="2800" dirty="0" smtClean="0">
                <a:latin typeface="Courier New" pitchFamily="49" charset="0"/>
                <a:sym typeface="Symbol" pitchFamily="18" charset="2"/>
              </a:rPr>
              <a:t>bonus </a:t>
            </a:r>
            <a:r>
              <a:rPr lang="en-US" sz="2800" dirty="0">
                <a:latin typeface="Courier New" pitchFamily="49" charset="0"/>
                <a:sym typeface="Symbol" pitchFamily="18" charset="2"/>
              </a:rPr>
              <a:t>+= 500;</a:t>
            </a:r>
          </a:p>
        </p:txBody>
      </p:sp>
      <p:sp>
        <p:nvSpPr>
          <p:cNvPr id="28677" name="WordArt 5"/>
          <p:cNvSpPr>
            <a:spLocks noChangeArrowheads="1" noChangeShapeType="1" noTextEdit="1"/>
          </p:cNvSpPr>
          <p:nvPr/>
        </p:nvSpPr>
        <p:spPr bwMode="auto">
          <a:xfrm>
            <a:off x="5638800" y="4648200"/>
            <a:ext cx="3200400" cy="1047750"/>
          </a:xfrm>
          <a:prstGeom prst="rect">
            <a:avLst/>
          </a:prstGeom>
        </p:spPr>
        <p:txBody>
          <a:bodyPr wrap="none" fromWordArt="1">
            <a:prstTxWarp prst="textSlantUp">
              <a:avLst>
                <a:gd name="adj" fmla="val 32056"/>
              </a:avLst>
            </a:prstTxWarp>
          </a:bodyPr>
          <a:lstStyle/>
          <a:p>
            <a:pPr algn="ctr"/>
            <a:r>
              <a:rPr lang="en-US" sz="3600" kern="10">
                <a:ln w="9525">
                  <a:solidFill>
                    <a:srgbClr val="CC99FF"/>
                  </a:solidFill>
                  <a:round/>
                  <a:headEnd/>
                  <a:tailEnd/>
                </a:ln>
                <a:gradFill rotWithShape="1">
                  <a:gsLst>
                    <a:gs pos="0">
                      <a:srgbClr val="6600CC"/>
                    </a:gs>
                    <a:gs pos="100000">
                      <a:srgbClr val="CC00CC"/>
                    </a:gs>
                  </a:gsLst>
                  <a:lin ang="5400000" scaled="1"/>
                </a:gradFill>
                <a:effectLst>
                  <a:outerShdw dist="53882" dir="2700000" algn="ctr" rotWithShape="0">
                    <a:srgbClr val="9999FF">
                      <a:alpha val="79999"/>
                    </a:srgbClr>
                  </a:outerShdw>
                </a:effectLst>
                <a:latin typeface="Impact"/>
              </a:rPr>
              <a:t>The preferred way</a:t>
            </a:r>
          </a:p>
        </p:txBody>
      </p:sp>
      <p:sp>
        <p:nvSpPr>
          <p:cNvPr id="28678" name="Line 6"/>
          <p:cNvSpPr>
            <a:spLocks noChangeShapeType="1"/>
          </p:cNvSpPr>
          <p:nvPr/>
        </p:nvSpPr>
        <p:spPr bwMode="auto">
          <a:xfrm flipH="1">
            <a:off x="4953000" y="5334000"/>
            <a:ext cx="609600" cy="0"/>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0" y="0"/>
            <a:ext cx="9144000" cy="1219200"/>
          </a:xfrm>
        </p:spPr>
        <p:txBody>
          <a:bodyPr/>
          <a:lstStyle/>
          <a:p>
            <a:r>
              <a:rPr lang="en-US" sz="4800" smtClean="0">
                <a:latin typeface="Arial Black" pitchFamily="34" charset="0"/>
              </a:rPr>
              <a:t>Important Note:</a:t>
            </a:r>
          </a:p>
        </p:txBody>
      </p:sp>
      <p:sp>
        <p:nvSpPr>
          <p:cNvPr id="29699" name="Text Box 3"/>
          <p:cNvSpPr txBox="1">
            <a:spLocks noChangeArrowheads="1"/>
          </p:cNvSpPr>
          <p:nvPr/>
        </p:nvSpPr>
        <p:spPr bwMode="auto">
          <a:xfrm>
            <a:off x="609600" y="1190625"/>
            <a:ext cx="7924800" cy="4708525"/>
          </a:xfrm>
          <a:prstGeom prst="rect">
            <a:avLst/>
          </a:prstGeom>
          <a:solidFill>
            <a:srgbClr val="00FFCC"/>
          </a:solidFill>
          <a:ln w="57150">
            <a:solidFill>
              <a:schemeClr val="tx1"/>
            </a:solidFill>
            <a:miter lim="800000"/>
            <a:headEnd/>
            <a:tailEnd/>
          </a:ln>
        </p:spPr>
        <p:txBody>
          <a:bodyPr>
            <a:spAutoFit/>
          </a:bodyPr>
          <a:lstStyle>
            <a:lvl1pPr eaLnBrk="0" hangingPunct="0">
              <a:tabLst>
                <a:tab pos="633413" algn="l"/>
              </a:tabLst>
              <a:defRPr sz="1900" b="1">
                <a:solidFill>
                  <a:schemeClr val="tx1"/>
                </a:solidFill>
                <a:latin typeface="Arial Black" pitchFamily="34" charset="0"/>
              </a:defRPr>
            </a:lvl1pPr>
            <a:lvl2pPr marL="742950" indent="-285750" eaLnBrk="0" hangingPunct="0">
              <a:tabLst>
                <a:tab pos="633413" algn="l"/>
              </a:tabLst>
              <a:defRPr sz="1900" b="1">
                <a:solidFill>
                  <a:schemeClr val="tx1"/>
                </a:solidFill>
                <a:latin typeface="Arial Black" pitchFamily="34" charset="0"/>
              </a:defRPr>
            </a:lvl2pPr>
            <a:lvl3pPr marL="1143000" indent="-228600" eaLnBrk="0" hangingPunct="0">
              <a:tabLst>
                <a:tab pos="633413" algn="l"/>
              </a:tabLst>
              <a:defRPr sz="1900" b="1">
                <a:solidFill>
                  <a:schemeClr val="tx1"/>
                </a:solidFill>
                <a:latin typeface="Arial Black" pitchFamily="34" charset="0"/>
              </a:defRPr>
            </a:lvl3pPr>
            <a:lvl4pPr marL="1600200" indent="-228600" eaLnBrk="0" hangingPunct="0">
              <a:tabLst>
                <a:tab pos="633413" algn="l"/>
              </a:tabLst>
              <a:defRPr sz="1900" b="1">
                <a:solidFill>
                  <a:schemeClr val="tx1"/>
                </a:solidFill>
                <a:latin typeface="Arial Black" pitchFamily="34" charset="0"/>
              </a:defRPr>
            </a:lvl4pPr>
            <a:lvl5pPr marL="2057400" indent="-228600" eaLnBrk="0" hangingPunct="0">
              <a:tabLst>
                <a:tab pos="633413"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633413"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633413"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633413"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633413" algn="l"/>
              </a:tabLst>
              <a:defRPr sz="1900" b="1">
                <a:solidFill>
                  <a:schemeClr val="tx1"/>
                </a:solidFill>
                <a:latin typeface="Arial Black" pitchFamily="34" charset="0"/>
              </a:defRPr>
            </a:lvl9pPr>
          </a:lstStyle>
          <a:p>
            <a:pPr eaLnBrk="1" hangingPunct="1"/>
            <a:r>
              <a:rPr lang="en-US" sz="3200">
                <a:latin typeface="Arial" charset="0"/>
                <a:sym typeface="Symbol" pitchFamily="18" charset="2"/>
              </a:rPr>
              <a:t>Headings are NOT program statements and therefore do not get a </a:t>
            </a:r>
            <a:r>
              <a:rPr lang="en-US" sz="3200">
                <a:latin typeface="Arial" charset="0"/>
                <a:cs typeface="Arial" charset="0"/>
                <a:sym typeface="Symbol" pitchFamily="18" charset="2"/>
              </a:rPr>
              <a:t>semicolon!</a:t>
            </a:r>
            <a:r>
              <a:rPr lang="en-US" sz="3200">
                <a:latin typeface="Arial" charset="0"/>
                <a:cs typeface="Arial" charset="0"/>
              </a:rPr>
              <a:t> </a:t>
            </a:r>
          </a:p>
          <a:p>
            <a:pPr eaLnBrk="1" hangingPunct="1"/>
            <a:endParaRPr lang="en-US" sz="3200">
              <a:latin typeface="Arial" charset="0"/>
              <a:cs typeface="Arial" charset="0"/>
            </a:endParaRPr>
          </a:p>
          <a:p>
            <a:pPr eaLnBrk="1" hangingPunct="1"/>
            <a:r>
              <a:rPr lang="en-US" sz="3200">
                <a:latin typeface="Arial" charset="0"/>
                <a:cs typeface="Arial" charset="0"/>
              </a:rPr>
              <a:t>This applies to class headings and method headings.  </a:t>
            </a:r>
          </a:p>
          <a:p>
            <a:pPr eaLnBrk="1" hangingPunct="1"/>
            <a:endParaRPr lang="en-US" sz="3200">
              <a:latin typeface="Arial" charset="0"/>
              <a:cs typeface="Arial" charset="0"/>
            </a:endParaRPr>
          </a:p>
          <a:p>
            <a:pPr eaLnBrk="1" hangingPunct="1"/>
            <a:r>
              <a:rPr lang="en-US" sz="3600" b="0">
                <a:cs typeface="Arial" charset="0"/>
              </a:rPr>
              <a:t>It also applies to </a:t>
            </a:r>
          </a:p>
          <a:p>
            <a:pPr eaLnBrk="1" hangingPunct="1"/>
            <a:r>
              <a:rPr lang="en-US" sz="3600" b="0">
                <a:cs typeface="Arial" charset="0"/>
              </a:rPr>
              <a:t>control structure </a:t>
            </a:r>
          </a:p>
          <a:p>
            <a:pPr eaLnBrk="1" hangingPunct="1"/>
            <a:r>
              <a:rPr lang="en-US" sz="3600" b="0">
                <a:cs typeface="Arial" charset="0"/>
              </a:rPr>
              <a:t>headings! </a:t>
            </a:r>
            <a:endParaRPr lang="en-US" sz="3600" b="0">
              <a:cs typeface="Arial" charset="0"/>
              <a:sym typeface="Symbol" pitchFamily="18" charset="2"/>
            </a:endParaRPr>
          </a:p>
        </p:txBody>
      </p:sp>
      <p:pic>
        <p:nvPicPr>
          <p:cNvPr id="29700" name="Picture 4" descr="MMAG00293_0000[1]"/>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5634038" y="3657600"/>
            <a:ext cx="2290762"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
          <p:cNvSpPr txBox="1">
            <a:spLocks noChangeArrowheads="1"/>
          </p:cNvSpPr>
          <p:nvPr/>
        </p:nvSpPr>
        <p:spPr bwMode="auto">
          <a:xfrm>
            <a:off x="0" y="-1"/>
            <a:ext cx="9144000" cy="6924973"/>
          </a:xfrm>
          <a:prstGeom prst="rect">
            <a:avLst/>
          </a:prstGeom>
          <a:solidFill>
            <a:srgbClr val="FFFF99"/>
          </a:solidFill>
          <a:ln w="57150">
            <a:solidFill>
              <a:schemeClr val="tx1"/>
            </a:solidFill>
            <a:miter lim="800000"/>
            <a:headEnd/>
            <a:tailEnd/>
          </a:ln>
        </p:spPr>
        <p:txBody>
          <a:bodyPr>
            <a:spAutoFit/>
          </a:bodyPr>
          <a:lstStyle>
            <a:lvl1pPr eaLnBrk="0" hangingPunct="0">
              <a:tabLst>
                <a:tab pos="463550" algn="l"/>
                <a:tab pos="914400" algn="l"/>
                <a:tab pos="1377950" algn="l"/>
                <a:tab pos="1828800" algn="l"/>
                <a:tab pos="2292350" algn="l"/>
                <a:tab pos="2743200" algn="l"/>
                <a:tab pos="3717925" algn="l"/>
                <a:tab pos="6065838" algn="l"/>
              </a:tabLst>
              <a:defRPr sz="1900" b="1">
                <a:solidFill>
                  <a:schemeClr val="tx1"/>
                </a:solidFill>
                <a:latin typeface="Arial Black" pitchFamily="34" charset="0"/>
              </a:defRPr>
            </a:lvl1pPr>
            <a:lvl2pPr marL="742950" indent="-285750" eaLnBrk="0" hangingPunct="0">
              <a:tabLst>
                <a:tab pos="463550" algn="l"/>
                <a:tab pos="914400" algn="l"/>
                <a:tab pos="1377950" algn="l"/>
                <a:tab pos="1828800" algn="l"/>
                <a:tab pos="2292350" algn="l"/>
                <a:tab pos="2743200" algn="l"/>
                <a:tab pos="3717925" algn="l"/>
                <a:tab pos="6065838" algn="l"/>
              </a:tabLst>
              <a:defRPr sz="1900" b="1">
                <a:solidFill>
                  <a:schemeClr val="tx1"/>
                </a:solidFill>
                <a:latin typeface="Arial Black" pitchFamily="34" charset="0"/>
              </a:defRPr>
            </a:lvl2pPr>
            <a:lvl3pPr marL="1143000" indent="-228600" eaLnBrk="0" hangingPunct="0">
              <a:tabLst>
                <a:tab pos="463550" algn="l"/>
                <a:tab pos="914400" algn="l"/>
                <a:tab pos="1377950" algn="l"/>
                <a:tab pos="1828800" algn="l"/>
                <a:tab pos="2292350" algn="l"/>
                <a:tab pos="2743200" algn="l"/>
                <a:tab pos="3717925" algn="l"/>
                <a:tab pos="6065838" algn="l"/>
              </a:tabLst>
              <a:defRPr sz="1900" b="1">
                <a:solidFill>
                  <a:schemeClr val="tx1"/>
                </a:solidFill>
                <a:latin typeface="Arial Black" pitchFamily="34" charset="0"/>
              </a:defRPr>
            </a:lvl3pPr>
            <a:lvl4pPr marL="1600200" indent="-228600" eaLnBrk="0" hangingPunct="0">
              <a:tabLst>
                <a:tab pos="463550" algn="l"/>
                <a:tab pos="914400" algn="l"/>
                <a:tab pos="1377950" algn="l"/>
                <a:tab pos="1828800" algn="l"/>
                <a:tab pos="2292350" algn="l"/>
                <a:tab pos="2743200" algn="l"/>
                <a:tab pos="3717925" algn="l"/>
                <a:tab pos="6065838" algn="l"/>
              </a:tabLst>
              <a:defRPr sz="1900" b="1">
                <a:solidFill>
                  <a:schemeClr val="tx1"/>
                </a:solidFill>
                <a:latin typeface="Arial Black" pitchFamily="34" charset="0"/>
              </a:defRPr>
            </a:lvl4pPr>
            <a:lvl5pPr marL="2057400" indent="-228600" eaLnBrk="0" hangingPunct="0">
              <a:tabLst>
                <a:tab pos="463550" algn="l"/>
                <a:tab pos="914400" algn="l"/>
                <a:tab pos="1377950" algn="l"/>
                <a:tab pos="1828800" algn="l"/>
                <a:tab pos="2292350" algn="l"/>
                <a:tab pos="2743200" algn="l"/>
                <a:tab pos="3717925" algn="l"/>
                <a:tab pos="6065838"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463550" algn="l"/>
                <a:tab pos="914400" algn="l"/>
                <a:tab pos="1377950" algn="l"/>
                <a:tab pos="1828800" algn="l"/>
                <a:tab pos="2292350" algn="l"/>
                <a:tab pos="2743200" algn="l"/>
                <a:tab pos="3717925" algn="l"/>
                <a:tab pos="6065838"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463550" algn="l"/>
                <a:tab pos="914400" algn="l"/>
                <a:tab pos="1377950" algn="l"/>
                <a:tab pos="1828800" algn="l"/>
                <a:tab pos="2292350" algn="l"/>
                <a:tab pos="2743200" algn="l"/>
                <a:tab pos="3717925" algn="l"/>
                <a:tab pos="6065838"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463550" algn="l"/>
                <a:tab pos="914400" algn="l"/>
                <a:tab pos="1377950" algn="l"/>
                <a:tab pos="1828800" algn="l"/>
                <a:tab pos="2292350" algn="l"/>
                <a:tab pos="2743200" algn="l"/>
                <a:tab pos="3717925" algn="l"/>
                <a:tab pos="6065838"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463550" algn="l"/>
                <a:tab pos="914400" algn="l"/>
                <a:tab pos="1377950" algn="l"/>
                <a:tab pos="1828800" algn="l"/>
                <a:tab pos="2292350" algn="l"/>
                <a:tab pos="2743200" algn="l"/>
                <a:tab pos="3717925" algn="l"/>
                <a:tab pos="6065838" algn="l"/>
              </a:tabLst>
              <a:defRPr sz="1900" b="1">
                <a:solidFill>
                  <a:schemeClr val="tx1"/>
                </a:solidFill>
                <a:latin typeface="Arial Black" pitchFamily="34" charset="0"/>
              </a:defRPr>
            </a:lvl9pPr>
          </a:lstStyle>
          <a:p>
            <a:r>
              <a:rPr lang="en-US" sz="1600" dirty="0">
                <a:latin typeface="Times New Roman" panose="02020603050405020304" pitchFamily="18" charset="0"/>
                <a:cs typeface="Times New Roman" panose="02020603050405020304" pitchFamily="18" charset="0"/>
              </a:rPr>
              <a:t>// Java0502.java</a:t>
            </a:r>
          </a:p>
          <a:p>
            <a:r>
              <a:rPr lang="en-US" sz="1600" dirty="0">
                <a:latin typeface="Times New Roman" panose="02020603050405020304" pitchFamily="18" charset="0"/>
                <a:cs typeface="Times New Roman" panose="02020603050405020304" pitchFamily="18" charset="0"/>
              </a:rPr>
              <a:t>// This program demonstrates one-way selection</a:t>
            </a:r>
          </a:p>
          <a:p>
            <a:r>
              <a:rPr lang="en-US" sz="1600" dirty="0">
                <a:latin typeface="Times New Roman" panose="02020603050405020304" pitchFamily="18" charset="0"/>
                <a:cs typeface="Times New Roman" panose="02020603050405020304" pitchFamily="18" charset="0"/>
              </a:rPr>
              <a:t>// using curly "container" braces to create block structure.</a:t>
            </a:r>
          </a:p>
          <a:p>
            <a:r>
              <a:rPr lang="en-US" sz="1600" dirty="0">
                <a:latin typeface="Times New Roman" panose="02020603050405020304" pitchFamily="18" charset="0"/>
                <a:cs typeface="Times New Roman" panose="02020603050405020304" pitchFamily="18" charset="0"/>
              </a:rPr>
              <a:t> </a:t>
            </a:r>
          </a:p>
          <a:p>
            <a:r>
              <a:rPr lang="en-US" sz="1600" dirty="0">
                <a:latin typeface="Times New Roman" panose="02020603050405020304" pitchFamily="18" charset="0"/>
                <a:cs typeface="Times New Roman" panose="02020603050405020304" pitchFamily="18" charset="0"/>
              </a:rPr>
              <a:t>import </a:t>
            </a:r>
            <a:r>
              <a:rPr lang="en-US" sz="1600" dirty="0" err="1">
                <a:latin typeface="Times New Roman" panose="02020603050405020304" pitchFamily="18" charset="0"/>
                <a:cs typeface="Times New Roman" panose="02020603050405020304" pitchFamily="18" charset="0"/>
              </a:rPr>
              <a:t>java.util.Scanner</a:t>
            </a:r>
            <a:r>
              <a:rPr lang="en-US" sz="1600" dirty="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 </a:t>
            </a:r>
          </a:p>
          <a:p>
            <a:r>
              <a:rPr lang="en-US" sz="1600" dirty="0">
                <a:latin typeface="Times New Roman" panose="02020603050405020304" pitchFamily="18" charset="0"/>
                <a:cs typeface="Times New Roman" panose="02020603050405020304" pitchFamily="18" charset="0"/>
              </a:rPr>
              <a:t>public class Java0502</a:t>
            </a:r>
          </a:p>
          <a:p>
            <a:r>
              <a:rPr lang="en-US" sz="1600" dirty="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	public static void main (String </a:t>
            </a:r>
            <a:r>
              <a:rPr lang="en-US" sz="1600" dirty="0" err="1">
                <a:latin typeface="Times New Roman" panose="02020603050405020304" pitchFamily="18" charset="0"/>
                <a:cs typeface="Times New Roman" panose="02020603050405020304" pitchFamily="18" charset="0"/>
              </a:rPr>
              <a:t>args</a:t>
            </a:r>
            <a:r>
              <a:rPr lang="en-US" sz="1600" dirty="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	{</a:t>
            </a:r>
          </a:p>
          <a:p>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System.out.println</a:t>
            </a:r>
            <a:r>
              <a:rPr lang="en-US" sz="1600" dirty="0">
                <a:latin typeface="Times New Roman" panose="02020603050405020304" pitchFamily="18" charset="0"/>
                <a:cs typeface="Times New Roman" panose="02020603050405020304" pitchFamily="18" charset="0"/>
              </a:rPr>
              <a:t>("\nJAVA0502.JAVA\n");</a:t>
            </a:r>
          </a:p>
          <a:p>
            <a:r>
              <a:rPr lang="en-US" sz="1600" dirty="0">
                <a:latin typeface="Times New Roman" panose="02020603050405020304" pitchFamily="18" charset="0"/>
                <a:cs typeface="Times New Roman" panose="02020603050405020304" pitchFamily="18" charset="0"/>
              </a:rPr>
              <a:t>      		Scanner input = new Scanner(System.in</a:t>
            </a:r>
            <a:r>
              <a:rPr lang="en-US" sz="1600" dirty="0" smtClean="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int</a:t>
            </a:r>
            <a:r>
              <a:rPr lang="en-US" sz="1600" dirty="0">
                <a:latin typeface="Times New Roman" panose="02020603050405020304" pitchFamily="18" charset="0"/>
                <a:cs typeface="Times New Roman" panose="02020603050405020304" pitchFamily="18" charset="0"/>
              </a:rPr>
              <a:t> bonus = 250;</a:t>
            </a:r>
          </a:p>
          <a:p>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System.out.print</a:t>
            </a:r>
            <a:r>
              <a:rPr lang="en-US" sz="1600" dirty="0">
                <a:latin typeface="Times New Roman" panose="02020603050405020304" pitchFamily="18" charset="0"/>
                <a:cs typeface="Times New Roman" panose="02020603050405020304" pitchFamily="18" charset="0"/>
              </a:rPr>
              <a:t>("Enter yearly sales amount.  --&gt;  ");</a:t>
            </a:r>
          </a:p>
          <a:p>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int</a:t>
            </a:r>
            <a:r>
              <a:rPr lang="en-US" sz="1600" dirty="0">
                <a:latin typeface="Times New Roman" panose="02020603050405020304" pitchFamily="18" charset="0"/>
                <a:cs typeface="Times New Roman" panose="02020603050405020304" pitchFamily="18" charset="0"/>
              </a:rPr>
              <a:t> sales = </a:t>
            </a:r>
            <a:r>
              <a:rPr lang="en-US" sz="1600" dirty="0" err="1">
                <a:latin typeface="Times New Roman" panose="02020603050405020304" pitchFamily="18" charset="0"/>
                <a:cs typeface="Times New Roman" panose="02020603050405020304" pitchFamily="18" charset="0"/>
              </a:rPr>
              <a:t>input.nextInt</a:t>
            </a:r>
            <a:r>
              <a:rPr lang="en-US" sz="1600" dirty="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System.out.println</a:t>
            </a:r>
            <a:r>
              <a:rPr lang="en-US" sz="1600" dirty="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      </a:t>
            </a:r>
          </a:p>
          <a:p>
            <a:r>
              <a:rPr lang="en-US" sz="1800" b="0" dirty="0">
                <a:cs typeface="Times New Roman" panose="02020603050405020304" pitchFamily="18" charset="0"/>
              </a:rPr>
              <a:t>		if (sales &gt; 500000)</a:t>
            </a:r>
          </a:p>
          <a:p>
            <a:r>
              <a:rPr lang="en-US" sz="1800" b="0" dirty="0">
                <a:cs typeface="Times New Roman" panose="02020603050405020304" pitchFamily="18" charset="0"/>
              </a:rPr>
              <a:t>		{</a:t>
            </a:r>
          </a:p>
          <a:p>
            <a:r>
              <a:rPr lang="en-US" sz="1800" b="0" dirty="0">
                <a:cs typeface="Times New Roman" panose="02020603050405020304" pitchFamily="18" charset="0"/>
              </a:rPr>
              <a:t>			bonus += 500;</a:t>
            </a:r>
          </a:p>
          <a:p>
            <a:r>
              <a:rPr lang="en-US" sz="1800" b="0" dirty="0">
                <a:cs typeface="Times New Roman" panose="02020603050405020304" pitchFamily="18" charset="0"/>
              </a:rPr>
              <a:t>			</a:t>
            </a:r>
            <a:r>
              <a:rPr lang="en-US" sz="1800" b="0" dirty="0" err="1">
                <a:cs typeface="Times New Roman" panose="02020603050405020304" pitchFamily="18" charset="0"/>
              </a:rPr>
              <a:t>System.out.println</a:t>
            </a:r>
            <a:r>
              <a:rPr lang="en-US" sz="1800" b="0" dirty="0">
                <a:cs typeface="Times New Roman" panose="02020603050405020304" pitchFamily="18" charset="0"/>
              </a:rPr>
              <a:t>("Your sales are greater than $500,000.");</a:t>
            </a:r>
          </a:p>
          <a:p>
            <a:r>
              <a:rPr lang="en-US" sz="1800" b="0" dirty="0">
                <a:cs typeface="Times New Roman" panose="02020603050405020304" pitchFamily="18" charset="0"/>
              </a:rPr>
              <a:t>			</a:t>
            </a:r>
            <a:r>
              <a:rPr lang="en-US" sz="1800" b="0" dirty="0" err="1">
                <a:cs typeface="Times New Roman" panose="02020603050405020304" pitchFamily="18" charset="0"/>
              </a:rPr>
              <a:t>System.out.println</a:t>
            </a:r>
            <a:r>
              <a:rPr lang="en-US" sz="1800" b="0" dirty="0">
                <a:cs typeface="Times New Roman" panose="02020603050405020304" pitchFamily="18" charset="0"/>
              </a:rPr>
              <a:t>("You will receive an extra $500 bonus.");</a:t>
            </a:r>
          </a:p>
          <a:p>
            <a:r>
              <a:rPr lang="en-US" sz="1800" b="0" dirty="0">
                <a:cs typeface="Times New Roman" panose="02020603050405020304" pitchFamily="18" charset="0"/>
              </a:rPr>
              <a:t>		</a:t>
            </a:r>
            <a:r>
              <a:rPr lang="en-US" sz="1800" b="0" dirty="0" smtClean="0">
                <a:cs typeface="Times New Roman" panose="02020603050405020304" pitchFamily="18" charset="0"/>
              </a:rPr>
              <a:t>}</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System.out.println</a:t>
            </a:r>
            <a:r>
              <a:rPr lang="en-US" sz="1600" dirty="0">
                <a:latin typeface="Times New Roman" panose="02020603050405020304" pitchFamily="18" charset="0"/>
                <a:cs typeface="Times New Roman" panose="02020603050405020304" pitchFamily="18" charset="0"/>
              </a:rPr>
              <a:t>("Total Yearly bonus: " + bonus);</a:t>
            </a:r>
          </a:p>
          <a:p>
            <a:r>
              <a:rPr lang="en-US" sz="1600" dirty="0">
                <a:latin typeface="Times New Roman" panose="02020603050405020304" pitchFamily="18" charset="0"/>
                <a:cs typeface="Times New Roman" panose="02020603050405020304" pitchFamily="18" charset="0"/>
              </a:rPr>
              <a:t>	}</a:t>
            </a:r>
          </a:p>
          <a:p>
            <a:r>
              <a:rPr lang="en-US" sz="1600" dirty="0">
                <a:latin typeface="Times New Roman" panose="02020603050405020304" pitchFamily="18" charset="0"/>
                <a:cs typeface="Times New Roman" panose="02020603050405020304" pitchFamily="18" charset="0"/>
              </a:rPr>
              <a:t>}</a:t>
            </a:r>
          </a:p>
        </p:txBody>
      </p:sp>
      <p:sp>
        <p:nvSpPr>
          <p:cNvPr id="5" name="TextBox 4"/>
          <p:cNvSpPr txBox="1"/>
          <p:nvPr/>
        </p:nvSpPr>
        <p:spPr>
          <a:xfrm>
            <a:off x="0" y="0"/>
            <a:ext cx="3886200" cy="1938992"/>
          </a:xfrm>
          <a:prstGeom prst="rect">
            <a:avLst/>
          </a:prstGeom>
          <a:solidFill>
            <a:schemeClr val="accent6">
              <a:lumMod val="20000"/>
              <a:lumOff val="80000"/>
            </a:schemeClr>
          </a:solidFill>
          <a:ln w="57150">
            <a:solidFill>
              <a:schemeClr val="tx1"/>
            </a:solidFill>
          </a:ln>
        </p:spPr>
        <p:txBody>
          <a:bodyPr wrap="square" rtlCol="0">
            <a:spAutoFit/>
          </a:bodyPr>
          <a:lstStyle/>
          <a:p>
            <a:endParaRPr lang="en-US" sz="1600" dirty="0" smtClean="0">
              <a:latin typeface="Courier New" panose="02070309020205020404" pitchFamily="49" charset="0"/>
              <a:cs typeface="Courier New" panose="02070309020205020404" pitchFamily="49" charset="0"/>
            </a:endParaRPr>
          </a:p>
          <a:p>
            <a:r>
              <a:rPr lang="en-US" sz="1800" dirty="0" smtClean="0">
                <a:latin typeface="Courier New" panose="02070309020205020404" pitchFamily="49" charset="0"/>
                <a:cs typeface="Courier New" panose="02070309020205020404" pitchFamily="49" charset="0"/>
              </a:rPr>
              <a:t>JAVA0502.JAVA</a:t>
            </a:r>
            <a:endParaRPr lang="en-US" sz="18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 </a:t>
            </a:r>
          </a:p>
          <a:p>
            <a:r>
              <a:rPr lang="en-US" sz="1800" dirty="0">
                <a:latin typeface="Courier New" panose="02070309020205020404" pitchFamily="49" charset="0"/>
                <a:cs typeface="Courier New" panose="02070309020205020404" pitchFamily="49" charset="0"/>
              </a:rPr>
              <a:t>Enter Sales  ===&gt;&gt;  </a:t>
            </a:r>
            <a:r>
              <a:rPr lang="en-US" sz="1800" dirty="0" smtClean="0">
                <a:latin typeface="Courier New" panose="02070309020205020404" pitchFamily="49" charset="0"/>
                <a:cs typeface="Courier New" panose="02070309020205020404" pitchFamily="49" charset="0"/>
              </a:rPr>
              <a:t>500000</a:t>
            </a:r>
            <a:endParaRPr lang="en-US" sz="18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 </a:t>
            </a:r>
          </a:p>
          <a:p>
            <a:r>
              <a:rPr lang="en-US" sz="1800" dirty="0" smtClean="0">
                <a:latin typeface="Courier New" panose="02070309020205020404" pitchFamily="49" charset="0"/>
                <a:cs typeface="Courier New" panose="02070309020205020404" pitchFamily="49" charset="0"/>
              </a:rPr>
              <a:t>Total Yearly </a:t>
            </a:r>
            <a:r>
              <a:rPr lang="en-US" sz="1800" dirty="0">
                <a:latin typeface="Courier New" panose="02070309020205020404" pitchFamily="49" charset="0"/>
                <a:cs typeface="Courier New" panose="02070309020205020404" pitchFamily="49" charset="0"/>
              </a:rPr>
              <a:t>bonus: 250</a:t>
            </a:r>
          </a:p>
          <a:p>
            <a:endParaRPr lang="en-US" sz="1600" dirty="0" smtClean="0">
              <a:latin typeface="Courier New" panose="02070309020205020404" pitchFamily="49" charset="0"/>
              <a:cs typeface="Courier New" panose="02070309020205020404" pitchFamily="49" charset="0"/>
            </a:endParaRPr>
          </a:p>
        </p:txBody>
      </p:sp>
      <p:sp>
        <p:nvSpPr>
          <p:cNvPr id="6" name="TextBox 5"/>
          <p:cNvSpPr txBox="1"/>
          <p:nvPr/>
        </p:nvSpPr>
        <p:spPr>
          <a:xfrm>
            <a:off x="3886200" y="-1"/>
            <a:ext cx="5257800" cy="2462213"/>
          </a:xfrm>
          <a:prstGeom prst="rect">
            <a:avLst/>
          </a:prstGeom>
          <a:solidFill>
            <a:schemeClr val="accent6">
              <a:lumMod val="20000"/>
              <a:lumOff val="80000"/>
            </a:schemeClr>
          </a:solidFill>
          <a:ln w="57150">
            <a:solidFill>
              <a:schemeClr val="tx1"/>
            </a:solidFill>
          </a:ln>
        </p:spPr>
        <p:txBody>
          <a:bodyPr wrap="square" rtlCol="0">
            <a:spAutoFit/>
          </a:bodyPr>
          <a:lstStyle/>
          <a:p>
            <a:endParaRPr lang="en-US" sz="1600" dirty="0" smtClean="0">
              <a:latin typeface="Courier New" panose="02070309020205020404" pitchFamily="49" charset="0"/>
              <a:cs typeface="Courier New" panose="02070309020205020404" pitchFamily="49" charset="0"/>
            </a:endParaRPr>
          </a:p>
          <a:p>
            <a:r>
              <a:rPr lang="en-US" sz="1800" dirty="0">
                <a:latin typeface="Courier New" panose="02070309020205020404" pitchFamily="49" charset="0"/>
                <a:cs typeface="Courier New" panose="02070309020205020404" pitchFamily="49" charset="0"/>
              </a:rPr>
              <a:t>JAVA0502.JAVA</a:t>
            </a:r>
          </a:p>
          <a:p>
            <a:r>
              <a:rPr lang="en-US" sz="1600" dirty="0">
                <a:latin typeface="Courier New" panose="02070309020205020404" pitchFamily="49" charset="0"/>
                <a:cs typeface="Courier New" panose="02070309020205020404" pitchFamily="49" charset="0"/>
              </a:rPr>
              <a:t> </a:t>
            </a:r>
          </a:p>
          <a:p>
            <a:r>
              <a:rPr lang="en-US" sz="1800" dirty="0">
                <a:latin typeface="Courier New" panose="02070309020205020404" pitchFamily="49" charset="0"/>
                <a:cs typeface="Courier New" panose="02070309020205020404" pitchFamily="49" charset="0"/>
              </a:rPr>
              <a:t>Enter Sales  ===&gt;&gt;  500001</a:t>
            </a:r>
          </a:p>
          <a:p>
            <a:r>
              <a:rPr lang="en-US" sz="1600" dirty="0">
                <a:latin typeface="Courier New" panose="02070309020205020404" pitchFamily="49" charset="0"/>
                <a:cs typeface="Courier New" panose="02070309020205020404" pitchFamily="49" charset="0"/>
              </a:rPr>
              <a:t> </a:t>
            </a:r>
          </a:p>
          <a:p>
            <a:r>
              <a:rPr lang="en-US" sz="1800" dirty="0">
                <a:latin typeface="Courier New" panose="02070309020205020404" pitchFamily="49" charset="0"/>
                <a:cs typeface="Courier New" panose="02070309020205020404" pitchFamily="49" charset="0"/>
              </a:rPr>
              <a:t>Your sales are greater than $500,000.</a:t>
            </a:r>
          </a:p>
          <a:p>
            <a:r>
              <a:rPr lang="en-US" sz="1800" dirty="0">
                <a:latin typeface="Courier New" panose="02070309020205020404" pitchFamily="49" charset="0"/>
                <a:cs typeface="Courier New" panose="02070309020205020404" pitchFamily="49" charset="0"/>
              </a:rPr>
              <a:t>You will receive an extra $500 bonus.</a:t>
            </a:r>
          </a:p>
          <a:p>
            <a:r>
              <a:rPr lang="en-US" sz="1800" dirty="0">
                <a:latin typeface="Courier New" panose="02070309020205020404" pitchFamily="49" charset="0"/>
                <a:cs typeface="Courier New" panose="02070309020205020404" pitchFamily="49" charset="0"/>
              </a:rPr>
              <a:t>Total Yearly bonus: 750</a:t>
            </a:r>
          </a:p>
          <a:p>
            <a:endParaRPr lang="en-US" sz="1600" dirty="0" smtClean="0">
              <a:latin typeface="Courier New" panose="02070309020205020404" pitchFamily="49" charset="0"/>
              <a:cs typeface="Courier New" panose="02070309020205020404" pitchFamily="49" charset="0"/>
            </a:endParaRPr>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to="" calcmode="lin" valueType="num">
                                      <p:cBhvr>
                                        <p:cTn id="7" dur="1" fill="hold"/>
                                        <p:tgtEl>
                                          <p:spTgt spid="5"/>
                                        </p:tgtEl>
                                        <p:attrNameLst>
                                          <p:attrName/>
                                        </p:attrNameLst>
                                      </p:cBhvr>
                                    </p:anim>
                                  </p:childTnLst>
                                </p:cTn>
                              </p:par>
                            </p:childTnLst>
                          </p:cTn>
                        </p:par>
                        <p:par>
                          <p:cTn id="8" fill="hold">
                            <p:stCondLst>
                              <p:cond delay="0"/>
                            </p:stCondLst>
                            <p:childTnLst>
                              <p:par>
                                <p:cTn id="9" presetID="24"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to="" calcmode="lin" valueType="num">
                                      <p:cBhvr>
                                        <p:cTn id="11" dur="1" fill="hold"/>
                                        <p:tgtEl>
                                          <p:spTgt spid="6"/>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0" y="0"/>
            <a:ext cx="9144000" cy="990600"/>
          </a:xfrm>
        </p:spPr>
        <p:txBody>
          <a:bodyPr/>
          <a:lstStyle/>
          <a:p>
            <a:r>
              <a:rPr lang="en-US" sz="5400" smtClean="0">
                <a:latin typeface="Arial Black" pitchFamily="34" charset="0"/>
              </a:rPr>
              <a:t>One-Way Selection</a:t>
            </a:r>
          </a:p>
        </p:txBody>
      </p:sp>
      <p:sp>
        <p:nvSpPr>
          <p:cNvPr id="30723" name="Text Box 3"/>
          <p:cNvSpPr txBox="1">
            <a:spLocks noChangeArrowheads="1"/>
          </p:cNvSpPr>
          <p:nvPr/>
        </p:nvSpPr>
        <p:spPr bwMode="auto">
          <a:xfrm>
            <a:off x="381000" y="990600"/>
            <a:ext cx="8458200" cy="5780088"/>
          </a:xfrm>
          <a:prstGeom prst="rect">
            <a:avLst/>
          </a:prstGeom>
          <a:solidFill>
            <a:srgbClr val="00FFCC"/>
          </a:solidFill>
          <a:ln w="57150">
            <a:solidFill>
              <a:schemeClr val="tx1"/>
            </a:solidFill>
            <a:miter lim="800000"/>
            <a:headEnd/>
            <a:tailEnd/>
          </a:ln>
        </p:spPr>
        <p:txBody>
          <a:bodyPr>
            <a:spAutoFit/>
          </a:bodyPr>
          <a:lstStyle>
            <a:lvl1pPr eaLnBrk="0" hangingPunct="0">
              <a:tabLst>
                <a:tab pos="457200" algn="l"/>
                <a:tab pos="914400" algn="l"/>
                <a:tab pos="1371600" algn="l"/>
                <a:tab pos="1828800" algn="l"/>
                <a:tab pos="2286000" algn="l"/>
              </a:tabLst>
              <a:defRPr b="1">
                <a:solidFill>
                  <a:schemeClr val="tx1"/>
                </a:solidFill>
                <a:latin typeface="Arial" charset="0"/>
              </a:defRPr>
            </a:lvl1pPr>
            <a:lvl2pPr marL="742950" indent="-285750" eaLnBrk="0" hangingPunct="0">
              <a:tabLst>
                <a:tab pos="457200" algn="l"/>
                <a:tab pos="914400" algn="l"/>
                <a:tab pos="1371600" algn="l"/>
                <a:tab pos="1828800" algn="l"/>
                <a:tab pos="2286000" algn="l"/>
              </a:tabLst>
              <a:defRPr b="1">
                <a:solidFill>
                  <a:schemeClr val="tx1"/>
                </a:solidFill>
                <a:latin typeface="Arial" charset="0"/>
              </a:defRPr>
            </a:lvl2pPr>
            <a:lvl3pPr marL="1143000" indent="-228600" eaLnBrk="0" hangingPunct="0">
              <a:tabLst>
                <a:tab pos="457200" algn="l"/>
                <a:tab pos="914400" algn="l"/>
                <a:tab pos="1371600" algn="l"/>
                <a:tab pos="1828800" algn="l"/>
                <a:tab pos="2286000" algn="l"/>
              </a:tabLst>
              <a:defRPr b="1">
                <a:solidFill>
                  <a:schemeClr val="tx1"/>
                </a:solidFill>
                <a:latin typeface="Arial" charset="0"/>
              </a:defRPr>
            </a:lvl3pPr>
            <a:lvl4pPr marL="1600200" indent="-228600" eaLnBrk="0" hangingPunct="0">
              <a:tabLst>
                <a:tab pos="457200" algn="l"/>
                <a:tab pos="914400" algn="l"/>
                <a:tab pos="1371600" algn="l"/>
                <a:tab pos="1828800" algn="l"/>
                <a:tab pos="2286000" algn="l"/>
              </a:tabLst>
              <a:defRPr b="1">
                <a:solidFill>
                  <a:schemeClr val="tx1"/>
                </a:solidFill>
                <a:latin typeface="Arial" charset="0"/>
              </a:defRPr>
            </a:lvl4pPr>
            <a:lvl5pPr marL="2057400" indent="-228600" eaLnBrk="0" hangingPunct="0">
              <a:tabLst>
                <a:tab pos="457200" algn="l"/>
                <a:tab pos="914400" algn="l"/>
                <a:tab pos="1371600" algn="l"/>
                <a:tab pos="1828800" algn="l"/>
                <a:tab pos="2286000" algn="l"/>
              </a:tabLst>
              <a:defRPr b="1">
                <a:solidFill>
                  <a:schemeClr val="tx1"/>
                </a:solidFill>
                <a:latin typeface="Arial" charset="0"/>
              </a:defRPr>
            </a:lvl5pPr>
            <a:lvl6pPr marL="2514600" indent="-228600" eaLnBrk="0" fontAlgn="base" hangingPunct="0">
              <a:spcBef>
                <a:spcPct val="0"/>
              </a:spcBef>
              <a:spcAft>
                <a:spcPct val="0"/>
              </a:spcAft>
              <a:tabLst>
                <a:tab pos="457200" algn="l"/>
                <a:tab pos="914400" algn="l"/>
                <a:tab pos="1371600" algn="l"/>
                <a:tab pos="1828800" algn="l"/>
                <a:tab pos="2286000" algn="l"/>
              </a:tabLst>
              <a:defRPr b="1">
                <a:solidFill>
                  <a:schemeClr val="tx1"/>
                </a:solidFill>
                <a:latin typeface="Arial" charset="0"/>
              </a:defRPr>
            </a:lvl6pPr>
            <a:lvl7pPr marL="2971800" indent="-228600" eaLnBrk="0" fontAlgn="base" hangingPunct="0">
              <a:spcBef>
                <a:spcPct val="0"/>
              </a:spcBef>
              <a:spcAft>
                <a:spcPct val="0"/>
              </a:spcAft>
              <a:tabLst>
                <a:tab pos="457200" algn="l"/>
                <a:tab pos="914400" algn="l"/>
                <a:tab pos="1371600" algn="l"/>
                <a:tab pos="1828800" algn="l"/>
                <a:tab pos="2286000" algn="l"/>
              </a:tabLst>
              <a:defRPr b="1">
                <a:solidFill>
                  <a:schemeClr val="tx1"/>
                </a:solidFill>
                <a:latin typeface="Arial" charset="0"/>
              </a:defRPr>
            </a:lvl7pPr>
            <a:lvl8pPr marL="3429000" indent="-228600" eaLnBrk="0" fontAlgn="base" hangingPunct="0">
              <a:spcBef>
                <a:spcPct val="0"/>
              </a:spcBef>
              <a:spcAft>
                <a:spcPct val="0"/>
              </a:spcAft>
              <a:tabLst>
                <a:tab pos="457200" algn="l"/>
                <a:tab pos="914400" algn="l"/>
                <a:tab pos="1371600" algn="l"/>
                <a:tab pos="1828800" algn="l"/>
                <a:tab pos="2286000" algn="l"/>
              </a:tabLst>
              <a:defRPr b="1">
                <a:solidFill>
                  <a:schemeClr val="tx1"/>
                </a:solidFill>
                <a:latin typeface="Arial" charset="0"/>
              </a:defRPr>
            </a:lvl8pPr>
            <a:lvl9pPr marL="3886200" indent="-228600" eaLnBrk="0" fontAlgn="base" hangingPunct="0">
              <a:spcBef>
                <a:spcPct val="0"/>
              </a:spcBef>
              <a:spcAft>
                <a:spcPct val="0"/>
              </a:spcAft>
              <a:tabLst>
                <a:tab pos="457200" algn="l"/>
                <a:tab pos="914400" algn="l"/>
                <a:tab pos="1371600" algn="l"/>
                <a:tab pos="1828800" algn="l"/>
                <a:tab pos="2286000" algn="l"/>
              </a:tabLst>
              <a:defRPr b="1">
                <a:solidFill>
                  <a:schemeClr val="tx1"/>
                </a:solidFill>
                <a:latin typeface="Arial" charset="0"/>
              </a:defRPr>
            </a:lvl9pPr>
          </a:lstStyle>
          <a:p>
            <a:pPr eaLnBrk="1" hangingPunct="1">
              <a:defRPr/>
            </a:pPr>
            <a:r>
              <a:rPr lang="en-US" sz="2400" dirty="0" smtClean="0">
                <a:sym typeface="Symbol" pitchFamily="18" charset="2"/>
              </a:rPr>
              <a:t>General </a:t>
            </a:r>
            <a:r>
              <a:rPr lang="en-US" sz="2400" dirty="0">
                <a:sym typeface="Symbol" pitchFamily="18" charset="2"/>
              </a:rPr>
              <a:t>S</a:t>
            </a:r>
            <a:r>
              <a:rPr lang="en-US" sz="2400" dirty="0" smtClean="0">
                <a:sym typeface="Symbol" pitchFamily="18" charset="2"/>
              </a:rPr>
              <a:t>yntax</a:t>
            </a:r>
            <a:r>
              <a:rPr lang="en-US" sz="2400" dirty="0">
                <a:sym typeface="Symbol" pitchFamily="18" charset="2"/>
              </a:rPr>
              <a:t>:</a:t>
            </a:r>
          </a:p>
          <a:p>
            <a:pPr eaLnBrk="1" hangingPunct="1">
              <a:lnSpc>
                <a:spcPct val="70000"/>
              </a:lnSpc>
              <a:defRPr/>
            </a:pPr>
            <a:endParaRPr lang="en-US" dirty="0">
              <a:sym typeface="Symbol" pitchFamily="18" charset="2"/>
            </a:endParaRPr>
          </a:p>
          <a:p>
            <a:pPr eaLnBrk="1" hangingPunct="1">
              <a:defRPr/>
            </a:pPr>
            <a:r>
              <a:rPr lang="en-US" sz="2400" b="0" dirty="0">
                <a:latin typeface="+mn-lt"/>
                <a:sym typeface="Symbol" pitchFamily="18" charset="2"/>
              </a:rPr>
              <a:t>	if (condition true)</a:t>
            </a:r>
          </a:p>
          <a:p>
            <a:pPr eaLnBrk="1" hangingPunct="1">
              <a:defRPr/>
            </a:pPr>
            <a:r>
              <a:rPr lang="en-US" sz="2400" b="0" dirty="0">
                <a:latin typeface="+mn-lt"/>
                <a:sym typeface="Symbol" pitchFamily="18" charset="2"/>
              </a:rPr>
              <a:t>	  	execute program </a:t>
            </a:r>
            <a:r>
              <a:rPr lang="en-US" sz="2400" b="0" dirty="0" smtClean="0">
                <a:latin typeface="+mn-lt"/>
                <a:sym typeface="Symbol" pitchFamily="18" charset="2"/>
              </a:rPr>
              <a:t>statement</a:t>
            </a:r>
          </a:p>
          <a:p>
            <a:pPr eaLnBrk="1" hangingPunct="1">
              <a:defRPr/>
            </a:pPr>
            <a:endParaRPr lang="en-US" sz="3200" dirty="0" smtClean="0">
              <a:latin typeface="Times New Roman" pitchFamily="18" charset="0"/>
              <a:sym typeface="Symbol" pitchFamily="18" charset="2"/>
            </a:endParaRPr>
          </a:p>
          <a:p>
            <a:pPr eaLnBrk="1" hangingPunct="1">
              <a:defRPr/>
            </a:pPr>
            <a:r>
              <a:rPr lang="en-US" sz="2400" dirty="0" smtClean="0">
                <a:sym typeface="Symbol" pitchFamily="18" charset="2"/>
              </a:rPr>
              <a:t>Specific Examples:</a:t>
            </a:r>
            <a:endParaRPr lang="en-US" sz="2400" dirty="0">
              <a:sym typeface="Symbol" pitchFamily="18" charset="2"/>
            </a:endParaRPr>
          </a:p>
          <a:p>
            <a:pPr eaLnBrk="1" hangingPunct="1">
              <a:defRPr/>
            </a:pPr>
            <a:endParaRPr lang="en-US" dirty="0" smtClean="0">
              <a:latin typeface="Times New Roman" pitchFamily="18" charset="0"/>
              <a:sym typeface="Symbol" pitchFamily="18" charset="2"/>
            </a:endParaRPr>
          </a:p>
          <a:p>
            <a:pPr eaLnBrk="1" hangingPunct="1">
              <a:defRPr/>
            </a:pPr>
            <a:r>
              <a:rPr lang="en-US" sz="2400" dirty="0">
                <a:latin typeface="Times New Roman" pitchFamily="18" charset="0"/>
                <a:sym typeface="Symbol" pitchFamily="18" charset="2"/>
              </a:rPr>
              <a:t>	if (counter &gt; 100)</a:t>
            </a:r>
          </a:p>
          <a:p>
            <a:pPr eaLnBrk="1" hangingPunct="1">
              <a:defRPr/>
            </a:pPr>
            <a:r>
              <a:rPr lang="en-US" sz="2400" dirty="0">
                <a:latin typeface="Times New Roman" pitchFamily="18" charset="0"/>
                <a:sym typeface="Symbol" pitchFamily="18" charset="2"/>
              </a:rPr>
              <a:t>	   </a:t>
            </a:r>
            <a:r>
              <a:rPr lang="en-US" sz="2400" dirty="0" smtClean="0">
                <a:latin typeface="Times New Roman" pitchFamily="18" charset="0"/>
                <a:sym typeface="Symbol" pitchFamily="18" charset="2"/>
              </a:rPr>
              <a:t>	</a:t>
            </a:r>
            <a:r>
              <a:rPr lang="en-US" sz="2400" dirty="0" err="1" smtClean="0">
                <a:latin typeface="Times New Roman" pitchFamily="18" charset="0"/>
                <a:sym typeface="Symbol" pitchFamily="18" charset="2"/>
              </a:rPr>
              <a:t>System.out.println</a:t>
            </a:r>
            <a:r>
              <a:rPr lang="en-US" sz="2400" dirty="0">
                <a:latin typeface="Times New Roman" pitchFamily="18" charset="0"/>
                <a:sym typeface="Symbol" pitchFamily="18" charset="2"/>
              </a:rPr>
              <a:t>("Counter exceeds 100");</a:t>
            </a:r>
          </a:p>
          <a:p>
            <a:pPr eaLnBrk="1" hangingPunct="1">
              <a:lnSpc>
                <a:spcPct val="70000"/>
              </a:lnSpc>
              <a:defRPr/>
            </a:pPr>
            <a:endParaRPr lang="en-US" sz="2400" dirty="0">
              <a:sym typeface="Symbol" pitchFamily="18" charset="2"/>
            </a:endParaRPr>
          </a:p>
          <a:p>
            <a:pPr eaLnBrk="1" hangingPunct="1">
              <a:defRPr/>
            </a:pPr>
            <a:r>
              <a:rPr lang="en-US" sz="2400" dirty="0">
                <a:latin typeface="Times New Roman" pitchFamily="18" charset="0"/>
                <a:sym typeface="Symbol" pitchFamily="18" charset="2"/>
              </a:rPr>
              <a:t>	if (savings &gt;= 10000)</a:t>
            </a:r>
          </a:p>
          <a:p>
            <a:pPr eaLnBrk="1" hangingPunct="1">
              <a:defRPr/>
            </a:pPr>
            <a:r>
              <a:rPr lang="en-US" sz="2400" dirty="0">
                <a:latin typeface="Times New Roman" pitchFamily="18" charset="0"/>
                <a:sym typeface="Symbol" pitchFamily="18" charset="2"/>
              </a:rPr>
              <a:t>	{</a:t>
            </a:r>
          </a:p>
          <a:p>
            <a:pPr eaLnBrk="1" hangingPunct="1">
              <a:defRPr/>
            </a:pPr>
            <a:r>
              <a:rPr lang="en-US" sz="2400" dirty="0">
                <a:latin typeface="Times New Roman" pitchFamily="18" charset="0"/>
                <a:sym typeface="Symbol" pitchFamily="18" charset="2"/>
              </a:rPr>
              <a:t>	   </a:t>
            </a:r>
            <a:r>
              <a:rPr lang="en-US" sz="2400" dirty="0" smtClean="0">
                <a:latin typeface="Times New Roman" pitchFamily="18" charset="0"/>
                <a:sym typeface="Symbol" pitchFamily="18" charset="2"/>
              </a:rPr>
              <a:t>	</a:t>
            </a:r>
            <a:r>
              <a:rPr lang="en-US" sz="2400" dirty="0" err="1" smtClean="0">
                <a:latin typeface="Times New Roman" pitchFamily="18" charset="0"/>
                <a:sym typeface="Symbol" pitchFamily="18" charset="2"/>
              </a:rPr>
              <a:t>System.out.println</a:t>
            </a:r>
            <a:r>
              <a:rPr lang="en-US" sz="2400" dirty="0">
                <a:latin typeface="Times New Roman" pitchFamily="18" charset="0"/>
                <a:sym typeface="Symbol" pitchFamily="18" charset="2"/>
              </a:rPr>
              <a:t>("It’s skiing time");</a:t>
            </a:r>
          </a:p>
          <a:p>
            <a:pPr eaLnBrk="1" hangingPunct="1">
              <a:defRPr/>
            </a:pPr>
            <a:r>
              <a:rPr lang="en-US" sz="2400" dirty="0">
                <a:latin typeface="Times New Roman" pitchFamily="18" charset="0"/>
                <a:sym typeface="Symbol" pitchFamily="18" charset="2"/>
              </a:rPr>
              <a:t>	   </a:t>
            </a:r>
            <a:r>
              <a:rPr lang="en-US" sz="2400" dirty="0" smtClean="0">
                <a:latin typeface="Times New Roman" pitchFamily="18" charset="0"/>
                <a:sym typeface="Symbol" pitchFamily="18" charset="2"/>
              </a:rPr>
              <a:t>	</a:t>
            </a:r>
            <a:r>
              <a:rPr lang="en-US" sz="2400" dirty="0" err="1" smtClean="0">
                <a:latin typeface="Times New Roman" pitchFamily="18" charset="0"/>
                <a:sym typeface="Symbol" pitchFamily="18" charset="2"/>
              </a:rPr>
              <a:t>System.out.println</a:t>
            </a:r>
            <a:r>
              <a:rPr lang="en-US" sz="2400" dirty="0">
                <a:latin typeface="Times New Roman" pitchFamily="18" charset="0"/>
                <a:sym typeface="Symbol" pitchFamily="18" charset="2"/>
              </a:rPr>
              <a:t>("Let’s pack");</a:t>
            </a:r>
          </a:p>
          <a:p>
            <a:pPr eaLnBrk="1" hangingPunct="1">
              <a:defRPr/>
            </a:pPr>
            <a:r>
              <a:rPr lang="en-US" sz="2400" dirty="0">
                <a:latin typeface="Times New Roman" pitchFamily="18" charset="0"/>
                <a:sym typeface="Symbol" pitchFamily="18" charset="2"/>
              </a:rPr>
              <a:t>	   </a:t>
            </a:r>
            <a:r>
              <a:rPr lang="en-US" sz="2400" dirty="0" smtClean="0">
                <a:latin typeface="Times New Roman" pitchFamily="18" charset="0"/>
                <a:sym typeface="Symbol" pitchFamily="18" charset="2"/>
              </a:rPr>
              <a:t>	</a:t>
            </a:r>
            <a:r>
              <a:rPr lang="en-US" sz="2400" dirty="0" err="1" smtClean="0">
                <a:latin typeface="Times New Roman" pitchFamily="18" charset="0"/>
                <a:sym typeface="Symbol" pitchFamily="18" charset="2"/>
              </a:rPr>
              <a:t>System.out.println</a:t>
            </a:r>
            <a:r>
              <a:rPr lang="en-US" sz="2400" dirty="0">
                <a:latin typeface="Times New Roman" pitchFamily="18" charset="0"/>
                <a:sym typeface="Symbol" pitchFamily="18" charset="2"/>
              </a:rPr>
              <a:t>("Remember your skis");</a:t>
            </a:r>
          </a:p>
          <a:p>
            <a:pPr eaLnBrk="1" hangingPunct="1">
              <a:defRPr/>
            </a:pPr>
            <a:r>
              <a:rPr lang="en-US" sz="2400" dirty="0">
                <a:latin typeface="Times New Roman" pitchFamily="18" charset="0"/>
                <a:sym typeface="Symbol" pitchFamily="18" charset="2"/>
              </a:rPr>
              <a:t>	}</a:t>
            </a:r>
          </a:p>
        </p:txBody>
      </p:sp>
      <p:pic>
        <p:nvPicPr>
          <p:cNvPr id="32772" name="Picture 6" descr="C:\Documents and Settings\JohnSchram\Local Settings\Temporary Internet Files\Content.IE5\92CYL8BY\MMj01892430000[1].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5791200" y="1524000"/>
            <a:ext cx="2590800"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0">
          <a:gsLst>
            <a:gs pos="0">
              <a:srgbClr val="000082"/>
            </a:gs>
            <a:gs pos="30000">
              <a:srgbClr val="66008F"/>
            </a:gs>
            <a:gs pos="64999">
              <a:srgbClr val="BA0066"/>
            </a:gs>
            <a:gs pos="89999">
              <a:srgbClr val="FF0000"/>
            </a:gs>
            <a:gs pos="100000">
              <a:srgbClr val="FF8200"/>
            </a:gs>
          </a:gsLst>
          <a:lin ang="5400000"/>
        </a:gradFill>
        <a:effectLst/>
      </p:bgPr>
    </p:bg>
    <p:spTree>
      <p:nvGrpSpPr>
        <p:cNvPr id="1" name=""/>
        <p:cNvGrpSpPr/>
        <p:nvPr/>
      </p:nvGrpSpPr>
      <p:grpSpPr>
        <a:xfrm>
          <a:off x="0" y="0"/>
          <a:ext cx="0" cy="0"/>
          <a:chOff x="0" y="0"/>
          <a:chExt cx="0" cy="0"/>
        </a:xfrm>
      </p:grpSpPr>
      <p:sp>
        <p:nvSpPr>
          <p:cNvPr id="33794" name="WordArt 4"/>
          <p:cNvSpPr>
            <a:spLocks noChangeArrowheads="1" noChangeShapeType="1" noTextEdit="1"/>
          </p:cNvSpPr>
          <p:nvPr/>
        </p:nvSpPr>
        <p:spPr bwMode="auto">
          <a:xfrm>
            <a:off x="1447800" y="1524000"/>
            <a:ext cx="6248400" cy="2667000"/>
          </a:xfrm>
          <a:prstGeom prst="rect">
            <a:avLst/>
          </a:prstGeom>
        </p:spPr>
        <p:txBody>
          <a:bodyPr wrap="none" fromWordArt="1">
            <a:prstTxWarp prst="textSlantUp">
              <a:avLst>
                <a:gd name="adj" fmla="val 32056"/>
              </a:avLst>
            </a:prstTxWarp>
          </a:bodyPr>
          <a:lstStyle/>
          <a:p>
            <a:pPr algn="ctr"/>
            <a:r>
              <a:rPr lang="en-US" sz="3600" kern="1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Two Way</a:t>
            </a:r>
          </a:p>
        </p:txBody>
      </p:sp>
      <p:sp>
        <p:nvSpPr>
          <p:cNvPr id="33795" name="WordArt 18"/>
          <p:cNvSpPr>
            <a:spLocks noChangeArrowheads="1" noChangeShapeType="1" noTextEdit="1"/>
          </p:cNvSpPr>
          <p:nvPr/>
        </p:nvSpPr>
        <p:spPr bwMode="auto">
          <a:xfrm>
            <a:off x="371475" y="457200"/>
            <a:ext cx="8391525" cy="762000"/>
          </a:xfrm>
          <a:prstGeom prst="rect">
            <a:avLst/>
          </a:prstGeom>
        </p:spPr>
        <p:txBody>
          <a:bodyPr wrap="none" fromWordArt="1">
            <a:prstTxWarp prst="textPlain">
              <a:avLst>
                <a:gd name="adj" fmla="val 50000"/>
              </a:avLst>
            </a:prstTxWarp>
          </a:bodyPr>
          <a:lstStyle/>
          <a:p>
            <a:pPr algn="ctr"/>
            <a:r>
              <a:rPr lang="en-US" sz="3600" kern="10" dirty="0">
                <a:ln w="9525">
                  <a:solidFill>
                    <a:srgbClr val="000000"/>
                  </a:solidFill>
                  <a:round/>
                  <a:headEnd/>
                  <a:tailEnd/>
                </a:ln>
                <a:solidFill>
                  <a:srgbClr val="FFFFFF"/>
                </a:solidFill>
                <a:latin typeface="Arial Black"/>
              </a:rPr>
              <a:t>Section </a:t>
            </a:r>
            <a:r>
              <a:rPr lang="en-US" sz="3600" kern="10" dirty="0" smtClean="0">
                <a:ln w="9525">
                  <a:solidFill>
                    <a:srgbClr val="000000"/>
                  </a:solidFill>
                  <a:round/>
                  <a:headEnd/>
                  <a:tailEnd/>
                </a:ln>
                <a:solidFill>
                  <a:srgbClr val="FFFFFF"/>
                </a:solidFill>
                <a:latin typeface="Arial Black"/>
              </a:rPr>
              <a:t>5.5</a:t>
            </a:r>
            <a:endParaRPr lang="en-US" sz="3600" kern="10" dirty="0">
              <a:ln w="9525">
                <a:solidFill>
                  <a:srgbClr val="000000"/>
                </a:solidFill>
                <a:round/>
                <a:headEnd/>
                <a:tailEnd/>
              </a:ln>
              <a:solidFill>
                <a:srgbClr val="FFFFFF"/>
              </a:solidFill>
              <a:latin typeface="Arial Black"/>
            </a:endParaRPr>
          </a:p>
        </p:txBody>
      </p:sp>
      <p:sp>
        <p:nvSpPr>
          <p:cNvPr id="33796" name="WordArt 2"/>
          <p:cNvSpPr>
            <a:spLocks noChangeArrowheads="1" noChangeShapeType="1" noTextEdit="1"/>
          </p:cNvSpPr>
          <p:nvPr/>
        </p:nvSpPr>
        <p:spPr bwMode="auto">
          <a:xfrm>
            <a:off x="304800" y="3810000"/>
            <a:ext cx="8534400" cy="2438400"/>
          </a:xfrm>
          <a:prstGeom prst="rect">
            <a:avLst/>
          </a:prstGeom>
        </p:spPr>
        <p:txBody>
          <a:bodyPr wrap="none" fromWordArt="1">
            <a:prstTxWarp prst="textSlantUp">
              <a:avLst>
                <a:gd name="adj" fmla="val 32056"/>
              </a:avLst>
            </a:prstTxWarp>
          </a:bodyPr>
          <a:lstStyle/>
          <a:p>
            <a:pPr algn="ctr"/>
            <a:r>
              <a:rPr lang="en-US" sz="3600" kern="1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Selection</a:t>
            </a:r>
          </a:p>
        </p:txBody>
      </p:sp>
      <p:pic>
        <p:nvPicPr>
          <p:cNvPr id="33797" name="Picture 5" descr="C:\Documents and Settings\JohnSchram\Local Settings\Temporary Internet Files\Content.IE5\92CYL8BY\MCj04421580000[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2400" y="1905000"/>
            <a:ext cx="1371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8" name="Picture 6" descr="C:\Documents and Settings\JohnSchram\Local Settings\Temporary Internet Files\Content.IE5\URQ75OAI\MCj04421570000[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905000"/>
            <a:ext cx="1371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0" y="0"/>
            <a:ext cx="9144000" cy="1595438"/>
          </a:xfrm>
        </p:spPr>
        <p:txBody>
          <a:bodyPr/>
          <a:lstStyle/>
          <a:p>
            <a:r>
              <a:rPr lang="en-US" sz="5400" smtClean="0">
                <a:latin typeface="Arial Black" pitchFamily="34" charset="0"/>
              </a:rPr>
              <a:t>Two-Way Selection</a:t>
            </a:r>
            <a:br>
              <a:rPr lang="en-US" sz="5400" smtClean="0">
                <a:latin typeface="Arial Black" pitchFamily="34" charset="0"/>
              </a:rPr>
            </a:br>
            <a:r>
              <a:rPr lang="en-US" sz="4800" b="1" smtClean="0"/>
              <a:t>Real Life Example</a:t>
            </a:r>
          </a:p>
        </p:txBody>
      </p:sp>
      <p:pic>
        <p:nvPicPr>
          <p:cNvPr id="34819" name="Picture 4"/>
          <p:cNvPicPr>
            <a:picLocks noChangeAspect="1" noChangeArrowheads="1"/>
          </p:cNvPicPr>
          <p:nvPr/>
        </p:nvPicPr>
        <p:blipFill>
          <a:blip r:embed="rId2">
            <a:extLst>
              <a:ext uri="{28A0092B-C50C-407E-A947-70E740481C1C}">
                <a14:useLocalDpi xmlns:a14="http://schemas.microsoft.com/office/drawing/2010/main" val="0"/>
              </a:ext>
            </a:extLst>
          </a:blip>
          <a:srcRect l="38919" t="31259" r="15370" b="26419"/>
          <a:stretch>
            <a:fillRect/>
          </a:stretch>
        </p:blipFill>
        <p:spPr bwMode="auto">
          <a:xfrm>
            <a:off x="0" y="1600200"/>
            <a:ext cx="91440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0" name="Text Box 3"/>
          <p:cNvSpPr txBox="1">
            <a:spLocks noChangeArrowheads="1"/>
          </p:cNvSpPr>
          <p:nvPr/>
        </p:nvSpPr>
        <p:spPr bwMode="auto">
          <a:xfrm>
            <a:off x="0" y="6396038"/>
            <a:ext cx="9144000" cy="461962"/>
          </a:xfrm>
          <a:prstGeom prst="rect">
            <a:avLst/>
          </a:prstGeom>
          <a:solidFill>
            <a:srgbClr val="00FFCC"/>
          </a:solidFill>
          <a:ln w="57150">
            <a:solidFill>
              <a:schemeClr val="tx1"/>
            </a:solidFill>
            <a:miter lim="800000"/>
            <a:headEnd/>
            <a:tailEnd/>
          </a:ln>
        </p:spPr>
        <p:txBody>
          <a:bodyPr>
            <a:spAutoFit/>
          </a:bodyPr>
          <a:lstStyle>
            <a:lvl1pPr eaLnBrk="0" hangingPunct="0">
              <a:tabLst>
                <a:tab pos="457200" algn="l"/>
                <a:tab pos="914400" algn="l"/>
                <a:tab pos="1371600" algn="l"/>
                <a:tab pos="1828800" algn="l"/>
                <a:tab pos="2286000" algn="l"/>
              </a:tabLst>
              <a:defRPr sz="1900" b="1">
                <a:solidFill>
                  <a:schemeClr val="tx1"/>
                </a:solidFill>
                <a:latin typeface="Arial Black" pitchFamily="34" charset="0"/>
              </a:defRPr>
            </a:lvl1pPr>
            <a:lvl2pPr marL="742950" indent="-285750" eaLnBrk="0" hangingPunct="0">
              <a:tabLst>
                <a:tab pos="457200" algn="l"/>
                <a:tab pos="914400" algn="l"/>
                <a:tab pos="1371600" algn="l"/>
                <a:tab pos="1828800" algn="l"/>
                <a:tab pos="2286000" algn="l"/>
              </a:tabLst>
              <a:defRPr sz="1900" b="1">
                <a:solidFill>
                  <a:schemeClr val="tx1"/>
                </a:solidFill>
                <a:latin typeface="Arial Black" pitchFamily="34" charset="0"/>
              </a:defRPr>
            </a:lvl2pPr>
            <a:lvl3pPr marL="1143000" indent="-228600" eaLnBrk="0" hangingPunct="0">
              <a:tabLst>
                <a:tab pos="457200" algn="l"/>
                <a:tab pos="914400" algn="l"/>
                <a:tab pos="1371600" algn="l"/>
                <a:tab pos="1828800" algn="l"/>
                <a:tab pos="2286000" algn="l"/>
              </a:tabLst>
              <a:defRPr sz="1900" b="1">
                <a:solidFill>
                  <a:schemeClr val="tx1"/>
                </a:solidFill>
                <a:latin typeface="Arial Black" pitchFamily="34" charset="0"/>
              </a:defRPr>
            </a:lvl3pPr>
            <a:lvl4pPr marL="1600200" indent="-228600" eaLnBrk="0" hangingPunct="0">
              <a:tabLst>
                <a:tab pos="457200" algn="l"/>
                <a:tab pos="914400" algn="l"/>
                <a:tab pos="1371600" algn="l"/>
                <a:tab pos="1828800" algn="l"/>
                <a:tab pos="2286000" algn="l"/>
              </a:tabLst>
              <a:defRPr sz="1900" b="1">
                <a:solidFill>
                  <a:schemeClr val="tx1"/>
                </a:solidFill>
                <a:latin typeface="Arial Black" pitchFamily="34" charset="0"/>
              </a:defRPr>
            </a:lvl4pPr>
            <a:lvl5pPr marL="2057400" indent="-228600" eaLnBrk="0" hangingPunct="0">
              <a:tabLst>
                <a:tab pos="457200" algn="l"/>
                <a:tab pos="914400" algn="l"/>
                <a:tab pos="1371600" algn="l"/>
                <a:tab pos="1828800" algn="l"/>
                <a:tab pos="2286000"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457200" algn="l"/>
                <a:tab pos="914400" algn="l"/>
                <a:tab pos="1371600" algn="l"/>
                <a:tab pos="1828800" algn="l"/>
                <a:tab pos="2286000"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457200" algn="l"/>
                <a:tab pos="914400" algn="l"/>
                <a:tab pos="1371600" algn="l"/>
                <a:tab pos="1828800" algn="l"/>
                <a:tab pos="2286000"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457200" algn="l"/>
                <a:tab pos="914400" algn="l"/>
                <a:tab pos="1371600" algn="l"/>
                <a:tab pos="1828800" algn="l"/>
                <a:tab pos="2286000"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457200" algn="l"/>
                <a:tab pos="914400" algn="l"/>
                <a:tab pos="1371600" algn="l"/>
                <a:tab pos="1828800" algn="l"/>
                <a:tab pos="2286000" algn="l"/>
              </a:tabLst>
              <a:defRPr sz="1900" b="1">
                <a:solidFill>
                  <a:schemeClr val="tx1"/>
                </a:solidFill>
                <a:latin typeface="Arial Black" pitchFamily="34" charset="0"/>
              </a:defRPr>
            </a:lvl9pPr>
          </a:lstStyle>
          <a:p>
            <a:pPr algn="ctr" eaLnBrk="1" hangingPunct="1"/>
            <a:r>
              <a:rPr lang="en-US" sz="2400">
                <a:latin typeface="Arial" charset="0"/>
                <a:sym typeface="Symbol" pitchFamily="18" charset="2"/>
              </a:rPr>
              <a:t>Interstate 35 splits into I35W and I35E just North of Hillsboro.</a:t>
            </a:r>
          </a:p>
        </p:txBody>
      </p:sp>
      <p:sp>
        <p:nvSpPr>
          <p:cNvPr id="34821" name="Text Box 3"/>
          <p:cNvSpPr txBox="1">
            <a:spLocks noChangeArrowheads="1"/>
          </p:cNvSpPr>
          <p:nvPr/>
        </p:nvSpPr>
        <p:spPr bwMode="auto">
          <a:xfrm>
            <a:off x="685800" y="3584575"/>
            <a:ext cx="2438400" cy="831850"/>
          </a:xfrm>
          <a:prstGeom prst="rect">
            <a:avLst/>
          </a:prstGeom>
          <a:solidFill>
            <a:srgbClr val="00FFCC"/>
          </a:solidFill>
          <a:ln w="57150">
            <a:solidFill>
              <a:schemeClr val="tx1"/>
            </a:solidFill>
            <a:miter lim="800000"/>
            <a:headEnd/>
            <a:tailEnd/>
          </a:ln>
        </p:spPr>
        <p:txBody>
          <a:bodyPr>
            <a:spAutoFit/>
          </a:bodyPr>
          <a:lstStyle>
            <a:lvl1pPr eaLnBrk="0" hangingPunct="0">
              <a:tabLst>
                <a:tab pos="457200" algn="l"/>
                <a:tab pos="914400" algn="l"/>
                <a:tab pos="1371600" algn="l"/>
                <a:tab pos="1828800" algn="l"/>
                <a:tab pos="2286000" algn="l"/>
              </a:tabLst>
              <a:defRPr sz="1900" b="1">
                <a:solidFill>
                  <a:schemeClr val="tx1"/>
                </a:solidFill>
                <a:latin typeface="Arial Black" pitchFamily="34" charset="0"/>
              </a:defRPr>
            </a:lvl1pPr>
            <a:lvl2pPr marL="742950" indent="-285750" eaLnBrk="0" hangingPunct="0">
              <a:tabLst>
                <a:tab pos="457200" algn="l"/>
                <a:tab pos="914400" algn="l"/>
                <a:tab pos="1371600" algn="l"/>
                <a:tab pos="1828800" algn="l"/>
                <a:tab pos="2286000" algn="l"/>
              </a:tabLst>
              <a:defRPr sz="1900" b="1">
                <a:solidFill>
                  <a:schemeClr val="tx1"/>
                </a:solidFill>
                <a:latin typeface="Arial Black" pitchFamily="34" charset="0"/>
              </a:defRPr>
            </a:lvl2pPr>
            <a:lvl3pPr marL="1143000" indent="-228600" eaLnBrk="0" hangingPunct="0">
              <a:tabLst>
                <a:tab pos="457200" algn="l"/>
                <a:tab pos="914400" algn="l"/>
                <a:tab pos="1371600" algn="l"/>
                <a:tab pos="1828800" algn="l"/>
                <a:tab pos="2286000" algn="l"/>
              </a:tabLst>
              <a:defRPr sz="1900" b="1">
                <a:solidFill>
                  <a:schemeClr val="tx1"/>
                </a:solidFill>
                <a:latin typeface="Arial Black" pitchFamily="34" charset="0"/>
              </a:defRPr>
            </a:lvl3pPr>
            <a:lvl4pPr marL="1600200" indent="-228600" eaLnBrk="0" hangingPunct="0">
              <a:tabLst>
                <a:tab pos="457200" algn="l"/>
                <a:tab pos="914400" algn="l"/>
                <a:tab pos="1371600" algn="l"/>
                <a:tab pos="1828800" algn="l"/>
                <a:tab pos="2286000" algn="l"/>
              </a:tabLst>
              <a:defRPr sz="1900" b="1">
                <a:solidFill>
                  <a:schemeClr val="tx1"/>
                </a:solidFill>
                <a:latin typeface="Arial Black" pitchFamily="34" charset="0"/>
              </a:defRPr>
            </a:lvl4pPr>
            <a:lvl5pPr marL="2057400" indent="-228600" eaLnBrk="0" hangingPunct="0">
              <a:tabLst>
                <a:tab pos="457200" algn="l"/>
                <a:tab pos="914400" algn="l"/>
                <a:tab pos="1371600" algn="l"/>
                <a:tab pos="1828800" algn="l"/>
                <a:tab pos="2286000"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457200" algn="l"/>
                <a:tab pos="914400" algn="l"/>
                <a:tab pos="1371600" algn="l"/>
                <a:tab pos="1828800" algn="l"/>
                <a:tab pos="2286000"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457200" algn="l"/>
                <a:tab pos="914400" algn="l"/>
                <a:tab pos="1371600" algn="l"/>
                <a:tab pos="1828800" algn="l"/>
                <a:tab pos="2286000"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457200" algn="l"/>
                <a:tab pos="914400" algn="l"/>
                <a:tab pos="1371600" algn="l"/>
                <a:tab pos="1828800" algn="l"/>
                <a:tab pos="2286000"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457200" algn="l"/>
                <a:tab pos="914400" algn="l"/>
                <a:tab pos="1371600" algn="l"/>
                <a:tab pos="1828800" algn="l"/>
                <a:tab pos="2286000" algn="l"/>
              </a:tabLst>
              <a:defRPr sz="1900" b="1">
                <a:solidFill>
                  <a:schemeClr val="tx1"/>
                </a:solidFill>
                <a:latin typeface="Arial Black" pitchFamily="34" charset="0"/>
              </a:defRPr>
            </a:lvl9pPr>
          </a:lstStyle>
          <a:p>
            <a:pPr eaLnBrk="1" hangingPunct="1"/>
            <a:r>
              <a:rPr lang="en-US" sz="2400">
                <a:latin typeface="Arial" charset="0"/>
                <a:sym typeface="Symbol" pitchFamily="18" charset="2"/>
              </a:rPr>
              <a:t>I35W takes you to Fort Worth.</a:t>
            </a:r>
          </a:p>
        </p:txBody>
      </p:sp>
      <p:sp>
        <p:nvSpPr>
          <p:cNvPr id="34822" name="Text Box 3"/>
          <p:cNvSpPr txBox="1">
            <a:spLocks noChangeArrowheads="1"/>
          </p:cNvSpPr>
          <p:nvPr/>
        </p:nvSpPr>
        <p:spPr bwMode="auto">
          <a:xfrm>
            <a:off x="6172200" y="3584575"/>
            <a:ext cx="2362200" cy="831850"/>
          </a:xfrm>
          <a:prstGeom prst="rect">
            <a:avLst/>
          </a:prstGeom>
          <a:solidFill>
            <a:srgbClr val="00FFCC"/>
          </a:solidFill>
          <a:ln w="57150">
            <a:solidFill>
              <a:schemeClr val="tx1"/>
            </a:solidFill>
            <a:miter lim="800000"/>
            <a:headEnd/>
            <a:tailEnd/>
          </a:ln>
        </p:spPr>
        <p:txBody>
          <a:bodyPr>
            <a:spAutoFit/>
          </a:bodyPr>
          <a:lstStyle>
            <a:lvl1pPr eaLnBrk="0" hangingPunct="0">
              <a:tabLst>
                <a:tab pos="457200" algn="l"/>
                <a:tab pos="914400" algn="l"/>
                <a:tab pos="1371600" algn="l"/>
                <a:tab pos="1828800" algn="l"/>
                <a:tab pos="2286000" algn="l"/>
              </a:tabLst>
              <a:defRPr sz="1900" b="1">
                <a:solidFill>
                  <a:schemeClr val="tx1"/>
                </a:solidFill>
                <a:latin typeface="Arial Black" pitchFamily="34" charset="0"/>
              </a:defRPr>
            </a:lvl1pPr>
            <a:lvl2pPr marL="742950" indent="-285750" eaLnBrk="0" hangingPunct="0">
              <a:tabLst>
                <a:tab pos="457200" algn="l"/>
                <a:tab pos="914400" algn="l"/>
                <a:tab pos="1371600" algn="l"/>
                <a:tab pos="1828800" algn="l"/>
                <a:tab pos="2286000" algn="l"/>
              </a:tabLst>
              <a:defRPr sz="1900" b="1">
                <a:solidFill>
                  <a:schemeClr val="tx1"/>
                </a:solidFill>
                <a:latin typeface="Arial Black" pitchFamily="34" charset="0"/>
              </a:defRPr>
            </a:lvl2pPr>
            <a:lvl3pPr marL="1143000" indent="-228600" eaLnBrk="0" hangingPunct="0">
              <a:tabLst>
                <a:tab pos="457200" algn="l"/>
                <a:tab pos="914400" algn="l"/>
                <a:tab pos="1371600" algn="l"/>
                <a:tab pos="1828800" algn="l"/>
                <a:tab pos="2286000" algn="l"/>
              </a:tabLst>
              <a:defRPr sz="1900" b="1">
                <a:solidFill>
                  <a:schemeClr val="tx1"/>
                </a:solidFill>
                <a:latin typeface="Arial Black" pitchFamily="34" charset="0"/>
              </a:defRPr>
            </a:lvl3pPr>
            <a:lvl4pPr marL="1600200" indent="-228600" eaLnBrk="0" hangingPunct="0">
              <a:tabLst>
                <a:tab pos="457200" algn="l"/>
                <a:tab pos="914400" algn="l"/>
                <a:tab pos="1371600" algn="l"/>
                <a:tab pos="1828800" algn="l"/>
                <a:tab pos="2286000" algn="l"/>
              </a:tabLst>
              <a:defRPr sz="1900" b="1">
                <a:solidFill>
                  <a:schemeClr val="tx1"/>
                </a:solidFill>
                <a:latin typeface="Arial Black" pitchFamily="34" charset="0"/>
              </a:defRPr>
            </a:lvl4pPr>
            <a:lvl5pPr marL="2057400" indent="-228600" eaLnBrk="0" hangingPunct="0">
              <a:tabLst>
                <a:tab pos="457200" algn="l"/>
                <a:tab pos="914400" algn="l"/>
                <a:tab pos="1371600" algn="l"/>
                <a:tab pos="1828800" algn="l"/>
                <a:tab pos="2286000"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457200" algn="l"/>
                <a:tab pos="914400" algn="l"/>
                <a:tab pos="1371600" algn="l"/>
                <a:tab pos="1828800" algn="l"/>
                <a:tab pos="2286000"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457200" algn="l"/>
                <a:tab pos="914400" algn="l"/>
                <a:tab pos="1371600" algn="l"/>
                <a:tab pos="1828800" algn="l"/>
                <a:tab pos="2286000"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457200" algn="l"/>
                <a:tab pos="914400" algn="l"/>
                <a:tab pos="1371600" algn="l"/>
                <a:tab pos="1828800" algn="l"/>
                <a:tab pos="2286000"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457200" algn="l"/>
                <a:tab pos="914400" algn="l"/>
                <a:tab pos="1371600" algn="l"/>
                <a:tab pos="1828800" algn="l"/>
                <a:tab pos="2286000" algn="l"/>
              </a:tabLst>
              <a:defRPr sz="1900" b="1">
                <a:solidFill>
                  <a:schemeClr val="tx1"/>
                </a:solidFill>
                <a:latin typeface="Arial Black" pitchFamily="34" charset="0"/>
              </a:defRPr>
            </a:lvl9pPr>
          </a:lstStyle>
          <a:p>
            <a:pPr eaLnBrk="1" hangingPunct="1"/>
            <a:r>
              <a:rPr lang="en-US" sz="2400">
                <a:latin typeface="Arial" charset="0"/>
                <a:sym typeface="Symbol" pitchFamily="18" charset="2"/>
              </a:rPr>
              <a:t>I35E takes you to Dallas.</a:t>
            </a:r>
            <a:endParaRPr lang="en-US" sz="2400">
              <a:latin typeface="Times New Roman" pitchFamily="18" charset="0"/>
              <a:sym typeface="Symbol" pitchFamily="18" charset="2"/>
            </a:endParaRPr>
          </a:p>
        </p:txBody>
      </p:sp>
    </p:spTree>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2"/>
          <p:cNvSpPr txBox="1">
            <a:spLocks noChangeArrowheads="1"/>
          </p:cNvSpPr>
          <p:nvPr/>
        </p:nvSpPr>
        <p:spPr bwMode="auto">
          <a:xfrm>
            <a:off x="0" y="0"/>
            <a:ext cx="9144000" cy="6858000"/>
          </a:xfrm>
          <a:prstGeom prst="rect">
            <a:avLst/>
          </a:prstGeom>
          <a:solidFill>
            <a:srgbClr val="FFFF99"/>
          </a:solidFill>
          <a:ln w="57150">
            <a:solidFill>
              <a:schemeClr val="tx1"/>
            </a:solidFill>
            <a:miter lim="800000"/>
            <a:headEnd/>
            <a:tailEnd/>
          </a:ln>
        </p:spPr>
        <p:txBody>
          <a:bodyPr>
            <a:spAutoFit/>
          </a:bodyPr>
          <a:lstStyle>
            <a:lvl1pPr eaLnBrk="0" hangingPunct="0">
              <a:tabLst>
                <a:tab pos="463550" algn="l"/>
                <a:tab pos="914400" algn="l"/>
                <a:tab pos="1377950" algn="l"/>
                <a:tab pos="1828800" algn="l"/>
                <a:tab pos="2292350" algn="l"/>
                <a:tab pos="2743200" algn="l"/>
                <a:tab pos="3717925" algn="l"/>
                <a:tab pos="6065838" algn="l"/>
              </a:tabLst>
              <a:defRPr sz="1900" b="1">
                <a:solidFill>
                  <a:schemeClr val="tx1"/>
                </a:solidFill>
                <a:latin typeface="Arial Black" pitchFamily="34" charset="0"/>
              </a:defRPr>
            </a:lvl1pPr>
            <a:lvl2pPr marL="742950" indent="-285750" eaLnBrk="0" hangingPunct="0">
              <a:tabLst>
                <a:tab pos="463550" algn="l"/>
                <a:tab pos="914400" algn="l"/>
                <a:tab pos="1377950" algn="l"/>
                <a:tab pos="1828800" algn="l"/>
                <a:tab pos="2292350" algn="l"/>
                <a:tab pos="2743200" algn="l"/>
                <a:tab pos="3717925" algn="l"/>
                <a:tab pos="6065838" algn="l"/>
              </a:tabLst>
              <a:defRPr sz="1900" b="1">
                <a:solidFill>
                  <a:schemeClr val="tx1"/>
                </a:solidFill>
                <a:latin typeface="Arial Black" pitchFamily="34" charset="0"/>
              </a:defRPr>
            </a:lvl2pPr>
            <a:lvl3pPr marL="1143000" indent="-228600" eaLnBrk="0" hangingPunct="0">
              <a:tabLst>
                <a:tab pos="463550" algn="l"/>
                <a:tab pos="914400" algn="l"/>
                <a:tab pos="1377950" algn="l"/>
                <a:tab pos="1828800" algn="l"/>
                <a:tab pos="2292350" algn="l"/>
                <a:tab pos="2743200" algn="l"/>
                <a:tab pos="3717925" algn="l"/>
                <a:tab pos="6065838" algn="l"/>
              </a:tabLst>
              <a:defRPr sz="1900" b="1">
                <a:solidFill>
                  <a:schemeClr val="tx1"/>
                </a:solidFill>
                <a:latin typeface="Arial Black" pitchFamily="34" charset="0"/>
              </a:defRPr>
            </a:lvl3pPr>
            <a:lvl4pPr marL="1600200" indent="-228600" eaLnBrk="0" hangingPunct="0">
              <a:tabLst>
                <a:tab pos="463550" algn="l"/>
                <a:tab pos="914400" algn="l"/>
                <a:tab pos="1377950" algn="l"/>
                <a:tab pos="1828800" algn="l"/>
                <a:tab pos="2292350" algn="l"/>
                <a:tab pos="2743200" algn="l"/>
                <a:tab pos="3717925" algn="l"/>
                <a:tab pos="6065838" algn="l"/>
              </a:tabLst>
              <a:defRPr sz="1900" b="1">
                <a:solidFill>
                  <a:schemeClr val="tx1"/>
                </a:solidFill>
                <a:latin typeface="Arial Black" pitchFamily="34" charset="0"/>
              </a:defRPr>
            </a:lvl4pPr>
            <a:lvl5pPr marL="2057400" indent="-228600" eaLnBrk="0" hangingPunct="0">
              <a:tabLst>
                <a:tab pos="463550" algn="l"/>
                <a:tab pos="914400" algn="l"/>
                <a:tab pos="1377950" algn="l"/>
                <a:tab pos="1828800" algn="l"/>
                <a:tab pos="2292350" algn="l"/>
                <a:tab pos="2743200" algn="l"/>
                <a:tab pos="3717925" algn="l"/>
                <a:tab pos="6065838"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463550" algn="l"/>
                <a:tab pos="914400" algn="l"/>
                <a:tab pos="1377950" algn="l"/>
                <a:tab pos="1828800" algn="l"/>
                <a:tab pos="2292350" algn="l"/>
                <a:tab pos="2743200" algn="l"/>
                <a:tab pos="3717925" algn="l"/>
                <a:tab pos="6065838"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463550" algn="l"/>
                <a:tab pos="914400" algn="l"/>
                <a:tab pos="1377950" algn="l"/>
                <a:tab pos="1828800" algn="l"/>
                <a:tab pos="2292350" algn="l"/>
                <a:tab pos="2743200" algn="l"/>
                <a:tab pos="3717925" algn="l"/>
                <a:tab pos="6065838"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463550" algn="l"/>
                <a:tab pos="914400" algn="l"/>
                <a:tab pos="1377950" algn="l"/>
                <a:tab pos="1828800" algn="l"/>
                <a:tab pos="2292350" algn="l"/>
                <a:tab pos="2743200" algn="l"/>
                <a:tab pos="3717925" algn="l"/>
                <a:tab pos="6065838"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463550" algn="l"/>
                <a:tab pos="914400" algn="l"/>
                <a:tab pos="1377950" algn="l"/>
                <a:tab pos="1828800" algn="l"/>
                <a:tab pos="2292350" algn="l"/>
                <a:tab pos="2743200" algn="l"/>
                <a:tab pos="3717925" algn="l"/>
                <a:tab pos="6065838" algn="l"/>
              </a:tabLst>
              <a:defRPr sz="1900" b="1">
                <a:solidFill>
                  <a:schemeClr val="tx1"/>
                </a:solidFill>
                <a:latin typeface="Arial Black" pitchFamily="34" charset="0"/>
              </a:defRPr>
            </a:lvl9pPr>
          </a:lstStyle>
          <a:p>
            <a:r>
              <a:rPr lang="en-US" sz="2000" dirty="0">
                <a:latin typeface="Times New Roman" panose="02020603050405020304" pitchFamily="18" charset="0"/>
                <a:cs typeface="Times New Roman" panose="02020603050405020304" pitchFamily="18" charset="0"/>
              </a:rPr>
              <a:t>// Java0503.java</a:t>
            </a:r>
          </a:p>
          <a:p>
            <a:r>
              <a:rPr lang="en-US" sz="2000" dirty="0">
                <a:latin typeface="Times New Roman" panose="02020603050405020304" pitchFamily="18" charset="0"/>
                <a:cs typeface="Times New Roman" panose="02020603050405020304" pitchFamily="18" charset="0"/>
              </a:rPr>
              <a:t>// This program demonstrates two-way selection with &lt;</a:t>
            </a:r>
            <a:r>
              <a:rPr lang="en-US" sz="2000" dirty="0" err="1">
                <a:latin typeface="Times New Roman" panose="02020603050405020304" pitchFamily="18" charset="0"/>
                <a:cs typeface="Times New Roman" panose="02020603050405020304" pitchFamily="18" charset="0"/>
              </a:rPr>
              <a:t>if..else</a:t>
            </a:r>
            <a:r>
              <a:rPr lang="en-US" sz="2000" dirty="0">
                <a:latin typeface="Times New Roman" panose="02020603050405020304" pitchFamily="18" charset="0"/>
                <a:cs typeface="Times New Roman" panose="02020603050405020304" pitchFamily="18" charset="0"/>
              </a:rPr>
              <a:t>&gt;.</a:t>
            </a:r>
          </a:p>
          <a:p>
            <a:r>
              <a:rPr lang="en-US" sz="16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import </a:t>
            </a:r>
            <a:r>
              <a:rPr lang="en-US" sz="2000" dirty="0" err="1">
                <a:latin typeface="Times New Roman" panose="02020603050405020304" pitchFamily="18" charset="0"/>
                <a:cs typeface="Times New Roman" panose="02020603050405020304" pitchFamily="18" charset="0"/>
              </a:rPr>
              <a:t>java.util.Scanner</a:t>
            </a:r>
            <a:r>
              <a:rPr lang="en-US" sz="2000" dirty="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public class Java0503</a:t>
            </a:r>
          </a:p>
          <a:p>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	public static void main (String </a:t>
            </a:r>
            <a:r>
              <a:rPr lang="en-US" sz="2000" dirty="0" err="1">
                <a:latin typeface="Times New Roman" panose="02020603050405020304" pitchFamily="18" charset="0"/>
                <a:cs typeface="Times New Roman" panose="02020603050405020304" pitchFamily="18" charset="0"/>
              </a:rPr>
              <a:t>args</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System.out.println</a:t>
            </a:r>
            <a:r>
              <a:rPr lang="en-US" sz="2000" dirty="0">
                <a:latin typeface="Times New Roman" panose="02020603050405020304" pitchFamily="18" charset="0"/>
                <a:cs typeface="Times New Roman" panose="02020603050405020304" pitchFamily="18" charset="0"/>
              </a:rPr>
              <a:t>("\nJAVA0503.JAVA\n");</a:t>
            </a:r>
          </a:p>
          <a:p>
            <a:r>
              <a:rPr lang="en-US" sz="2000" dirty="0">
                <a:latin typeface="Times New Roman" panose="02020603050405020304" pitchFamily="18" charset="0"/>
                <a:cs typeface="Times New Roman" panose="02020603050405020304" pitchFamily="18" charset="0"/>
              </a:rPr>
              <a:t>      		Scanner input = new Scanner(System.in);</a:t>
            </a:r>
          </a:p>
          <a:p>
            <a:r>
              <a:rPr lang="en-US" sz="16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System.out.print</a:t>
            </a:r>
            <a:r>
              <a:rPr lang="en-US" sz="2000" dirty="0">
                <a:latin typeface="Times New Roman" panose="02020603050405020304" pitchFamily="18" charset="0"/>
                <a:cs typeface="Times New Roman" panose="02020603050405020304" pitchFamily="18" charset="0"/>
              </a:rPr>
              <a:t>("Enter your SAT score.  --&gt;  ");</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int</a:t>
            </a:r>
            <a:r>
              <a:rPr lang="en-US" sz="2000" dirty="0">
                <a:latin typeface="Times New Roman" panose="02020603050405020304" pitchFamily="18" charset="0"/>
                <a:cs typeface="Times New Roman" panose="02020603050405020304" pitchFamily="18" charset="0"/>
              </a:rPr>
              <a:t> sat = </a:t>
            </a:r>
            <a:r>
              <a:rPr lang="en-US" sz="2000" dirty="0" err="1">
                <a:latin typeface="Times New Roman" panose="02020603050405020304" pitchFamily="18" charset="0"/>
                <a:cs typeface="Times New Roman" panose="02020603050405020304" pitchFamily="18" charset="0"/>
              </a:rPr>
              <a:t>input.nextInt</a:t>
            </a: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System.out.println</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           </a:t>
            </a:r>
          </a:p>
          <a:p>
            <a:r>
              <a:rPr lang="en-US" sz="2400" b="0" dirty="0">
                <a:cs typeface="Times New Roman" panose="02020603050405020304" pitchFamily="18" charset="0"/>
              </a:rPr>
              <a:t>		if (sat &gt;= 1100)</a:t>
            </a:r>
          </a:p>
          <a:p>
            <a:r>
              <a:rPr lang="en-US" sz="2400" b="0" dirty="0">
                <a:cs typeface="Times New Roman" panose="02020603050405020304" pitchFamily="18" charset="0"/>
              </a:rPr>
              <a:t>			</a:t>
            </a:r>
            <a:r>
              <a:rPr lang="en-US" sz="2400" b="0" dirty="0" err="1">
                <a:cs typeface="Times New Roman" panose="02020603050405020304" pitchFamily="18" charset="0"/>
              </a:rPr>
              <a:t>System.out.println</a:t>
            </a:r>
            <a:r>
              <a:rPr lang="en-US" sz="2400" b="0" dirty="0">
                <a:cs typeface="Times New Roman" panose="02020603050405020304" pitchFamily="18" charset="0"/>
              </a:rPr>
              <a:t>("You are admitted");</a:t>
            </a:r>
          </a:p>
          <a:p>
            <a:r>
              <a:rPr lang="en-US" sz="2400" b="0" dirty="0">
                <a:cs typeface="Times New Roman" panose="02020603050405020304" pitchFamily="18" charset="0"/>
              </a:rPr>
              <a:t>		else</a:t>
            </a:r>
          </a:p>
          <a:p>
            <a:r>
              <a:rPr lang="en-US" sz="2400" b="0" dirty="0">
                <a:cs typeface="Times New Roman" panose="02020603050405020304" pitchFamily="18" charset="0"/>
              </a:rPr>
              <a:t>			</a:t>
            </a:r>
            <a:r>
              <a:rPr lang="en-US" sz="2400" b="0" dirty="0" err="1">
                <a:cs typeface="Times New Roman" panose="02020603050405020304" pitchFamily="18" charset="0"/>
              </a:rPr>
              <a:t>System.out.println</a:t>
            </a:r>
            <a:r>
              <a:rPr lang="en-US" sz="2400" b="0" dirty="0">
                <a:cs typeface="Times New Roman" panose="02020603050405020304" pitchFamily="18" charset="0"/>
              </a:rPr>
              <a:t>("You are not admitted");</a:t>
            </a:r>
          </a:p>
          <a:p>
            <a:pPr>
              <a:lnSpc>
                <a:spcPct val="90000"/>
              </a:lnSpc>
            </a:pPr>
            <a:r>
              <a:rPr lang="en-US" sz="2000" dirty="0">
                <a:latin typeface="Times New Roman" panose="02020603050405020304" pitchFamily="18" charset="0"/>
                <a:cs typeface="Times New Roman" panose="02020603050405020304" pitchFamily="18" charset="0"/>
              </a:rPr>
              <a:t>	}</a:t>
            </a:r>
          </a:p>
          <a:p>
            <a:pPr>
              <a:lnSpc>
                <a:spcPct val="90000"/>
              </a:lnSpc>
            </a:pPr>
            <a:r>
              <a:rPr lang="en-US" sz="2000" dirty="0">
                <a:latin typeface="Times New Roman" panose="02020603050405020304" pitchFamily="18" charset="0"/>
                <a:cs typeface="Times New Roman" panose="02020603050405020304" pitchFamily="18" charset="0"/>
              </a:rPr>
              <a:t>}</a:t>
            </a:r>
          </a:p>
        </p:txBody>
      </p:sp>
      <p:sp>
        <p:nvSpPr>
          <p:cNvPr id="5" name="TextBox 4"/>
          <p:cNvSpPr txBox="1"/>
          <p:nvPr/>
        </p:nvSpPr>
        <p:spPr>
          <a:xfrm>
            <a:off x="0" y="0"/>
            <a:ext cx="4572000" cy="2031325"/>
          </a:xfrm>
          <a:prstGeom prst="rect">
            <a:avLst/>
          </a:prstGeom>
          <a:solidFill>
            <a:schemeClr val="accent6">
              <a:lumMod val="20000"/>
              <a:lumOff val="80000"/>
            </a:schemeClr>
          </a:solidFill>
          <a:ln w="57150">
            <a:solidFill>
              <a:schemeClr val="tx1"/>
            </a:solidFill>
          </a:ln>
        </p:spPr>
        <p:txBody>
          <a:bodyPr wrap="square" rtlCol="0">
            <a:spAutoFit/>
          </a:bodyPr>
          <a:lstStyle/>
          <a:p>
            <a:endParaRPr lang="en-US" sz="1800" spc="-10" dirty="0" smtClean="0">
              <a:latin typeface="Courier New" panose="02070309020205020404" pitchFamily="49" charset="0"/>
              <a:cs typeface="Courier New" panose="02070309020205020404" pitchFamily="49" charset="0"/>
            </a:endParaRPr>
          </a:p>
          <a:p>
            <a:r>
              <a:rPr lang="en-US" sz="1800" spc="-10" dirty="0">
                <a:latin typeface="Courier New" panose="02070309020205020404" pitchFamily="49" charset="0"/>
                <a:cs typeface="Courier New" panose="02070309020205020404" pitchFamily="49" charset="0"/>
              </a:rPr>
              <a:t>JAVA0503.JAVA</a:t>
            </a:r>
          </a:p>
          <a:p>
            <a:r>
              <a:rPr lang="en-US" sz="1800" spc="-10" dirty="0">
                <a:latin typeface="Courier New" panose="02070309020205020404" pitchFamily="49" charset="0"/>
                <a:cs typeface="Courier New" panose="02070309020205020404" pitchFamily="49" charset="0"/>
              </a:rPr>
              <a:t> </a:t>
            </a:r>
          </a:p>
          <a:p>
            <a:r>
              <a:rPr lang="en-US" sz="1800" spc="-10" dirty="0">
                <a:latin typeface="Courier New" panose="02070309020205020404" pitchFamily="49" charset="0"/>
                <a:cs typeface="Courier New" panose="02070309020205020404" pitchFamily="49" charset="0"/>
              </a:rPr>
              <a:t>Enter your SAT score.  --&gt;  1000</a:t>
            </a:r>
          </a:p>
          <a:p>
            <a:r>
              <a:rPr lang="en-US" sz="1800" spc="-10" dirty="0">
                <a:latin typeface="Courier New" panose="02070309020205020404" pitchFamily="49" charset="0"/>
                <a:cs typeface="Courier New" panose="02070309020205020404" pitchFamily="49" charset="0"/>
              </a:rPr>
              <a:t> </a:t>
            </a:r>
          </a:p>
          <a:p>
            <a:r>
              <a:rPr lang="en-US" sz="1800" spc="-10" dirty="0">
                <a:latin typeface="Courier New" panose="02070309020205020404" pitchFamily="49" charset="0"/>
                <a:cs typeface="Courier New" panose="02070309020205020404" pitchFamily="49" charset="0"/>
              </a:rPr>
              <a:t>You are not admitted</a:t>
            </a:r>
          </a:p>
          <a:p>
            <a:endParaRPr lang="en-US" sz="1800" spc="-10" dirty="0" smtClean="0">
              <a:latin typeface="Courier New" panose="02070309020205020404" pitchFamily="49" charset="0"/>
              <a:cs typeface="Courier New" panose="02070309020205020404" pitchFamily="49" charset="0"/>
            </a:endParaRPr>
          </a:p>
        </p:txBody>
      </p:sp>
      <p:sp>
        <p:nvSpPr>
          <p:cNvPr id="6" name="TextBox 5"/>
          <p:cNvSpPr txBox="1"/>
          <p:nvPr/>
        </p:nvSpPr>
        <p:spPr>
          <a:xfrm>
            <a:off x="4572000" y="-1"/>
            <a:ext cx="4572000" cy="2031325"/>
          </a:xfrm>
          <a:prstGeom prst="rect">
            <a:avLst/>
          </a:prstGeom>
          <a:solidFill>
            <a:schemeClr val="accent6">
              <a:lumMod val="20000"/>
              <a:lumOff val="80000"/>
            </a:schemeClr>
          </a:solidFill>
          <a:ln w="57150">
            <a:solidFill>
              <a:schemeClr val="tx1"/>
            </a:solidFill>
          </a:ln>
        </p:spPr>
        <p:txBody>
          <a:bodyPr wrap="square" rtlCol="0">
            <a:spAutoFit/>
          </a:bodyPr>
          <a:lstStyle/>
          <a:p>
            <a:endParaRPr lang="en-US" sz="1800" spc="-10" dirty="0" smtClean="0">
              <a:latin typeface="Courier New" panose="02070309020205020404" pitchFamily="49" charset="0"/>
              <a:cs typeface="Courier New" panose="02070309020205020404" pitchFamily="49" charset="0"/>
            </a:endParaRPr>
          </a:p>
          <a:p>
            <a:r>
              <a:rPr lang="en-US" sz="1800" spc="-10" dirty="0">
                <a:latin typeface="Courier New" panose="02070309020205020404" pitchFamily="49" charset="0"/>
                <a:cs typeface="Courier New" panose="02070309020205020404" pitchFamily="49" charset="0"/>
              </a:rPr>
              <a:t>JAVA0503.JAVA</a:t>
            </a:r>
          </a:p>
          <a:p>
            <a:r>
              <a:rPr lang="en-US" sz="1800" spc="-10" dirty="0">
                <a:latin typeface="Courier New" panose="02070309020205020404" pitchFamily="49" charset="0"/>
                <a:cs typeface="Courier New" panose="02070309020205020404" pitchFamily="49" charset="0"/>
              </a:rPr>
              <a:t> </a:t>
            </a:r>
          </a:p>
          <a:p>
            <a:r>
              <a:rPr lang="en-US" sz="1800" spc="-10" dirty="0">
                <a:latin typeface="Courier New" panose="02070309020205020404" pitchFamily="49" charset="0"/>
                <a:cs typeface="Courier New" panose="02070309020205020404" pitchFamily="49" charset="0"/>
              </a:rPr>
              <a:t>Enter your SAT score.  --&gt;  1200</a:t>
            </a:r>
          </a:p>
          <a:p>
            <a:r>
              <a:rPr lang="en-US" sz="1800" spc="-10" dirty="0">
                <a:latin typeface="Courier New" panose="02070309020205020404" pitchFamily="49" charset="0"/>
                <a:cs typeface="Courier New" panose="02070309020205020404" pitchFamily="49" charset="0"/>
              </a:rPr>
              <a:t> </a:t>
            </a:r>
          </a:p>
          <a:p>
            <a:r>
              <a:rPr lang="en-US" sz="1800" spc="-10" dirty="0">
                <a:latin typeface="Courier New" panose="02070309020205020404" pitchFamily="49" charset="0"/>
                <a:cs typeface="Courier New" panose="02070309020205020404" pitchFamily="49" charset="0"/>
              </a:rPr>
              <a:t>You are admitted</a:t>
            </a:r>
          </a:p>
          <a:p>
            <a:endParaRPr lang="en-US" sz="1800" spc="-10" dirty="0" smtClean="0">
              <a:latin typeface="Courier New" panose="02070309020205020404" pitchFamily="49" charset="0"/>
              <a:cs typeface="Courier New" panose="02070309020205020404" pitchFamily="49" charset="0"/>
            </a:endParaRPr>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to="" calcmode="lin" valueType="num">
                                      <p:cBhvr>
                                        <p:cTn id="7" dur="1" fill="hold"/>
                                        <p:tgtEl>
                                          <p:spTgt spid="5"/>
                                        </p:tgtEl>
                                        <p:attrNameLst>
                                          <p:attrName/>
                                        </p:attrNameLst>
                                      </p:cBhvr>
                                    </p:anim>
                                  </p:childTnLst>
                                </p:cTn>
                              </p:par>
                            </p:childTnLst>
                          </p:cTn>
                        </p:par>
                        <p:par>
                          <p:cTn id="8" fill="hold">
                            <p:stCondLst>
                              <p:cond delay="0"/>
                            </p:stCondLst>
                            <p:childTnLst>
                              <p:par>
                                <p:cTn id="9" presetID="24"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to="" calcmode="lin" valueType="num">
                                      <p:cBhvr>
                                        <p:cTn id="11" dur="1" fill="hold"/>
                                        <p:tgtEl>
                                          <p:spTgt spid="6"/>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2"/>
          <p:cNvSpPr txBox="1">
            <a:spLocks noChangeArrowheads="1"/>
          </p:cNvSpPr>
          <p:nvPr/>
        </p:nvSpPr>
        <p:spPr bwMode="auto">
          <a:xfrm>
            <a:off x="0" y="0"/>
            <a:ext cx="9144000" cy="6858000"/>
          </a:xfrm>
          <a:prstGeom prst="rect">
            <a:avLst/>
          </a:prstGeom>
          <a:solidFill>
            <a:srgbClr val="FFFF99"/>
          </a:solidFill>
          <a:ln w="57150">
            <a:solidFill>
              <a:schemeClr val="tx1"/>
            </a:solidFill>
            <a:miter lim="800000"/>
            <a:headEnd/>
            <a:tailEnd/>
          </a:ln>
        </p:spPr>
        <p:txBody>
          <a:bodyPr>
            <a:spAutoFit/>
          </a:bodyPr>
          <a:lstStyle>
            <a:lvl1pPr eaLnBrk="0" hangingPunct="0">
              <a:tabLst>
                <a:tab pos="463550" algn="l"/>
                <a:tab pos="914400" algn="l"/>
                <a:tab pos="1377950" algn="l"/>
                <a:tab pos="1828800" algn="l"/>
                <a:tab pos="2292350" algn="l"/>
                <a:tab pos="2743200" algn="l"/>
                <a:tab pos="3717925" algn="l"/>
                <a:tab pos="6065838" algn="l"/>
              </a:tabLst>
              <a:defRPr sz="1900" b="1">
                <a:solidFill>
                  <a:schemeClr val="tx1"/>
                </a:solidFill>
                <a:latin typeface="Arial Black" pitchFamily="34" charset="0"/>
              </a:defRPr>
            </a:lvl1pPr>
            <a:lvl2pPr marL="742950" indent="-285750" eaLnBrk="0" hangingPunct="0">
              <a:tabLst>
                <a:tab pos="463550" algn="l"/>
                <a:tab pos="914400" algn="l"/>
                <a:tab pos="1377950" algn="l"/>
                <a:tab pos="1828800" algn="l"/>
                <a:tab pos="2292350" algn="l"/>
                <a:tab pos="2743200" algn="l"/>
                <a:tab pos="3717925" algn="l"/>
                <a:tab pos="6065838" algn="l"/>
              </a:tabLst>
              <a:defRPr sz="1900" b="1">
                <a:solidFill>
                  <a:schemeClr val="tx1"/>
                </a:solidFill>
                <a:latin typeface="Arial Black" pitchFamily="34" charset="0"/>
              </a:defRPr>
            </a:lvl2pPr>
            <a:lvl3pPr marL="1143000" indent="-228600" eaLnBrk="0" hangingPunct="0">
              <a:tabLst>
                <a:tab pos="463550" algn="l"/>
                <a:tab pos="914400" algn="l"/>
                <a:tab pos="1377950" algn="l"/>
                <a:tab pos="1828800" algn="l"/>
                <a:tab pos="2292350" algn="l"/>
                <a:tab pos="2743200" algn="l"/>
                <a:tab pos="3717925" algn="l"/>
                <a:tab pos="6065838" algn="l"/>
              </a:tabLst>
              <a:defRPr sz="1900" b="1">
                <a:solidFill>
                  <a:schemeClr val="tx1"/>
                </a:solidFill>
                <a:latin typeface="Arial Black" pitchFamily="34" charset="0"/>
              </a:defRPr>
            </a:lvl3pPr>
            <a:lvl4pPr marL="1600200" indent="-228600" eaLnBrk="0" hangingPunct="0">
              <a:tabLst>
                <a:tab pos="463550" algn="l"/>
                <a:tab pos="914400" algn="l"/>
                <a:tab pos="1377950" algn="l"/>
                <a:tab pos="1828800" algn="l"/>
                <a:tab pos="2292350" algn="l"/>
                <a:tab pos="2743200" algn="l"/>
                <a:tab pos="3717925" algn="l"/>
                <a:tab pos="6065838" algn="l"/>
              </a:tabLst>
              <a:defRPr sz="1900" b="1">
                <a:solidFill>
                  <a:schemeClr val="tx1"/>
                </a:solidFill>
                <a:latin typeface="Arial Black" pitchFamily="34" charset="0"/>
              </a:defRPr>
            </a:lvl4pPr>
            <a:lvl5pPr marL="2057400" indent="-228600" eaLnBrk="0" hangingPunct="0">
              <a:tabLst>
                <a:tab pos="463550" algn="l"/>
                <a:tab pos="914400" algn="l"/>
                <a:tab pos="1377950" algn="l"/>
                <a:tab pos="1828800" algn="l"/>
                <a:tab pos="2292350" algn="l"/>
                <a:tab pos="2743200" algn="l"/>
                <a:tab pos="3717925" algn="l"/>
                <a:tab pos="6065838"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463550" algn="l"/>
                <a:tab pos="914400" algn="l"/>
                <a:tab pos="1377950" algn="l"/>
                <a:tab pos="1828800" algn="l"/>
                <a:tab pos="2292350" algn="l"/>
                <a:tab pos="2743200" algn="l"/>
                <a:tab pos="3717925" algn="l"/>
                <a:tab pos="6065838"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463550" algn="l"/>
                <a:tab pos="914400" algn="l"/>
                <a:tab pos="1377950" algn="l"/>
                <a:tab pos="1828800" algn="l"/>
                <a:tab pos="2292350" algn="l"/>
                <a:tab pos="2743200" algn="l"/>
                <a:tab pos="3717925" algn="l"/>
                <a:tab pos="6065838"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463550" algn="l"/>
                <a:tab pos="914400" algn="l"/>
                <a:tab pos="1377950" algn="l"/>
                <a:tab pos="1828800" algn="l"/>
                <a:tab pos="2292350" algn="l"/>
                <a:tab pos="2743200" algn="l"/>
                <a:tab pos="3717925" algn="l"/>
                <a:tab pos="6065838"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463550" algn="l"/>
                <a:tab pos="914400" algn="l"/>
                <a:tab pos="1377950" algn="l"/>
                <a:tab pos="1828800" algn="l"/>
                <a:tab pos="2292350" algn="l"/>
                <a:tab pos="2743200" algn="l"/>
                <a:tab pos="3717925" algn="l"/>
                <a:tab pos="6065838" algn="l"/>
              </a:tabLst>
              <a:defRPr sz="1900" b="1">
                <a:solidFill>
                  <a:schemeClr val="tx1"/>
                </a:solidFill>
                <a:latin typeface="Arial Black" pitchFamily="34" charset="0"/>
              </a:defRPr>
            </a:lvl9pPr>
          </a:lstStyle>
          <a:p>
            <a:pPr>
              <a:lnSpc>
                <a:spcPct val="90000"/>
              </a:lnSpc>
            </a:pPr>
            <a:r>
              <a:rPr lang="en-US" sz="1600" dirty="0">
                <a:latin typeface="Times New Roman" panose="02020603050405020304" pitchFamily="18" charset="0"/>
                <a:cs typeface="Times New Roman" panose="02020603050405020304" pitchFamily="18" charset="0"/>
              </a:rPr>
              <a:t>// Java0504.java</a:t>
            </a:r>
          </a:p>
          <a:p>
            <a:pPr>
              <a:lnSpc>
                <a:spcPct val="90000"/>
              </a:lnSpc>
            </a:pPr>
            <a:r>
              <a:rPr lang="en-US" sz="1600" dirty="0">
                <a:latin typeface="Times New Roman" panose="02020603050405020304" pitchFamily="18" charset="0"/>
                <a:cs typeface="Times New Roman" panose="02020603050405020304" pitchFamily="18" charset="0"/>
              </a:rPr>
              <a:t>// This program demonstrates two-way selection with </a:t>
            </a:r>
            <a:r>
              <a:rPr lang="en-US" sz="1600" dirty="0" smtClean="0">
                <a:latin typeface="Times New Roman" panose="02020603050405020304" pitchFamily="18" charset="0"/>
                <a:cs typeface="Times New Roman" panose="02020603050405020304" pitchFamily="18" charset="0"/>
              </a:rPr>
              <a:t>curly </a:t>
            </a:r>
            <a:r>
              <a:rPr lang="en-US" sz="1600" dirty="0">
                <a:latin typeface="Times New Roman" panose="02020603050405020304" pitchFamily="18" charset="0"/>
                <a:cs typeface="Times New Roman" panose="02020603050405020304" pitchFamily="18" charset="0"/>
              </a:rPr>
              <a:t>braces block-structure.</a:t>
            </a:r>
          </a:p>
          <a:p>
            <a:pPr>
              <a:lnSpc>
                <a:spcPct val="90000"/>
              </a:lnSpc>
            </a:pPr>
            <a:r>
              <a:rPr lang="en-US" sz="1200" dirty="0">
                <a:latin typeface="Times New Roman" panose="02020603050405020304" pitchFamily="18" charset="0"/>
                <a:cs typeface="Times New Roman" panose="02020603050405020304" pitchFamily="18" charset="0"/>
              </a:rPr>
              <a:t> </a:t>
            </a:r>
          </a:p>
          <a:p>
            <a:pPr>
              <a:lnSpc>
                <a:spcPct val="90000"/>
              </a:lnSpc>
            </a:pPr>
            <a:r>
              <a:rPr lang="en-US" sz="1600" dirty="0">
                <a:latin typeface="Times New Roman" panose="02020603050405020304" pitchFamily="18" charset="0"/>
                <a:cs typeface="Times New Roman" panose="02020603050405020304" pitchFamily="18" charset="0"/>
              </a:rPr>
              <a:t>import </a:t>
            </a:r>
            <a:r>
              <a:rPr lang="en-US" sz="1600" dirty="0" err="1">
                <a:latin typeface="Times New Roman" panose="02020603050405020304" pitchFamily="18" charset="0"/>
                <a:cs typeface="Times New Roman" panose="02020603050405020304" pitchFamily="18" charset="0"/>
              </a:rPr>
              <a:t>java.util.Scanner</a:t>
            </a:r>
            <a:r>
              <a:rPr lang="en-US" sz="1600" dirty="0">
                <a:latin typeface="Times New Roman" panose="02020603050405020304" pitchFamily="18" charset="0"/>
                <a:cs typeface="Times New Roman" panose="02020603050405020304" pitchFamily="18" charset="0"/>
              </a:rPr>
              <a:t>;</a:t>
            </a:r>
          </a:p>
          <a:p>
            <a:pPr>
              <a:lnSpc>
                <a:spcPct val="90000"/>
              </a:lnSpc>
            </a:pPr>
            <a:r>
              <a:rPr lang="en-US" sz="1200" dirty="0">
                <a:latin typeface="Times New Roman" panose="02020603050405020304" pitchFamily="18" charset="0"/>
                <a:cs typeface="Times New Roman" panose="02020603050405020304" pitchFamily="18" charset="0"/>
              </a:rPr>
              <a:t> </a:t>
            </a:r>
          </a:p>
          <a:p>
            <a:pPr>
              <a:lnSpc>
                <a:spcPct val="90000"/>
              </a:lnSpc>
            </a:pPr>
            <a:r>
              <a:rPr lang="en-US" sz="1600" dirty="0">
                <a:latin typeface="Times New Roman" panose="02020603050405020304" pitchFamily="18" charset="0"/>
                <a:cs typeface="Times New Roman" panose="02020603050405020304" pitchFamily="18" charset="0"/>
              </a:rPr>
              <a:t>public class Java0504</a:t>
            </a:r>
          </a:p>
          <a:p>
            <a:pPr>
              <a:lnSpc>
                <a:spcPct val="90000"/>
              </a:lnSpc>
            </a:pPr>
            <a:r>
              <a:rPr lang="en-US" sz="1600" dirty="0">
                <a:latin typeface="Times New Roman" panose="02020603050405020304" pitchFamily="18" charset="0"/>
                <a:cs typeface="Times New Roman" panose="02020603050405020304" pitchFamily="18" charset="0"/>
              </a:rPr>
              <a:t>{</a:t>
            </a:r>
          </a:p>
          <a:p>
            <a:pPr>
              <a:lnSpc>
                <a:spcPct val="90000"/>
              </a:lnSpc>
            </a:pPr>
            <a:r>
              <a:rPr lang="en-US" sz="1600" dirty="0">
                <a:latin typeface="Times New Roman" panose="02020603050405020304" pitchFamily="18" charset="0"/>
                <a:cs typeface="Times New Roman" panose="02020603050405020304" pitchFamily="18" charset="0"/>
              </a:rPr>
              <a:t>	public static void main (String </a:t>
            </a:r>
            <a:r>
              <a:rPr lang="en-US" sz="1600" dirty="0" err="1">
                <a:latin typeface="Times New Roman" panose="02020603050405020304" pitchFamily="18" charset="0"/>
                <a:cs typeface="Times New Roman" panose="02020603050405020304" pitchFamily="18" charset="0"/>
              </a:rPr>
              <a:t>args</a:t>
            </a:r>
            <a:r>
              <a:rPr lang="en-US" sz="1600" dirty="0">
                <a:latin typeface="Times New Roman" panose="02020603050405020304" pitchFamily="18" charset="0"/>
                <a:cs typeface="Times New Roman" panose="02020603050405020304" pitchFamily="18" charset="0"/>
              </a:rPr>
              <a:t>[])</a:t>
            </a:r>
          </a:p>
          <a:p>
            <a:pPr>
              <a:lnSpc>
                <a:spcPct val="90000"/>
              </a:lnSpc>
            </a:pPr>
            <a:r>
              <a:rPr lang="en-US" sz="1600" dirty="0">
                <a:latin typeface="Times New Roman" panose="02020603050405020304" pitchFamily="18" charset="0"/>
                <a:cs typeface="Times New Roman" panose="02020603050405020304" pitchFamily="18" charset="0"/>
              </a:rPr>
              <a:t>	{</a:t>
            </a:r>
          </a:p>
          <a:p>
            <a:pPr>
              <a:lnSpc>
                <a:spcPct val="90000"/>
              </a:lnSpc>
            </a:pP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System.out.println</a:t>
            </a:r>
            <a:r>
              <a:rPr lang="en-US" sz="1600" dirty="0">
                <a:latin typeface="Times New Roman" panose="02020603050405020304" pitchFamily="18" charset="0"/>
                <a:cs typeface="Times New Roman" panose="02020603050405020304" pitchFamily="18" charset="0"/>
              </a:rPr>
              <a:t>("\nJAVA0504.JAVA\n");</a:t>
            </a:r>
          </a:p>
          <a:p>
            <a:pPr>
              <a:lnSpc>
                <a:spcPct val="90000"/>
              </a:lnSpc>
            </a:pPr>
            <a:r>
              <a:rPr lang="en-US" sz="1600" dirty="0">
                <a:latin typeface="Times New Roman" panose="02020603050405020304" pitchFamily="18" charset="0"/>
                <a:cs typeface="Times New Roman" panose="02020603050405020304" pitchFamily="18" charset="0"/>
              </a:rPr>
              <a:t>      		Scanner input = new Scanner(System.in);</a:t>
            </a:r>
          </a:p>
          <a:p>
            <a:pPr>
              <a:lnSpc>
                <a:spcPct val="90000"/>
              </a:lnSpc>
            </a:pPr>
            <a:r>
              <a:rPr lang="en-US" sz="1200" dirty="0">
                <a:latin typeface="Times New Roman" panose="02020603050405020304" pitchFamily="18" charset="0"/>
                <a:cs typeface="Times New Roman" panose="02020603050405020304" pitchFamily="18" charset="0"/>
              </a:rPr>
              <a:t>      </a:t>
            </a:r>
          </a:p>
          <a:p>
            <a:pPr>
              <a:lnSpc>
                <a:spcPct val="90000"/>
              </a:lnSpc>
            </a:pP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System.out.print</a:t>
            </a:r>
            <a:r>
              <a:rPr lang="en-US" sz="1600" dirty="0">
                <a:latin typeface="Times New Roman" panose="02020603050405020304" pitchFamily="18" charset="0"/>
                <a:cs typeface="Times New Roman" panose="02020603050405020304" pitchFamily="18" charset="0"/>
              </a:rPr>
              <a:t>("Enter your SAT score.  --&gt;  ");</a:t>
            </a:r>
          </a:p>
          <a:p>
            <a:pPr>
              <a:lnSpc>
                <a:spcPct val="90000"/>
              </a:lnSpc>
            </a:pP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int</a:t>
            </a:r>
            <a:r>
              <a:rPr lang="en-US" sz="1600" dirty="0">
                <a:latin typeface="Times New Roman" panose="02020603050405020304" pitchFamily="18" charset="0"/>
                <a:cs typeface="Times New Roman" panose="02020603050405020304" pitchFamily="18" charset="0"/>
              </a:rPr>
              <a:t> sat = </a:t>
            </a:r>
            <a:r>
              <a:rPr lang="en-US" sz="1600" dirty="0" err="1">
                <a:latin typeface="Times New Roman" panose="02020603050405020304" pitchFamily="18" charset="0"/>
                <a:cs typeface="Times New Roman" panose="02020603050405020304" pitchFamily="18" charset="0"/>
              </a:rPr>
              <a:t>input.nextInt</a:t>
            </a:r>
            <a:r>
              <a:rPr lang="en-US" sz="1600" dirty="0">
                <a:latin typeface="Times New Roman" panose="02020603050405020304" pitchFamily="18" charset="0"/>
                <a:cs typeface="Times New Roman" panose="02020603050405020304" pitchFamily="18" charset="0"/>
              </a:rPr>
              <a:t>(); </a:t>
            </a:r>
          </a:p>
          <a:p>
            <a:pPr>
              <a:lnSpc>
                <a:spcPct val="90000"/>
              </a:lnSpc>
            </a:pP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System.out.println</a:t>
            </a:r>
            <a:r>
              <a:rPr lang="en-US" sz="1600" dirty="0">
                <a:latin typeface="Times New Roman" panose="02020603050405020304" pitchFamily="18" charset="0"/>
                <a:cs typeface="Times New Roman" panose="02020603050405020304" pitchFamily="18" charset="0"/>
              </a:rPr>
              <a:t>();</a:t>
            </a:r>
          </a:p>
          <a:p>
            <a:pPr>
              <a:lnSpc>
                <a:spcPct val="90000"/>
              </a:lnSpc>
            </a:pPr>
            <a:r>
              <a:rPr lang="en-US" sz="1400" dirty="0">
                <a:latin typeface="Times New Roman" panose="02020603050405020304" pitchFamily="18" charset="0"/>
                <a:cs typeface="Times New Roman" panose="02020603050405020304" pitchFamily="18" charset="0"/>
              </a:rPr>
              <a:t>      </a:t>
            </a:r>
          </a:p>
          <a:p>
            <a:pPr>
              <a:lnSpc>
                <a:spcPct val="90000"/>
              </a:lnSpc>
            </a:pPr>
            <a:r>
              <a:rPr lang="en-US" sz="1800" b="0" dirty="0">
                <a:cs typeface="Times New Roman" panose="02020603050405020304" pitchFamily="18" charset="0"/>
              </a:rPr>
              <a:t>		if (sat &gt;= 1100)</a:t>
            </a:r>
          </a:p>
          <a:p>
            <a:pPr>
              <a:lnSpc>
                <a:spcPct val="90000"/>
              </a:lnSpc>
            </a:pPr>
            <a:r>
              <a:rPr lang="en-US" sz="1800" b="0" dirty="0">
                <a:cs typeface="Times New Roman" panose="02020603050405020304" pitchFamily="18" charset="0"/>
              </a:rPr>
              <a:t>      		{</a:t>
            </a:r>
          </a:p>
          <a:p>
            <a:pPr>
              <a:lnSpc>
                <a:spcPct val="90000"/>
              </a:lnSpc>
            </a:pPr>
            <a:r>
              <a:rPr lang="en-US" sz="1800" b="0" dirty="0">
                <a:cs typeface="Times New Roman" panose="02020603050405020304" pitchFamily="18" charset="0"/>
              </a:rPr>
              <a:t>         		</a:t>
            </a:r>
            <a:r>
              <a:rPr lang="en-US" sz="1800" b="0" dirty="0" err="1">
                <a:cs typeface="Times New Roman" panose="02020603050405020304" pitchFamily="18" charset="0"/>
              </a:rPr>
              <a:t>System.out.println</a:t>
            </a:r>
            <a:r>
              <a:rPr lang="en-US" sz="1800" b="0" dirty="0">
                <a:cs typeface="Times New Roman" panose="02020603050405020304" pitchFamily="18" charset="0"/>
              </a:rPr>
              <a:t>("Your SAT score of " + sat);</a:t>
            </a:r>
          </a:p>
          <a:p>
            <a:pPr>
              <a:lnSpc>
                <a:spcPct val="90000"/>
              </a:lnSpc>
            </a:pPr>
            <a:r>
              <a:rPr lang="en-US" sz="1800" b="0" dirty="0">
                <a:cs typeface="Times New Roman" panose="02020603050405020304" pitchFamily="18" charset="0"/>
              </a:rPr>
              <a:t>         		</a:t>
            </a:r>
            <a:r>
              <a:rPr lang="en-US" sz="1800" b="0" dirty="0" err="1">
                <a:cs typeface="Times New Roman" panose="02020603050405020304" pitchFamily="18" charset="0"/>
              </a:rPr>
              <a:t>System.out.println</a:t>
            </a:r>
            <a:r>
              <a:rPr lang="en-US" sz="1800" b="0" dirty="0">
                <a:cs typeface="Times New Roman" panose="02020603050405020304" pitchFamily="18" charset="0"/>
              </a:rPr>
              <a:t>("meets our expectations.");</a:t>
            </a:r>
          </a:p>
          <a:p>
            <a:pPr>
              <a:lnSpc>
                <a:spcPct val="90000"/>
              </a:lnSpc>
            </a:pPr>
            <a:r>
              <a:rPr lang="en-US" sz="1800" b="0" dirty="0">
                <a:cs typeface="Times New Roman" panose="02020603050405020304" pitchFamily="18" charset="0"/>
              </a:rPr>
              <a:t>			</a:t>
            </a:r>
            <a:r>
              <a:rPr lang="en-US" sz="1800" b="0" dirty="0" err="1">
                <a:cs typeface="Times New Roman" panose="02020603050405020304" pitchFamily="18" charset="0"/>
              </a:rPr>
              <a:t>System.out.println</a:t>
            </a:r>
            <a:r>
              <a:rPr lang="en-US" sz="1800" b="0" dirty="0">
                <a:cs typeface="Times New Roman" panose="02020603050405020304" pitchFamily="18" charset="0"/>
              </a:rPr>
              <a:t>("You are admitted");</a:t>
            </a:r>
          </a:p>
          <a:p>
            <a:pPr>
              <a:lnSpc>
                <a:spcPct val="90000"/>
              </a:lnSpc>
            </a:pPr>
            <a:r>
              <a:rPr lang="en-US" sz="1800" b="0" dirty="0">
                <a:cs typeface="Times New Roman" panose="02020603050405020304" pitchFamily="18" charset="0"/>
              </a:rPr>
              <a:t>      		}</a:t>
            </a:r>
          </a:p>
          <a:p>
            <a:pPr>
              <a:lnSpc>
                <a:spcPct val="90000"/>
              </a:lnSpc>
            </a:pPr>
            <a:r>
              <a:rPr lang="en-US" sz="1800" b="0" dirty="0">
                <a:cs typeface="Times New Roman" panose="02020603050405020304" pitchFamily="18" charset="0"/>
              </a:rPr>
              <a:t>		else</a:t>
            </a:r>
          </a:p>
          <a:p>
            <a:pPr>
              <a:lnSpc>
                <a:spcPct val="90000"/>
              </a:lnSpc>
            </a:pPr>
            <a:r>
              <a:rPr lang="en-US" sz="1800" b="0" dirty="0">
                <a:cs typeface="Times New Roman" panose="02020603050405020304" pitchFamily="18" charset="0"/>
              </a:rPr>
              <a:t>      		{</a:t>
            </a:r>
          </a:p>
          <a:p>
            <a:pPr>
              <a:lnSpc>
                <a:spcPct val="90000"/>
              </a:lnSpc>
            </a:pPr>
            <a:r>
              <a:rPr lang="en-US" sz="1800" b="0" dirty="0">
                <a:cs typeface="Times New Roman" panose="02020603050405020304" pitchFamily="18" charset="0"/>
              </a:rPr>
              <a:t>         		</a:t>
            </a:r>
            <a:r>
              <a:rPr lang="en-US" sz="1800" b="0" dirty="0" err="1">
                <a:cs typeface="Times New Roman" panose="02020603050405020304" pitchFamily="18" charset="0"/>
              </a:rPr>
              <a:t>System.out.println</a:t>
            </a:r>
            <a:r>
              <a:rPr lang="en-US" sz="1800" b="0" dirty="0">
                <a:cs typeface="Times New Roman" panose="02020603050405020304" pitchFamily="18" charset="0"/>
              </a:rPr>
              <a:t>("Your SAT score of " + sat);</a:t>
            </a:r>
          </a:p>
          <a:p>
            <a:pPr>
              <a:lnSpc>
                <a:spcPct val="90000"/>
              </a:lnSpc>
            </a:pPr>
            <a:r>
              <a:rPr lang="en-US" sz="1800" b="0" dirty="0">
                <a:cs typeface="Times New Roman" panose="02020603050405020304" pitchFamily="18" charset="0"/>
              </a:rPr>
              <a:t>         		</a:t>
            </a:r>
            <a:r>
              <a:rPr lang="en-US" sz="1800" b="0" dirty="0" err="1">
                <a:cs typeface="Times New Roman" panose="02020603050405020304" pitchFamily="18" charset="0"/>
              </a:rPr>
              <a:t>System.out.println</a:t>
            </a:r>
            <a:r>
              <a:rPr lang="en-US" sz="1800" b="0" dirty="0">
                <a:cs typeface="Times New Roman" panose="02020603050405020304" pitchFamily="18" charset="0"/>
              </a:rPr>
              <a:t>("does not meet our expectations.");</a:t>
            </a:r>
          </a:p>
          <a:p>
            <a:pPr>
              <a:lnSpc>
                <a:spcPct val="90000"/>
              </a:lnSpc>
            </a:pPr>
            <a:r>
              <a:rPr lang="en-US" sz="1800" b="0" dirty="0">
                <a:cs typeface="Times New Roman" panose="02020603050405020304" pitchFamily="18" charset="0"/>
              </a:rPr>
              <a:t>			</a:t>
            </a:r>
            <a:r>
              <a:rPr lang="en-US" sz="1800" b="0" dirty="0" err="1">
                <a:cs typeface="Times New Roman" panose="02020603050405020304" pitchFamily="18" charset="0"/>
              </a:rPr>
              <a:t>System.out.println</a:t>
            </a:r>
            <a:r>
              <a:rPr lang="en-US" sz="1800" b="0" dirty="0">
                <a:cs typeface="Times New Roman" panose="02020603050405020304" pitchFamily="18" charset="0"/>
              </a:rPr>
              <a:t>("You are not admitted");</a:t>
            </a:r>
          </a:p>
          <a:p>
            <a:pPr>
              <a:lnSpc>
                <a:spcPct val="90000"/>
              </a:lnSpc>
            </a:pPr>
            <a:r>
              <a:rPr lang="en-US" sz="1800" b="0" dirty="0">
                <a:cs typeface="Times New Roman" panose="02020603050405020304" pitchFamily="18" charset="0"/>
              </a:rPr>
              <a:t>      		}</a:t>
            </a:r>
          </a:p>
          <a:p>
            <a:pPr>
              <a:lnSpc>
                <a:spcPct val="90000"/>
              </a:lnSpc>
            </a:pPr>
            <a:r>
              <a:rPr lang="en-US" sz="1600" dirty="0">
                <a:latin typeface="Times New Roman" panose="02020603050405020304" pitchFamily="18" charset="0"/>
                <a:cs typeface="Times New Roman" panose="02020603050405020304" pitchFamily="18" charset="0"/>
              </a:rPr>
              <a:t>   	}</a:t>
            </a:r>
          </a:p>
          <a:p>
            <a:pPr>
              <a:lnSpc>
                <a:spcPct val="90000"/>
              </a:lnSpc>
            </a:pPr>
            <a:r>
              <a:rPr lang="en-US" sz="1600" dirty="0">
                <a:latin typeface="Times New Roman" panose="02020603050405020304" pitchFamily="18" charset="0"/>
                <a:cs typeface="Times New Roman" panose="02020603050405020304" pitchFamily="18" charset="0"/>
              </a:rPr>
              <a:t>}</a:t>
            </a:r>
            <a:endParaRPr lang="en-US" sz="1600" dirty="0">
              <a:latin typeface="Times New Roman" pitchFamily="18" charset="0"/>
              <a:cs typeface="Times New Roman" panose="02020603050405020304" pitchFamily="18" charset="0"/>
              <a:sym typeface="Symbol" pitchFamily="18" charset="2"/>
            </a:endParaRPr>
          </a:p>
        </p:txBody>
      </p:sp>
      <p:sp>
        <p:nvSpPr>
          <p:cNvPr id="5" name="TextBox 4"/>
          <p:cNvSpPr txBox="1"/>
          <p:nvPr/>
        </p:nvSpPr>
        <p:spPr>
          <a:xfrm>
            <a:off x="0" y="0"/>
            <a:ext cx="4572000" cy="2462213"/>
          </a:xfrm>
          <a:prstGeom prst="rect">
            <a:avLst/>
          </a:prstGeom>
          <a:solidFill>
            <a:schemeClr val="accent6">
              <a:lumMod val="20000"/>
              <a:lumOff val="80000"/>
            </a:schemeClr>
          </a:solidFill>
          <a:ln w="57150">
            <a:solidFill>
              <a:schemeClr val="tx1"/>
            </a:solidFill>
          </a:ln>
        </p:spPr>
        <p:txBody>
          <a:bodyPr wrap="square" rtlCol="0">
            <a:spAutoFit/>
          </a:bodyPr>
          <a:lstStyle/>
          <a:p>
            <a:endParaRPr lang="en-US" sz="1600" spc="-10" dirty="0" smtClean="0">
              <a:latin typeface="Courier New" panose="02070309020205020404" pitchFamily="49" charset="0"/>
              <a:cs typeface="Courier New" panose="02070309020205020404" pitchFamily="49" charset="0"/>
            </a:endParaRPr>
          </a:p>
          <a:p>
            <a:r>
              <a:rPr lang="en-US" sz="1800" spc="-10" dirty="0">
                <a:latin typeface="Courier New" panose="02070309020205020404" pitchFamily="49" charset="0"/>
                <a:cs typeface="Courier New" panose="02070309020205020404" pitchFamily="49" charset="0"/>
              </a:rPr>
              <a:t>JAVA0504.JAVA</a:t>
            </a:r>
          </a:p>
          <a:p>
            <a:r>
              <a:rPr lang="en-US" sz="1600" spc="-10" dirty="0">
                <a:latin typeface="Courier New" panose="02070309020205020404" pitchFamily="49" charset="0"/>
                <a:cs typeface="Courier New" panose="02070309020205020404" pitchFamily="49" charset="0"/>
              </a:rPr>
              <a:t> </a:t>
            </a:r>
          </a:p>
          <a:p>
            <a:r>
              <a:rPr lang="en-US" sz="1800" spc="-10" dirty="0">
                <a:latin typeface="Courier New" panose="02070309020205020404" pitchFamily="49" charset="0"/>
                <a:cs typeface="Courier New" panose="02070309020205020404" pitchFamily="49" charset="0"/>
              </a:rPr>
              <a:t>Enter your SAT score.  --&gt;  1099</a:t>
            </a:r>
          </a:p>
          <a:p>
            <a:r>
              <a:rPr lang="en-US" sz="1600" spc="-10" dirty="0">
                <a:latin typeface="Courier New" panose="02070309020205020404" pitchFamily="49" charset="0"/>
                <a:cs typeface="Courier New" panose="02070309020205020404" pitchFamily="49" charset="0"/>
              </a:rPr>
              <a:t> </a:t>
            </a:r>
          </a:p>
          <a:p>
            <a:r>
              <a:rPr lang="en-US" sz="1800" spc="-10" dirty="0">
                <a:latin typeface="Courier New" panose="02070309020205020404" pitchFamily="49" charset="0"/>
                <a:cs typeface="Courier New" panose="02070309020205020404" pitchFamily="49" charset="0"/>
              </a:rPr>
              <a:t>Your SAT score of 1099</a:t>
            </a:r>
          </a:p>
          <a:p>
            <a:r>
              <a:rPr lang="en-US" sz="1800" spc="-10" dirty="0">
                <a:latin typeface="Courier New" panose="02070309020205020404" pitchFamily="49" charset="0"/>
                <a:cs typeface="Courier New" panose="02070309020205020404" pitchFamily="49" charset="0"/>
              </a:rPr>
              <a:t>does not meet our expectations.</a:t>
            </a:r>
          </a:p>
          <a:p>
            <a:r>
              <a:rPr lang="en-US" sz="1800" spc="-10" dirty="0">
                <a:latin typeface="Courier New" panose="02070309020205020404" pitchFamily="49" charset="0"/>
                <a:cs typeface="Courier New" panose="02070309020205020404" pitchFamily="49" charset="0"/>
              </a:rPr>
              <a:t>You are not admitted</a:t>
            </a:r>
          </a:p>
          <a:p>
            <a:endParaRPr lang="en-US" sz="1600" spc="-10" dirty="0" smtClean="0">
              <a:latin typeface="Courier New" panose="02070309020205020404" pitchFamily="49" charset="0"/>
              <a:cs typeface="Courier New" panose="02070309020205020404" pitchFamily="49" charset="0"/>
            </a:endParaRPr>
          </a:p>
        </p:txBody>
      </p:sp>
      <p:sp>
        <p:nvSpPr>
          <p:cNvPr id="6" name="TextBox 5"/>
          <p:cNvSpPr txBox="1"/>
          <p:nvPr/>
        </p:nvSpPr>
        <p:spPr>
          <a:xfrm>
            <a:off x="4572000" y="-1"/>
            <a:ext cx="4572000" cy="2462213"/>
          </a:xfrm>
          <a:prstGeom prst="rect">
            <a:avLst/>
          </a:prstGeom>
          <a:solidFill>
            <a:schemeClr val="accent6">
              <a:lumMod val="20000"/>
              <a:lumOff val="80000"/>
            </a:schemeClr>
          </a:solidFill>
          <a:ln w="57150">
            <a:solidFill>
              <a:schemeClr val="tx1"/>
            </a:solidFill>
          </a:ln>
        </p:spPr>
        <p:txBody>
          <a:bodyPr wrap="square" rtlCol="0">
            <a:spAutoFit/>
          </a:bodyPr>
          <a:lstStyle/>
          <a:p>
            <a:endParaRPr lang="en-US" sz="1600" spc="-10" dirty="0" smtClean="0">
              <a:latin typeface="Courier New" panose="02070309020205020404" pitchFamily="49" charset="0"/>
              <a:cs typeface="Courier New" panose="02070309020205020404" pitchFamily="49" charset="0"/>
            </a:endParaRPr>
          </a:p>
          <a:p>
            <a:r>
              <a:rPr lang="en-US" sz="1800" spc="-10" dirty="0">
                <a:latin typeface="Courier New" panose="02070309020205020404" pitchFamily="49" charset="0"/>
                <a:cs typeface="Courier New" panose="02070309020205020404" pitchFamily="49" charset="0"/>
              </a:rPr>
              <a:t>JAVA0504.JAVA</a:t>
            </a:r>
          </a:p>
          <a:p>
            <a:r>
              <a:rPr lang="en-US" sz="1600" spc="-10" dirty="0">
                <a:latin typeface="Courier New" panose="02070309020205020404" pitchFamily="49" charset="0"/>
                <a:cs typeface="Courier New" panose="02070309020205020404" pitchFamily="49" charset="0"/>
              </a:rPr>
              <a:t> </a:t>
            </a:r>
          </a:p>
          <a:p>
            <a:r>
              <a:rPr lang="en-US" sz="1800" spc="-10" dirty="0">
                <a:latin typeface="Courier New" panose="02070309020205020404" pitchFamily="49" charset="0"/>
                <a:cs typeface="Courier New" panose="02070309020205020404" pitchFamily="49" charset="0"/>
              </a:rPr>
              <a:t>Enter your SAT score.  --&gt;  1100</a:t>
            </a:r>
          </a:p>
          <a:p>
            <a:r>
              <a:rPr lang="en-US" sz="1600" spc="-10" dirty="0">
                <a:latin typeface="Courier New" panose="02070309020205020404" pitchFamily="49" charset="0"/>
                <a:cs typeface="Courier New" panose="02070309020205020404" pitchFamily="49" charset="0"/>
              </a:rPr>
              <a:t> </a:t>
            </a:r>
          </a:p>
          <a:p>
            <a:r>
              <a:rPr lang="en-US" sz="1800" spc="-10" dirty="0">
                <a:latin typeface="Courier New" panose="02070309020205020404" pitchFamily="49" charset="0"/>
                <a:cs typeface="Courier New" panose="02070309020205020404" pitchFamily="49" charset="0"/>
              </a:rPr>
              <a:t>Your SAT score of 1100</a:t>
            </a:r>
          </a:p>
          <a:p>
            <a:r>
              <a:rPr lang="en-US" sz="1800" spc="-10" dirty="0">
                <a:latin typeface="Courier New" panose="02070309020205020404" pitchFamily="49" charset="0"/>
                <a:cs typeface="Courier New" panose="02070309020205020404" pitchFamily="49" charset="0"/>
              </a:rPr>
              <a:t>meets our expectations.</a:t>
            </a:r>
          </a:p>
          <a:p>
            <a:r>
              <a:rPr lang="en-US" sz="1800" spc="-10" dirty="0">
                <a:latin typeface="Courier New" panose="02070309020205020404" pitchFamily="49" charset="0"/>
                <a:cs typeface="Courier New" panose="02070309020205020404" pitchFamily="49" charset="0"/>
              </a:rPr>
              <a:t>You are admitted</a:t>
            </a:r>
          </a:p>
          <a:p>
            <a:endParaRPr lang="en-US" sz="1600" spc="-10" dirty="0" smtClean="0">
              <a:latin typeface="Courier New" panose="02070309020205020404" pitchFamily="49" charset="0"/>
              <a:cs typeface="Courier New" panose="02070309020205020404" pitchFamily="49" charset="0"/>
            </a:endParaRPr>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to="" calcmode="lin" valueType="num">
                                      <p:cBhvr>
                                        <p:cTn id="7" dur="1" fill="hold"/>
                                        <p:tgtEl>
                                          <p:spTgt spid="5"/>
                                        </p:tgtEl>
                                        <p:attrNameLst>
                                          <p:attrName/>
                                        </p:attrNameLst>
                                      </p:cBhvr>
                                    </p:anim>
                                  </p:childTnLst>
                                </p:cTn>
                              </p:par>
                            </p:childTnLst>
                          </p:cTn>
                        </p:par>
                        <p:par>
                          <p:cTn id="8" fill="hold">
                            <p:stCondLst>
                              <p:cond delay="0"/>
                            </p:stCondLst>
                            <p:childTnLst>
                              <p:par>
                                <p:cTn id="9" presetID="24"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to="" calcmode="lin" valueType="num">
                                      <p:cBhvr>
                                        <p:cTn id="11" dur="1" fill="hold"/>
                                        <p:tgtEl>
                                          <p:spTgt spid="6"/>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0" y="0"/>
            <a:ext cx="9144000" cy="1219200"/>
          </a:xfrm>
        </p:spPr>
        <p:txBody>
          <a:bodyPr/>
          <a:lstStyle/>
          <a:p>
            <a:r>
              <a:rPr lang="en-US" sz="5400" smtClean="0">
                <a:latin typeface="Arial Black" pitchFamily="34" charset="0"/>
              </a:rPr>
              <a:t>Two-Way Selection</a:t>
            </a:r>
          </a:p>
        </p:txBody>
      </p:sp>
      <p:sp>
        <p:nvSpPr>
          <p:cNvPr id="34819" name="Text Box 3"/>
          <p:cNvSpPr txBox="1">
            <a:spLocks noChangeArrowheads="1"/>
          </p:cNvSpPr>
          <p:nvPr/>
        </p:nvSpPr>
        <p:spPr bwMode="auto">
          <a:xfrm>
            <a:off x="381000" y="1143000"/>
            <a:ext cx="8458200" cy="5448300"/>
          </a:xfrm>
          <a:prstGeom prst="rect">
            <a:avLst/>
          </a:prstGeom>
          <a:solidFill>
            <a:srgbClr val="00FFCC"/>
          </a:solidFill>
          <a:ln w="57150">
            <a:solidFill>
              <a:schemeClr val="tx1"/>
            </a:solidFill>
            <a:miter lim="800000"/>
            <a:headEnd/>
            <a:tailEnd/>
          </a:ln>
        </p:spPr>
        <p:txBody>
          <a:bodyPr>
            <a:spAutoFit/>
          </a:bodyPr>
          <a:lstStyle>
            <a:lvl1pPr eaLnBrk="0" hangingPunct="0">
              <a:tabLst>
                <a:tab pos="457200" algn="l"/>
                <a:tab pos="914400" algn="l"/>
                <a:tab pos="1371600" algn="l"/>
                <a:tab pos="1828800" algn="l"/>
                <a:tab pos="2286000" algn="l"/>
              </a:tabLst>
              <a:defRPr b="1">
                <a:solidFill>
                  <a:schemeClr val="tx1"/>
                </a:solidFill>
                <a:latin typeface="Arial" charset="0"/>
              </a:defRPr>
            </a:lvl1pPr>
            <a:lvl2pPr marL="742950" indent="-285750" eaLnBrk="0" hangingPunct="0">
              <a:tabLst>
                <a:tab pos="457200" algn="l"/>
                <a:tab pos="914400" algn="l"/>
                <a:tab pos="1371600" algn="l"/>
                <a:tab pos="1828800" algn="l"/>
                <a:tab pos="2286000" algn="l"/>
              </a:tabLst>
              <a:defRPr b="1">
                <a:solidFill>
                  <a:schemeClr val="tx1"/>
                </a:solidFill>
                <a:latin typeface="Arial" charset="0"/>
              </a:defRPr>
            </a:lvl2pPr>
            <a:lvl3pPr marL="1143000" indent="-228600" eaLnBrk="0" hangingPunct="0">
              <a:tabLst>
                <a:tab pos="457200" algn="l"/>
                <a:tab pos="914400" algn="l"/>
                <a:tab pos="1371600" algn="l"/>
                <a:tab pos="1828800" algn="l"/>
                <a:tab pos="2286000" algn="l"/>
              </a:tabLst>
              <a:defRPr b="1">
                <a:solidFill>
                  <a:schemeClr val="tx1"/>
                </a:solidFill>
                <a:latin typeface="Arial" charset="0"/>
              </a:defRPr>
            </a:lvl3pPr>
            <a:lvl4pPr marL="1600200" indent="-228600" eaLnBrk="0" hangingPunct="0">
              <a:tabLst>
                <a:tab pos="457200" algn="l"/>
                <a:tab pos="914400" algn="l"/>
                <a:tab pos="1371600" algn="l"/>
                <a:tab pos="1828800" algn="l"/>
                <a:tab pos="2286000" algn="l"/>
              </a:tabLst>
              <a:defRPr b="1">
                <a:solidFill>
                  <a:schemeClr val="tx1"/>
                </a:solidFill>
                <a:latin typeface="Arial" charset="0"/>
              </a:defRPr>
            </a:lvl4pPr>
            <a:lvl5pPr marL="2057400" indent="-228600" eaLnBrk="0" hangingPunct="0">
              <a:tabLst>
                <a:tab pos="457200" algn="l"/>
                <a:tab pos="914400" algn="l"/>
                <a:tab pos="1371600" algn="l"/>
                <a:tab pos="1828800" algn="l"/>
                <a:tab pos="2286000" algn="l"/>
              </a:tabLst>
              <a:defRPr b="1">
                <a:solidFill>
                  <a:schemeClr val="tx1"/>
                </a:solidFill>
                <a:latin typeface="Arial" charset="0"/>
              </a:defRPr>
            </a:lvl5pPr>
            <a:lvl6pPr marL="2514600" indent="-228600" eaLnBrk="0" fontAlgn="base" hangingPunct="0">
              <a:spcBef>
                <a:spcPct val="0"/>
              </a:spcBef>
              <a:spcAft>
                <a:spcPct val="0"/>
              </a:spcAft>
              <a:tabLst>
                <a:tab pos="457200" algn="l"/>
                <a:tab pos="914400" algn="l"/>
                <a:tab pos="1371600" algn="l"/>
                <a:tab pos="1828800" algn="l"/>
                <a:tab pos="2286000" algn="l"/>
              </a:tabLst>
              <a:defRPr b="1">
                <a:solidFill>
                  <a:schemeClr val="tx1"/>
                </a:solidFill>
                <a:latin typeface="Arial" charset="0"/>
              </a:defRPr>
            </a:lvl6pPr>
            <a:lvl7pPr marL="2971800" indent="-228600" eaLnBrk="0" fontAlgn="base" hangingPunct="0">
              <a:spcBef>
                <a:spcPct val="0"/>
              </a:spcBef>
              <a:spcAft>
                <a:spcPct val="0"/>
              </a:spcAft>
              <a:tabLst>
                <a:tab pos="457200" algn="l"/>
                <a:tab pos="914400" algn="l"/>
                <a:tab pos="1371600" algn="l"/>
                <a:tab pos="1828800" algn="l"/>
                <a:tab pos="2286000" algn="l"/>
              </a:tabLst>
              <a:defRPr b="1">
                <a:solidFill>
                  <a:schemeClr val="tx1"/>
                </a:solidFill>
                <a:latin typeface="Arial" charset="0"/>
              </a:defRPr>
            </a:lvl7pPr>
            <a:lvl8pPr marL="3429000" indent="-228600" eaLnBrk="0" fontAlgn="base" hangingPunct="0">
              <a:spcBef>
                <a:spcPct val="0"/>
              </a:spcBef>
              <a:spcAft>
                <a:spcPct val="0"/>
              </a:spcAft>
              <a:tabLst>
                <a:tab pos="457200" algn="l"/>
                <a:tab pos="914400" algn="l"/>
                <a:tab pos="1371600" algn="l"/>
                <a:tab pos="1828800" algn="l"/>
                <a:tab pos="2286000" algn="l"/>
              </a:tabLst>
              <a:defRPr b="1">
                <a:solidFill>
                  <a:schemeClr val="tx1"/>
                </a:solidFill>
                <a:latin typeface="Arial" charset="0"/>
              </a:defRPr>
            </a:lvl8pPr>
            <a:lvl9pPr marL="3886200" indent="-228600" eaLnBrk="0" fontAlgn="base" hangingPunct="0">
              <a:spcBef>
                <a:spcPct val="0"/>
              </a:spcBef>
              <a:spcAft>
                <a:spcPct val="0"/>
              </a:spcAft>
              <a:tabLst>
                <a:tab pos="457200" algn="l"/>
                <a:tab pos="914400" algn="l"/>
                <a:tab pos="1371600" algn="l"/>
                <a:tab pos="1828800" algn="l"/>
                <a:tab pos="2286000" algn="l"/>
              </a:tabLst>
              <a:defRPr b="1">
                <a:solidFill>
                  <a:schemeClr val="tx1"/>
                </a:solidFill>
                <a:latin typeface="Arial" charset="0"/>
              </a:defRPr>
            </a:lvl9pPr>
          </a:lstStyle>
          <a:p>
            <a:pPr eaLnBrk="1" hangingPunct="1">
              <a:defRPr/>
            </a:pPr>
            <a:r>
              <a:rPr lang="en-US" sz="2600" dirty="0" smtClean="0">
                <a:sym typeface="Symbol" pitchFamily="18" charset="2"/>
              </a:rPr>
              <a:t>General </a:t>
            </a:r>
            <a:r>
              <a:rPr lang="en-US" sz="2600" dirty="0">
                <a:sym typeface="Symbol" pitchFamily="18" charset="2"/>
              </a:rPr>
              <a:t>S</a:t>
            </a:r>
            <a:r>
              <a:rPr lang="en-US" sz="2600" dirty="0" smtClean="0">
                <a:sym typeface="Symbol" pitchFamily="18" charset="2"/>
              </a:rPr>
              <a:t>yntax</a:t>
            </a:r>
            <a:r>
              <a:rPr lang="en-US" sz="2600" dirty="0">
                <a:sym typeface="Symbol" pitchFamily="18" charset="2"/>
              </a:rPr>
              <a:t>:</a:t>
            </a:r>
          </a:p>
          <a:p>
            <a:pPr eaLnBrk="1" hangingPunct="1">
              <a:defRPr/>
            </a:pPr>
            <a:endParaRPr lang="en-US" sz="2000" dirty="0">
              <a:sym typeface="Symbol" pitchFamily="18" charset="2"/>
            </a:endParaRPr>
          </a:p>
          <a:p>
            <a:pPr eaLnBrk="1" hangingPunct="1">
              <a:defRPr/>
            </a:pPr>
            <a:r>
              <a:rPr lang="en-US" sz="2600" b="0" dirty="0">
                <a:latin typeface="+mn-lt"/>
                <a:sym typeface="Symbol" pitchFamily="18" charset="2"/>
              </a:rPr>
              <a:t>if (condition true)</a:t>
            </a:r>
          </a:p>
          <a:p>
            <a:pPr eaLnBrk="1" hangingPunct="1">
              <a:defRPr/>
            </a:pPr>
            <a:r>
              <a:rPr lang="en-US" sz="2600" b="0" dirty="0">
                <a:latin typeface="+mn-lt"/>
                <a:sym typeface="Symbol" pitchFamily="18" charset="2"/>
              </a:rPr>
              <a:t>	execute first program statement</a:t>
            </a:r>
          </a:p>
          <a:p>
            <a:pPr eaLnBrk="1" hangingPunct="1">
              <a:defRPr/>
            </a:pPr>
            <a:r>
              <a:rPr lang="en-US" sz="2600" b="0" dirty="0">
                <a:latin typeface="+mn-lt"/>
                <a:sym typeface="Symbol" pitchFamily="18" charset="2"/>
              </a:rPr>
              <a:t>else  </a:t>
            </a:r>
            <a:r>
              <a:rPr lang="en-US" sz="2600" dirty="0">
                <a:latin typeface="+mn-lt"/>
                <a:sym typeface="Symbol" pitchFamily="18" charset="2"/>
              </a:rPr>
              <a:t>// when condition is false</a:t>
            </a:r>
          </a:p>
          <a:p>
            <a:pPr eaLnBrk="1" hangingPunct="1">
              <a:defRPr/>
            </a:pPr>
            <a:r>
              <a:rPr lang="en-US" sz="2600" b="0" dirty="0">
                <a:latin typeface="+mn-lt"/>
                <a:sym typeface="Symbol" pitchFamily="18" charset="2"/>
              </a:rPr>
              <a:t>	execute second program statement</a:t>
            </a:r>
          </a:p>
          <a:p>
            <a:pPr eaLnBrk="1" hangingPunct="1">
              <a:defRPr/>
            </a:pPr>
            <a:endParaRPr lang="en-US" sz="2400" dirty="0" smtClean="0">
              <a:latin typeface="Times New Roman" pitchFamily="18" charset="0"/>
              <a:sym typeface="Symbol" pitchFamily="18" charset="2"/>
            </a:endParaRPr>
          </a:p>
          <a:p>
            <a:pPr eaLnBrk="1" hangingPunct="1">
              <a:defRPr/>
            </a:pPr>
            <a:endParaRPr lang="en-US" sz="2400" dirty="0" smtClean="0">
              <a:latin typeface="Times New Roman" pitchFamily="18" charset="0"/>
              <a:sym typeface="Symbol" pitchFamily="18" charset="2"/>
            </a:endParaRPr>
          </a:p>
          <a:p>
            <a:pPr eaLnBrk="1" hangingPunct="1">
              <a:defRPr/>
            </a:pPr>
            <a:r>
              <a:rPr lang="en-US" sz="2600" dirty="0" smtClean="0">
                <a:sym typeface="Symbol" pitchFamily="18" charset="2"/>
              </a:rPr>
              <a:t>Specific Example:</a:t>
            </a:r>
            <a:endParaRPr lang="en-US" sz="2600" dirty="0">
              <a:sym typeface="Symbol" pitchFamily="18" charset="2"/>
            </a:endParaRPr>
          </a:p>
          <a:p>
            <a:pPr eaLnBrk="1" hangingPunct="1">
              <a:defRPr/>
            </a:pPr>
            <a:endParaRPr lang="en-US" sz="2000" dirty="0">
              <a:latin typeface="Times New Roman" pitchFamily="18" charset="0"/>
              <a:sym typeface="Symbol" pitchFamily="18" charset="2"/>
            </a:endParaRPr>
          </a:p>
          <a:p>
            <a:pPr eaLnBrk="1" hangingPunct="1">
              <a:defRPr/>
            </a:pPr>
            <a:r>
              <a:rPr lang="en-US" sz="2600" dirty="0">
                <a:latin typeface="Times New Roman" pitchFamily="18" charset="0"/>
                <a:sym typeface="Symbol" pitchFamily="18" charset="2"/>
              </a:rPr>
              <a:t>if (</a:t>
            </a:r>
            <a:r>
              <a:rPr lang="en-US" sz="2600" dirty="0" err="1">
                <a:latin typeface="Times New Roman" pitchFamily="18" charset="0"/>
                <a:sym typeface="Symbol" pitchFamily="18" charset="2"/>
              </a:rPr>
              <a:t>gpa</a:t>
            </a:r>
            <a:r>
              <a:rPr lang="en-US" sz="2600" dirty="0">
                <a:latin typeface="Times New Roman" pitchFamily="18" charset="0"/>
                <a:sym typeface="Symbol" pitchFamily="18" charset="2"/>
              </a:rPr>
              <a:t> &gt;= 90.0)</a:t>
            </a:r>
          </a:p>
          <a:p>
            <a:pPr eaLnBrk="1" hangingPunct="1">
              <a:defRPr/>
            </a:pPr>
            <a:r>
              <a:rPr lang="en-US" sz="2600" dirty="0">
                <a:latin typeface="Times New Roman" pitchFamily="18" charset="0"/>
                <a:sym typeface="Symbol" pitchFamily="18" charset="2"/>
              </a:rPr>
              <a:t>	</a:t>
            </a:r>
            <a:r>
              <a:rPr lang="en-US" sz="2600" dirty="0" err="1">
                <a:latin typeface="Times New Roman" pitchFamily="18" charset="0"/>
                <a:sym typeface="Symbol" pitchFamily="18" charset="2"/>
              </a:rPr>
              <a:t>System.out.println</a:t>
            </a:r>
            <a:r>
              <a:rPr lang="en-US" sz="2600" dirty="0">
                <a:latin typeface="Times New Roman" pitchFamily="18" charset="0"/>
                <a:sym typeface="Symbol" pitchFamily="18" charset="2"/>
              </a:rPr>
              <a:t> </a:t>
            </a:r>
            <a:r>
              <a:rPr lang="en-US" sz="2600" dirty="0" smtClean="0">
                <a:latin typeface="Times New Roman" pitchFamily="18" charset="0"/>
                <a:sym typeface="Symbol" pitchFamily="18" charset="2"/>
              </a:rPr>
              <a:t>("</a:t>
            </a:r>
            <a:r>
              <a:rPr lang="en-US" sz="2600" dirty="0">
                <a:latin typeface="Times New Roman" pitchFamily="18" charset="0"/>
                <a:sym typeface="Symbol" pitchFamily="18" charset="2"/>
              </a:rPr>
              <a:t>You’re an honor graduate");</a:t>
            </a:r>
          </a:p>
          <a:p>
            <a:pPr eaLnBrk="1" hangingPunct="1">
              <a:defRPr/>
            </a:pPr>
            <a:r>
              <a:rPr lang="en-US" sz="2600" dirty="0">
                <a:latin typeface="Times New Roman" pitchFamily="18" charset="0"/>
                <a:sym typeface="Symbol" pitchFamily="18" charset="2"/>
              </a:rPr>
              <a:t>else</a:t>
            </a:r>
          </a:p>
          <a:p>
            <a:pPr eaLnBrk="1" hangingPunct="1">
              <a:defRPr/>
            </a:pPr>
            <a:r>
              <a:rPr lang="en-US" sz="2600" dirty="0">
                <a:latin typeface="Times New Roman" pitchFamily="18" charset="0"/>
                <a:sym typeface="Symbol" pitchFamily="18" charset="2"/>
              </a:rPr>
              <a:t>	</a:t>
            </a:r>
            <a:r>
              <a:rPr lang="en-US" sz="2600" dirty="0" err="1">
                <a:latin typeface="Times New Roman" pitchFamily="18" charset="0"/>
                <a:sym typeface="Symbol" pitchFamily="18" charset="2"/>
              </a:rPr>
              <a:t>System.out.println</a:t>
            </a:r>
            <a:r>
              <a:rPr lang="en-US" sz="2600" dirty="0">
                <a:latin typeface="Times New Roman" pitchFamily="18" charset="0"/>
                <a:sym typeface="Symbol" pitchFamily="18" charset="2"/>
              </a:rPr>
              <a:t> ("You’re not an honor graduate");</a:t>
            </a:r>
          </a:p>
        </p:txBody>
      </p:sp>
      <p:pic>
        <p:nvPicPr>
          <p:cNvPr id="37892" name="Picture 3" descr="C:\Users\JohnSchram\AppData\Local\Microsoft\Windows\Temporary Internet Files\Content.IE5\V39F9YJN\MC900056976[1].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10400" y="1258888"/>
            <a:ext cx="1416050" cy="209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3" name="Picture 20" descr="C:\Users\JohnSchram\AppData\Local\Microsoft\Windows\Temporary Internet Files\Content.IE5\1NSA1V5K\MP900442363[1].jpg"/>
          <p:cNvPicPr>
            <a:picLocks noChangeAspect="1" noChangeArrowheads="1"/>
          </p:cNvPicPr>
          <p:nvPr/>
        </p:nvPicPr>
        <p:blipFill>
          <a:blip r:embed="rId3">
            <a:extLst>
              <a:ext uri="{28A0092B-C50C-407E-A947-70E740481C1C}">
                <a14:useLocalDpi xmlns:a14="http://schemas.microsoft.com/office/drawing/2010/main" val="0"/>
              </a:ext>
            </a:extLst>
          </a:blip>
          <a:srcRect t="12907" b="8795"/>
          <a:stretch>
            <a:fillRect/>
          </a:stretch>
        </p:blipFill>
        <p:spPr bwMode="auto">
          <a:xfrm>
            <a:off x="5378450" y="3606800"/>
            <a:ext cx="3048000" cy="158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0">
          <a:gsLst>
            <a:gs pos="0">
              <a:srgbClr val="000082"/>
            </a:gs>
            <a:gs pos="30000">
              <a:srgbClr val="66008F"/>
            </a:gs>
            <a:gs pos="64999">
              <a:srgbClr val="BA0066"/>
            </a:gs>
            <a:gs pos="89999">
              <a:srgbClr val="FF0000"/>
            </a:gs>
            <a:gs pos="100000">
              <a:srgbClr val="FF8200"/>
            </a:gs>
          </a:gsLst>
          <a:lin ang="5400000"/>
        </a:gradFill>
        <a:effectLst/>
      </p:bgPr>
    </p:bg>
    <p:spTree>
      <p:nvGrpSpPr>
        <p:cNvPr id="1" name=""/>
        <p:cNvGrpSpPr/>
        <p:nvPr/>
      </p:nvGrpSpPr>
      <p:grpSpPr>
        <a:xfrm>
          <a:off x="0" y="0"/>
          <a:ext cx="0" cy="0"/>
          <a:chOff x="0" y="0"/>
          <a:chExt cx="0" cy="0"/>
        </a:xfrm>
      </p:grpSpPr>
      <p:pic>
        <p:nvPicPr>
          <p:cNvPr id="38914" name="Picture 3" descr="C:\Documents and Settings\JohnSchram\Local Settings\Temporary Internet Files\Content.IE5\P1IGNJC3\MPj04384930000[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3200" y="1423988"/>
            <a:ext cx="2590800" cy="543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5" name="WordArt 18"/>
          <p:cNvSpPr>
            <a:spLocks noChangeArrowheads="1" noChangeShapeType="1" noTextEdit="1"/>
          </p:cNvSpPr>
          <p:nvPr/>
        </p:nvSpPr>
        <p:spPr bwMode="auto">
          <a:xfrm>
            <a:off x="371475" y="457200"/>
            <a:ext cx="8391525" cy="762000"/>
          </a:xfrm>
          <a:prstGeom prst="rect">
            <a:avLst/>
          </a:prstGeom>
        </p:spPr>
        <p:txBody>
          <a:bodyPr wrap="none" fromWordArt="1">
            <a:prstTxWarp prst="textPlain">
              <a:avLst>
                <a:gd name="adj" fmla="val 50000"/>
              </a:avLst>
            </a:prstTxWarp>
          </a:bodyPr>
          <a:lstStyle/>
          <a:p>
            <a:pPr algn="ctr"/>
            <a:r>
              <a:rPr lang="en-US" sz="3600" kern="10" dirty="0">
                <a:ln w="9525">
                  <a:solidFill>
                    <a:srgbClr val="000000"/>
                  </a:solidFill>
                  <a:round/>
                  <a:headEnd/>
                  <a:tailEnd/>
                </a:ln>
                <a:solidFill>
                  <a:srgbClr val="FFFFFF"/>
                </a:solidFill>
                <a:latin typeface="Arial Black"/>
              </a:rPr>
              <a:t>Section </a:t>
            </a:r>
            <a:r>
              <a:rPr lang="en-US" sz="3600" kern="10" dirty="0" smtClean="0">
                <a:ln w="9525">
                  <a:solidFill>
                    <a:srgbClr val="000000"/>
                  </a:solidFill>
                  <a:round/>
                  <a:headEnd/>
                  <a:tailEnd/>
                </a:ln>
                <a:solidFill>
                  <a:srgbClr val="FFFFFF"/>
                </a:solidFill>
                <a:latin typeface="Arial Black"/>
              </a:rPr>
              <a:t>5.6</a:t>
            </a:r>
            <a:endParaRPr lang="en-US" sz="3600" kern="10" dirty="0">
              <a:ln w="9525">
                <a:solidFill>
                  <a:srgbClr val="000000"/>
                </a:solidFill>
                <a:round/>
                <a:headEnd/>
                <a:tailEnd/>
              </a:ln>
              <a:solidFill>
                <a:srgbClr val="FFFFFF"/>
              </a:solidFill>
              <a:latin typeface="Arial Black"/>
            </a:endParaRPr>
          </a:p>
        </p:txBody>
      </p:sp>
      <p:sp>
        <p:nvSpPr>
          <p:cNvPr id="38916" name="WordArt 2"/>
          <p:cNvSpPr>
            <a:spLocks noChangeArrowheads="1" noChangeShapeType="1" noTextEdit="1"/>
          </p:cNvSpPr>
          <p:nvPr/>
        </p:nvSpPr>
        <p:spPr bwMode="auto">
          <a:xfrm>
            <a:off x="304800" y="3810000"/>
            <a:ext cx="8534400" cy="2438400"/>
          </a:xfrm>
          <a:prstGeom prst="rect">
            <a:avLst/>
          </a:prstGeom>
        </p:spPr>
        <p:txBody>
          <a:bodyPr wrap="none" fromWordArt="1">
            <a:prstTxWarp prst="textSlantUp">
              <a:avLst>
                <a:gd name="adj" fmla="val 32056"/>
              </a:avLst>
            </a:prstTxWarp>
          </a:bodyPr>
          <a:lstStyle/>
          <a:p>
            <a:pPr algn="ctr"/>
            <a:r>
              <a:rPr lang="en-US" sz="3600" kern="1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Selection</a:t>
            </a:r>
          </a:p>
        </p:txBody>
      </p:sp>
      <p:sp>
        <p:nvSpPr>
          <p:cNvPr id="38917" name="WordArt 4"/>
          <p:cNvSpPr>
            <a:spLocks noChangeArrowheads="1" noChangeShapeType="1" noTextEdit="1"/>
          </p:cNvSpPr>
          <p:nvPr/>
        </p:nvSpPr>
        <p:spPr bwMode="auto">
          <a:xfrm>
            <a:off x="304800" y="1676400"/>
            <a:ext cx="6477000" cy="2362200"/>
          </a:xfrm>
          <a:prstGeom prst="rect">
            <a:avLst/>
          </a:prstGeom>
        </p:spPr>
        <p:txBody>
          <a:bodyPr wrap="none" fromWordArt="1">
            <a:prstTxWarp prst="textSlantUp">
              <a:avLst>
                <a:gd name="adj" fmla="val 18722"/>
              </a:avLst>
            </a:prstTxWarp>
          </a:bodyPr>
          <a:lstStyle/>
          <a:p>
            <a:pPr algn="ctr"/>
            <a:r>
              <a:rPr lang="en-US" sz="3600" kern="1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Multi Way</a:t>
            </a:r>
          </a:p>
        </p:txBody>
      </p:sp>
    </p:spTree>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0" y="0"/>
            <a:ext cx="9144000" cy="1595438"/>
          </a:xfrm>
        </p:spPr>
        <p:txBody>
          <a:bodyPr/>
          <a:lstStyle/>
          <a:p>
            <a:r>
              <a:rPr lang="en-US" sz="5400" smtClean="0">
                <a:latin typeface="Arial Black" pitchFamily="34" charset="0"/>
              </a:rPr>
              <a:t>Multi-Way Selection</a:t>
            </a:r>
            <a:br>
              <a:rPr lang="en-US" sz="5400" smtClean="0">
                <a:latin typeface="Arial Black" pitchFamily="34" charset="0"/>
              </a:rPr>
            </a:br>
            <a:r>
              <a:rPr lang="en-US" sz="4800" b="1" smtClean="0"/>
              <a:t>Real Life Example</a:t>
            </a:r>
          </a:p>
        </p:txBody>
      </p:sp>
      <p:pic>
        <p:nvPicPr>
          <p:cNvPr id="39939" name="Picture 8" descr="C:\Users\JohnSchram\AppData\Local\Microsoft\Windows\Temporary Internet Files\Content.IE5\SJX1ZHQW\MP900439390[1].jpg"/>
          <p:cNvPicPr>
            <a:picLocks noChangeAspect="1" noChangeArrowheads="1"/>
          </p:cNvPicPr>
          <p:nvPr/>
        </p:nvPicPr>
        <p:blipFill>
          <a:blip r:embed="rId2">
            <a:extLst>
              <a:ext uri="{28A0092B-C50C-407E-A947-70E740481C1C}">
                <a14:useLocalDpi xmlns:a14="http://schemas.microsoft.com/office/drawing/2010/main" val="0"/>
              </a:ext>
            </a:extLst>
          </a:blip>
          <a:srcRect l="797" t="-180" b="14478"/>
          <a:stretch>
            <a:fillRect/>
          </a:stretch>
        </p:blipFill>
        <p:spPr bwMode="auto">
          <a:xfrm>
            <a:off x="0" y="1600200"/>
            <a:ext cx="91440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2"/>
          <p:cNvSpPr txBox="1">
            <a:spLocks noChangeArrowheads="1"/>
          </p:cNvSpPr>
          <p:nvPr/>
        </p:nvSpPr>
        <p:spPr bwMode="auto">
          <a:xfrm>
            <a:off x="0" y="0"/>
            <a:ext cx="9144000" cy="6858000"/>
          </a:xfrm>
          <a:prstGeom prst="rect">
            <a:avLst/>
          </a:prstGeom>
          <a:solidFill>
            <a:srgbClr val="FFFF99"/>
          </a:solidFill>
          <a:ln w="57150">
            <a:solidFill>
              <a:schemeClr val="tx1"/>
            </a:solidFill>
            <a:miter lim="800000"/>
            <a:headEnd/>
            <a:tailEnd/>
          </a:ln>
        </p:spPr>
        <p:txBody>
          <a:bodyPr>
            <a:spAutoFit/>
          </a:bodyPr>
          <a:lstStyle>
            <a:lvl1pPr eaLnBrk="0" hangingPunct="0">
              <a:tabLst>
                <a:tab pos="463550" algn="l"/>
                <a:tab pos="914400" algn="l"/>
                <a:tab pos="1377950" algn="l"/>
                <a:tab pos="1828800" algn="l"/>
                <a:tab pos="2292350" algn="l"/>
                <a:tab pos="2574925" algn="l"/>
                <a:tab pos="3717925" algn="l"/>
                <a:tab pos="6065838" algn="l"/>
              </a:tabLst>
              <a:defRPr sz="1900" b="1">
                <a:solidFill>
                  <a:schemeClr val="tx1"/>
                </a:solidFill>
                <a:latin typeface="Arial Black" pitchFamily="34" charset="0"/>
              </a:defRPr>
            </a:lvl1pPr>
            <a:lvl2pPr marL="742950" indent="-285750" eaLnBrk="0" hangingPunct="0">
              <a:tabLst>
                <a:tab pos="463550" algn="l"/>
                <a:tab pos="914400" algn="l"/>
                <a:tab pos="1377950" algn="l"/>
                <a:tab pos="1828800" algn="l"/>
                <a:tab pos="2292350" algn="l"/>
                <a:tab pos="2574925" algn="l"/>
                <a:tab pos="3717925" algn="l"/>
                <a:tab pos="6065838" algn="l"/>
              </a:tabLst>
              <a:defRPr sz="1900" b="1">
                <a:solidFill>
                  <a:schemeClr val="tx1"/>
                </a:solidFill>
                <a:latin typeface="Arial Black" pitchFamily="34" charset="0"/>
              </a:defRPr>
            </a:lvl2pPr>
            <a:lvl3pPr marL="1143000" indent="-228600" eaLnBrk="0" hangingPunct="0">
              <a:tabLst>
                <a:tab pos="463550" algn="l"/>
                <a:tab pos="914400" algn="l"/>
                <a:tab pos="1377950" algn="l"/>
                <a:tab pos="1828800" algn="l"/>
                <a:tab pos="2292350" algn="l"/>
                <a:tab pos="2574925" algn="l"/>
                <a:tab pos="3717925" algn="l"/>
                <a:tab pos="6065838" algn="l"/>
              </a:tabLst>
              <a:defRPr sz="1900" b="1">
                <a:solidFill>
                  <a:schemeClr val="tx1"/>
                </a:solidFill>
                <a:latin typeface="Arial Black" pitchFamily="34" charset="0"/>
              </a:defRPr>
            </a:lvl3pPr>
            <a:lvl4pPr marL="1600200" indent="-228600" eaLnBrk="0" hangingPunct="0">
              <a:tabLst>
                <a:tab pos="463550" algn="l"/>
                <a:tab pos="914400" algn="l"/>
                <a:tab pos="1377950" algn="l"/>
                <a:tab pos="1828800" algn="l"/>
                <a:tab pos="2292350" algn="l"/>
                <a:tab pos="2574925" algn="l"/>
                <a:tab pos="3717925" algn="l"/>
                <a:tab pos="6065838" algn="l"/>
              </a:tabLst>
              <a:defRPr sz="1900" b="1">
                <a:solidFill>
                  <a:schemeClr val="tx1"/>
                </a:solidFill>
                <a:latin typeface="Arial Black" pitchFamily="34" charset="0"/>
              </a:defRPr>
            </a:lvl4pPr>
            <a:lvl5pPr marL="2057400" indent="-228600" eaLnBrk="0" hangingPunct="0">
              <a:tabLst>
                <a:tab pos="463550" algn="l"/>
                <a:tab pos="914400" algn="l"/>
                <a:tab pos="1377950" algn="l"/>
                <a:tab pos="1828800" algn="l"/>
                <a:tab pos="2292350" algn="l"/>
                <a:tab pos="2574925" algn="l"/>
                <a:tab pos="3717925" algn="l"/>
                <a:tab pos="6065838"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463550" algn="l"/>
                <a:tab pos="914400" algn="l"/>
                <a:tab pos="1377950" algn="l"/>
                <a:tab pos="1828800" algn="l"/>
                <a:tab pos="2292350" algn="l"/>
                <a:tab pos="2574925" algn="l"/>
                <a:tab pos="3717925" algn="l"/>
                <a:tab pos="6065838"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463550" algn="l"/>
                <a:tab pos="914400" algn="l"/>
                <a:tab pos="1377950" algn="l"/>
                <a:tab pos="1828800" algn="l"/>
                <a:tab pos="2292350" algn="l"/>
                <a:tab pos="2574925" algn="l"/>
                <a:tab pos="3717925" algn="l"/>
                <a:tab pos="6065838"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463550" algn="l"/>
                <a:tab pos="914400" algn="l"/>
                <a:tab pos="1377950" algn="l"/>
                <a:tab pos="1828800" algn="l"/>
                <a:tab pos="2292350" algn="l"/>
                <a:tab pos="2574925" algn="l"/>
                <a:tab pos="3717925" algn="l"/>
                <a:tab pos="6065838"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463550" algn="l"/>
                <a:tab pos="914400" algn="l"/>
                <a:tab pos="1377950" algn="l"/>
                <a:tab pos="1828800" algn="l"/>
                <a:tab pos="2292350" algn="l"/>
                <a:tab pos="2574925" algn="l"/>
                <a:tab pos="3717925" algn="l"/>
                <a:tab pos="6065838" algn="l"/>
              </a:tabLst>
              <a:defRPr sz="1900" b="1">
                <a:solidFill>
                  <a:schemeClr val="tx1"/>
                </a:solidFill>
                <a:latin typeface="Arial Black" pitchFamily="34" charset="0"/>
              </a:defRPr>
            </a:lvl9pPr>
          </a:lstStyle>
          <a:p>
            <a:pPr>
              <a:lnSpc>
                <a:spcPct val="85000"/>
              </a:lnSpc>
            </a:pPr>
            <a:r>
              <a:rPr lang="en-US" sz="1600" dirty="0">
                <a:latin typeface="Times New Roman" panose="02020603050405020304" pitchFamily="18" charset="0"/>
                <a:cs typeface="Times New Roman" panose="02020603050405020304" pitchFamily="18" charset="0"/>
              </a:rPr>
              <a:t>// Java0505.java</a:t>
            </a:r>
          </a:p>
          <a:p>
            <a:pPr>
              <a:lnSpc>
                <a:spcPct val="85000"/>
              </a:lnSpc>
            </a:pPr>
            <a:r>
              <a:rPr lang="en-US" sz="1600" dirty="0">
                <a:latin typeface="Times New Roman" panose="02020603050405020304" pitchFamily="18" charset="0"/>
                <a:cs typeface="Times New Roman" panose="02020603050405020304" pitchFamily="18" charset="0"/>
              </a:rPr>
              <a:t>// This program demonstrates multi-way selection with &lt;switch&gt; and &lt;case&gt;.</a:t>
            </a:r>
          </a:p>
          <a:p>
            <a:pPr>
              <a:lnSpc>
                <a:spcPct val="85000"/>
              </a:lnSpc>
            </a:pPr>
            <a:r>
              <a:rPr lang="en-US" sz="1600" dirty="0">
                <a:latin typeface="Times New Roman" panose="02020603050405020304" pitchFamily="18" charset="0"/>
                <a:cs typeface="Times New Roman" panose="02020603050405020304" pitchFamily="18" charset="0"/>
              </a:rPr>
              <a:t>// This program compiles, but displays illogical output.</a:t>
            </a:r>
          </a:p>
          <a:p>
            <a:pPr>
              <a:lnSpc>
                <a:spcPct val="85000"/>
              </a:lnSpc>
            </a:pPr>
            <a:r>
              <a:rPr lang="en-US" sz="900" dirty="0">
                <a:latin typeface="Times New Roman" panose="02020603050405020304" pitchFamily="18" charset="0"/>
                <a:cs typeface="Times New Roman" panose="02020603050405020304" pitchFamily="18" charset="0"/>
              </a:rPr>
              <a:t>  </a:t>
            </a:r>
          </a:p>
          <a:p>
            <a:pPr>
              <a:lnSpc>
                <a:spcPct val="85000"/>
              </a:lnSpc>
            </a:pPr>
            <a:r>
              <a:rPr lang="en-US" sz="1600" dirty="0">
                <a:latin typeface="Times New Roman" panose="02020603050405020304" pitchFamily="18" charset="0"/>
                <a:cs typeface="Times New Roman" panose="02020603050405020304" pitchFamily="18" charset="0"/>
              </a:rPr>
              <a:t>import </a:t>
            </a:r>
            <a:r>
              <a:rPr lang="en-US" sz="1600" dirty="0" err="1">
                <a:latin typeface="Times New Roman" panose="02020603050405020304" pitchFamily="18" charset="0"/>
                <a:cs typeface="Times New Roman" panose="02020603050405020304" pitchFamily="18" charset="0"/>
              </a:rPr>
              <a:t>java.util.Scanner</a:t>
            </a:r>
            <a:r>
              <a:rPr lang="en-US" sz="1600" dirty="0">
                <a:latin typeface="Times New Roman" panose="02020603050405020304" pitchFamily="18" charset="0"/>
                <a:cs typeface="Times New Roman" panose="02020603050405020304" pitchFamily="18" charset="0"/>
              </a:rPr>
              <a:t>;</a:t>
            </a:r>
          </a:p>
          <a:p>
            <a:pPr>
              <a:lnSpc>
                <a:spcPct val="85000"/>
              </a:lnSpc>
            </a:pPr>
            <a:r>
              <a:rPr lang="en-US" sz="900" dirty="0">
                <a:latin typeface="Times New Roman" panose="02020603050405020304" pitchFamily="18" charset="0"/>
                <a:cs typeface="Times New Roman" panose="02020603050405020304" pitchFamily="18" charset="0"/>
              </a:rPr>
              <a:t> </a:t>
            </a:r>
          </a:p>
          <a:p>
            <a:pPr>
              <a:lnSpc>
                <a:spcPct val="85000"/>
              </a:lnSpc>
            </a:pPr>
            <a:r>
              <a:rPr lang="en-US" sz="1600" dirty="0">
                <a:latin typeface="Times New Roman" panose="02020603050405020304" pitchFamily="18" charset="0"/>
                <a:cs typeface="Times New Roman" panose="02020603050405020304" pitchFamily="18" charset="0"/>
              </a:rPr>
              <a:t>public class Java0505</a:t>
            </a:r>
          </a:p>
          <a:p>
            <a:pPr>
              <a:lnSpc>
                <a:spcPct val="85000"/>
              </a:lnSpc>
            </a:pPr>
            <a:r>
              <a:rPr lang="en-US" sz="1600" dirty="0">
                <a:latin typeface="Times New Roman" panose="02020603050405020304" pitchFamily="18" charset="0"/>
                <a:cs typeface="Times New Roman" panose="02020603050405020304" pitchFamily="18" charset="0"/>
              </a:rPr>
              <a:t>{</a:t>
            </a:r>
          </a:p>
          <a:p>
            <a:pPr>
              <a:lnSpc>
                <a:spcPct val="85000"/>
              </a:lnSpc>
            </a:pPr>
            <a:r>
              <a:rPr lang="en-US" sz="1600" dirty="0">
                <a:latin typeface="Times New Roman" panose="02020603050405020304" pitchFamily="18" charset="0"/>
                <a:cs typeface="Times New Roman" panose="02020603050405020304" pitchFamily="18" charset="0"/>
              </a:rPr>
              <a:t>	public static void main (String </a:t>
            </a:r>
            <a:r>
              <a:rPr lang="en-US" sz="1600" dirty="0" err="1">
                <a:latin typeface="Times New Roman" panose="02020603050405020304" pitchFamily="18" charset="0"/>
                <a:cs typeface="Times New Roman" panose="02020603050405020304" pitchFamily="18" charset="0"/>
              </a:rPr>
              <a:t>args</a:t>
            </a:r>
            <a:r>
              <a:rPr lang="en-US" sz="1600" dirty="0">
                <a:latin typeface="Times New Roman" panose="02020603050405020304" pitchFamily="18" charset="0"/>
                <a:cs typeface="Times New Roman" panose="02020603050405020304" pitchFamily="18" charset="0"/>
              </a:rPr>
              <a:t>[])</a:t>
            </a:r>
          </a:p>
          <a:p>
            <a:pPr>
              <a:lnSpc>
                <a:spcPct val="85000"/>
              </a:lnSpc>
            </a:pPr>
            <a:r>
              <a:rPr lang="en-US" sz="1600" dirty="0">
                <a:latin typeface="Times New Roman" panose="02020603050405020304" pitchFamily="18" charset="0"/>
                <a:cs typeface="Times New Roman" panose="02020603050405020304" pitchFamily="18" charset="0"/>
              </a:rPr>
              <a:t>	{</a:t>
            </a:r>
          </a:p>
          <a:p>
            <a:pPr>
              <a:lnSpc>
                <a:spcPct val="85000"/>
              </a:lnSpc>
            </a:pP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System.out.println</a:t>
            </a:r>
            <a:r>
              <a:rPr lang="en-US" sz="1600" dirty="0">
                <a:latin typeface="Times New Roman" panose="02020603050405020304" pitchFamily="18" charset="0"/>
                <a:cs typeface="Times New Roman" panose="02020603050405020304" pitchFamily="18" charset="0"/>
              </a:rPr>
              <a:t>("\nJAVA0505.JAVA\n");</a:t>
            </a:r>
          </a:p>
          <a:p>
            <a:pPr>
              <a:lnSpc>
                <a:spcPct val="85000"/>
              </a:lnSpc>
            </a:pPr>
            <a:r>
              <a:rPr lang="en-US" sz="1600" dirty="0">
                <a:latin typeface="Times New Roman" panose="02020603050405020304" pitchFamily="18" charset="0"/>
                <a:cs typeface="Times New Roman" panose="02020603050405020304" pitchFamily="18" charset="0"/>
              </a:rPr>
              <a:t>      		Scanner input = new Scanner(System.in</a:t>
            </a:r>
            <a:r>
              <a:rPr lang="en-US" sz="1600" dirty="0" smtClean="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pPr>
              <a:lnSpc>
                <a:spcPct val="85000"/>
              </a:lnSpc>
            </a:pP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System.out.print</a:t>
            </a:r>
            <a:r>
              <a:rPr lang="en-US" sz="1600" dirty="0">
                <a:latin typeface="Times New Roman" panose="02020603050405020304" pitchFamily="18" charset="0"/>
                <a:cs typeface="Times New Roman" panose="02020603050405020304" pitchFamily="18" charset="0"/>
              </a:rPr>
              <a:t>("Enter month number.  [1..12]  --&gt;  ");</a:t>
            </a:r>
          </a:p>
          <a:p>
            <a:pPr>
              <a:lnSpc>
                <a:spcPct val="85000"/>
              </a:lnSpc>
            </a:pP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int</a:t>
            </a:r>
            <a:r>
              <a:rPr lang="en-US" sz="1600" dirty="0">
                <a:latin typeface="Times New Roman" panose="02020603050405020304" pitchFamily="18" charset="0"/>
                <a:cs typeface="Times New Roman" panose="02020603050405020304" pitchFamily="18" charset="0"/>
              </a:rPr>
              <a:t> month = </a:t>
            </a:r>
            <a:r>
              <a:rPr lang="en-US" sz="1600" dirty="0" err="1">
                <a:latin typeface="Times New Roman" panose="02020603050405020304" pitchFamily="18" charset="0"/>
                <a:cs typeface="Times New Roman" panose="02020603050405020304" pitchFamily="18" charset="0"/>
              </a:rPr>
              <a:t>input.nextInt</a:t>
            </a:r>
            <a:r>
              <a:rPr lang="en-US" sz="1600" dirty="0">
                <a:latin typeface="Times New Roman" panose="02020603050405020304" pitchFamily="18" charset="0"/>
                <a:cs typeface="Times New Roman" panose="02020603050405020304" pitchFamily="18" charset="0"/>
              </a:rPr>
              <a:t>(); </a:t>
            </a:r>
          </a:p>
          <a:p>
            <a:pPr>
              <a:lnSpc>
                <a:spcPct val="85000"/>
              </a:lnSpc>
            </a:pP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System.out.println</a:t>
            </a:r>
            <a:r>
              <a:rPr lang="en-US" sz="1600" dirty="0">
                <a:latin typeface="Times New Roman" panose="02020603050405020304" pitchFamily="18" charset="0"/>
                <a:cs typeface="Times New Roman" panose="02020603050405020304" pitchFamily="18" charset="0"/>
              </a:rPr>
              <a:t>();</a:t>
            </a:r>
          </a:p>
          <a:p>
            <a:pPr>
              <a:lnSpc>
                <a:spcPct val="85000"/>
              </a:lnSpc>
            </a:pPr>
            <a:r>
              <a:rPr lang="en-US" sz="900" dirty="0">
                <a:latin typeface="Times New Roman" panose="02020603050405020304" pitchFamily="18" charset="0"/>
                <a:cs typeface="Times New Roman" panose="02020603050405020304" pitchFamily="18" charset="0"/>
              </a:rPr>
              <a:t> </a:t>
            </a:r>
          </a:p>
          <a:p>
            <a:pPr>
              <a:lnSpc>
                <a:spcPct val="85000"/>
              </a:lnSpc>
            </a:pPr>
            <a:r>
              <a:rPr lang="en-US" sz="1800" b="0" dirty="0">
                <a:cs typeface="Times New Roman" panose="02020603050405020304" pitchFamily="18" charset="0"/>
              </a:rPr>
              <a:t>		switch (month)</a:t>
            </a:r>
          </a:p>
          <a:p>
            <a:pPr>
              <a:lnSpc>
                <a:spcPct val="85000"/>
              </a:lnSpc>
            </a:pPr>
            <a:r>
              <a:rPr lang="en-US" sz="1800" b="0" dirty="0">
                <a:cs typeface="Times New Roman" panose="02020603050405020304" pitchFamily="18" charset="0"/>
              </a:rPr>
              <a:t>		{</a:t>
            </a:r>
          </a:p>
          <a:p>
            <a:pPr>
              <a:lnSpc>
                <a:spcPct val="85000"/>
              </a:lnSpc>
            </a:pPr>
            <a:r>
              <a:rPr lang="en-US" sz="1800" b="0" dirty="0">
                <a:cs typeface="Times New Roman" panose="02020603050405020304" pitchFamily="18" charset="0"/>
              </a:rPr>
              <a:t>			case  1 : </a:t>
            </a:r>
            <a:r>
              <a:rPr lang="en-US" sz="1800" b="0" dirty="0" err="1">
                <a:cs typeface="Times New Roman" panose="02020603050405020304" pitchFamily="18" charset="0"/>
              </a:rPr>
              <a:t>System.out.println</a:t>
            </a:r>
            <a:r>
              <a:rPr lang="en-US" sz="1800" b="0" dirty="0">
                <a:cs typeface="Times New Roman" panose="02020603050405020304" pitchFamily="18" charset="0"/>
              </a:rPr>
              <a:t>("January");</a:t>
            </a:r>
          </a:p>
          <a:p>
            <a:pPr>
              <a:lnSpc>
                <a:spcPct val="85000"/>
              </a:lnSpc>
            </a:pPr>
            <a:r>
              <a:rPr lang="en-US" sz="1800" b="0" dirty="0">
                <a:cs typeface="Times New Roman" panose="02020603050405020304" pitchFamily="18" charset="0"/>
              </a:rPr>
              <a:t>			case  2 : </a:t>
            </a:r>
            <a:r>
              <a:rPr lang="en-US" sz="1800" b="0" dirty="0" err="1">
                <a:cs typeface="Times New Roman" panose="02020603050405020304" pitchFamily="18" charset="0"/>
              </a:rPr>
              <a:t>System.out.println</a:t>
            </a:r>
            <a:r>
              <a:rPr lang="en-US" sz="1800" b="0" dirty="0">
                <a:cs typeface="Times New Roman" panose="02020603050405020304" pitchFamily="18" charset="0"/>
              </a:rPr>
              <a:t>("February");</a:t>
            </a:r>
          </a:p>
          <a:p>
            <a:pPr>
              <a:lnSpc>
                <a:spcPct val="85000"/>
              </a:lnSpc>
            </a:pPr>
            <a:r>
              <a:rPr lang="en-US" sz="1800" b="0" dirty="0">
                <a:cs typeface="Times New Roman" panose="02020603050405020304" pitchFamily="18" charset="0"/>
              </a:rPr>
              <a:t>			case  3 : </a:t>
            </a:r>
            <a:r>
              <a:rPr lang="en-US" sz="1800" b="0" dirty="0" err="1">
                <a:cs typeface="Times New Roman" panose="02020603050405020304" pitchFamily="18" charset="0"/>
              </a:rPr>
              <a:t>System.out.println</a:t>
            </a:r>
            <a:r>
              <a:rPr lang="en-US" sz="1800" b="0" dirty="0">
                <a:cs typeface="Times New Roman" panose="02020603050405020304" pitchFamily="18" charset="0"/>
              </a:rPr>
              <a:t>("March");</a:t>
            </a:r>
          </a:p>
          <a:p>
            <a:pPr>
              <a:lnSpc>
                <a:spcPct val="85000"/>
              </a:lnSpc>
            </a:pPr>
            <a:r>
              <a:rPr lang="en-US" sz="1800" b="0" dirty="0">
                <a:cs typeface="Times New Roman" panose="02020603050405020304" pitchFamily="18" charset="0"/>
              </a:rPr>
              <a:t>			case  4 : </a:t>
            </a:r>
            <a:r>
              <a:rPr lang="en-US" sz="1800" b="0" dirty="0" err="1">
                <a:cs typeface="Times New Roman" panose="02020603050405020304" pitchFamily="18" charset="0"/>
              </a:rPr>
              <a:t>System.out.println</a:t>
            </a:r>
            <a:r>
              <a:rPr lang="en-US" sz="1800" b="0" dirty="0">
                <a:cs typeface="Times New Roman" panose="02020603050405020304" pitchFamily="18" charset="0"/>
              </a:rPr>
              <a:t>("April");</a:t>
            </a:r>
          </a:p>
          <a:p>
            <a:pPr>
              <a:lnSpc>
                <a:spcPct val="85000"/>
              </a:lnSpc>
            </a:pPr>
            <a:r>
              <a:rPr lang="en-US" sz="1800" b="0" dirty="0">
                <a:cs typeface="Times New Roman" panose="02020603050405020304" pitchFamily="18" charset="0"/>
              </a:rPr>
              <a:t>			case  5 : </a:t>
            </a:r>
            <a:r>
              <a:rPr lang="en-US" sz="1800" b="0" dirty="0" err="1">
                <a:cs typeface="Times New Roman" panose="02020603050405020304" pitchFamily="18" charset="0"/>
              </a:rPr>
              <a:t>System.out.println</a:t>
            </a:r>
            <a:r>
              <a:rPr lang="en-US" sz="1800" b="0" dirty="0">
                <a:cs typeface="Times New Roman" panose="02020603050405020304" pitchFamily="18" charset="0"/>
              </a:rPr>
              <a:t>("May");</a:t>
            </a:r>
          </a:p>
          <a:p>
            <a:pPr>
              <a:lnSpc>
                <a:spcPct val="85000"/>
              </a:lnSpc>
            </a:pPr>
            <a:r>
              <a:rPr lang="en-US" sz="1800" b="0" dirty="0">
                <a:cs typeface="Times New Roman" panose="02020603050405020304" pitchFamily="18" charset="0"/>
              </a:rPr>
              <a:t>			case  6 : </a:t>
            </a:r>
            <a:r>
              <a:rPr lang="en-US" sz="1800" b="0" dirty="0" err="1">
                <a:cs typeface="Times New Roman" panose="02020603050405020304" pitchFamily="18" charset="0"/>
              </a:rPr>
              <a:t>System.out.println</a:t>
            </a:r>
            <a:r>
              <a:rPr lang="en-US" sz="1800" b="0" dirty="0">
                <a:cs typeface="Times New Roman" panose="02020603050405020304" pitchFamily="18" charset="0"/>
              </a:rPr>
              <a:t>("June");</a:t>
            </a:r>
          </a:p>
          <a:p>
            <a:pPr>
              <a:lnSpc>
                <a:spcPct val="85000"/>
              </a:lnSpc>
            </a:pPr>
            <a:r>
              <a:rPr lang="en-US" sz="1800" b="0" dirty="0">
                <a:cs typeface="Times New Roman" panose="02020603050405020304" pitchFamily="18" charset="0"/>
              </a:rPr>
              <a:t>			case  7 : </a:t>
            </a:r>
            <a:r>
              <a:rPr lang="en-US" sz="1800" b="0" dirty="0" err="1">
                <a:cs typeface="Times New Roman" panose="02020603050405020304" pitchFamily="18" charset="0"/>
              </a:rPr>
              <a:t>System.out.println</a:t>
            </a:r>
            <a:r>
              <a:rPr lang="en-US" sz="1800" b="0" dirty="0">
                <a:cs typeface="Times New Roman" panose="02020603050405020304" pitchFamily="18" charset="0"/>
              </a:rPr>
              <a:t>("July");</a:t>
            </a:r>
          </a:p>
          <a:p>
            <a:pPr>
              <a:lnSpc>
                <a:spcPct val="85000"/>
              </a:lnSpc>
            </a:pPr>
            <a:r>
              <a:rPr lang="en-US" sz="1800" b="0" dirty="0">
                <a:cs typeface="Times New Roman" panose="02020603050405020304" pitchFamily="18" charset="0"/>
              </a:rPr>
              <a:t>			case  8 : </a:t>
            </a:r>
            <a:r>
              <a:rPr lang="en-US" sz="1800" b="0" dirty="0" err="1">
                <a:cs typeface="Times New Roman" panose="02020603050405020304" pitchFamily="18" charset="0"/>
              </a:rPr>
              <a:t>System.out.println</a:t>
            </a:r>
            <a:r>
              <a:rPr lang="en-US" sz="1800" b="0" dirty="0">
                <a:cs typeface="Times New Roman" panose="02020603050405020304" pitchFamily="18" charset="0"/>
              </a:rPr>
              <a:t>("August");</a:t>
            </a:r>
          </a:p>
          <a:p>
            <a:pPr>
              <a:lnSpc>
                <a:spcPct val="85000"/>
              </a:lnSpc>
            </a:pPr>
            <a:r>
              <a:rPr lang="en-US" sz="1800" b="0" dirty="0">
                <a:cs typeface="Times New Roman" panose="02020603050405020304" pitchFamily="18" charset="0"/>
              </a:rPr>
              <a:t>			case  9 : </a:t>
            </a:r>
            <a:r>
              <a:rPr lang="en-US" sz="1800" b="0" dirty="0" err="1">
                <a:cs typeface="Times New Roman" panose="02020603050405020304" pitchFamily="18" charset="0"/>
              </a:rPr>
              <a:t>System.out.println</a:t>
            </a:r>
            <a:r>
              <a:rPr lang="en-US" sz="1800" b="0" dirty="0">
                <a:cs typeface="Times New Roman" panose="02020603050405020304" pitchFamily="18" charset="0"/>
              </a:rPr>
              <a:t>("September");</a:t>
            </a:r>
          </a:p>
          <a:p>
            <a:pPr>
              <a:lnSpc>
                <a:spcPct val="85000"/>
              </a:lnSpc>
            </a:pPr>
            <a:r>
              <a:rPr lang="en-US" sz="1800" b="0" dirty="0">
                <a:cs typeface="Times New Roman" panose="02020603050405020304" pitchFamily="18" charset="0"/>
              </a:rPr>
              <a:t>			case 10 : </a:t>
            </a:r>
            <a:r>
              <a:rPr lang="en-US" sz="1800" b="0" dirty="0" err="1">
                <a:cs typeface="Times New Roman" panose="02020603050405020304" pitchFamily="18" charset="0"/>
              </a:rPr>
              <a:t>System.out.println</a:t>
            </a:r>
            <a:r>
              <a:rPr lang="en-US" sz="1800" b="0" dirty="0">
                <a:cs typeface="Times New Roman" panose="02020603050405020304" pitchFamily="18" charset="0"/>
              </a:rPr>
              <a:t>("October");</a:t>
            </a:r>
          </a:p>
          <a:p>
            <a:pPr>
              <a:lnSpc>
                <a:spcPct val="85000"/>
              </a:lnSpc>
            </a:pPr>
            <a:r>
              <a:rPr lang="en-US" sz="1800" b="0" dirty="0">
                <a:cs typeface="Times New Roman" panose="02020603050405020304" pitchFamily="18" charset="0"/>
              </a:rPr>
              <a:t>			case 11 : </a:t>
            </a:r>
            <a:r>
              <a:rPr lang="en-US" sz="1800" b="0" dirty="0" err="1">
                <a:cs typeface="Times New Roman" panose="02020603050405020304" pitchFamily="18" charset="0"/>
              </a:rPr>
              <a:t>System.out.println</a:t>
            </a:r>
            <a:r>
              <a:rPr lang="en-US" sz="1800" b="0" dirty="0">
                <a:cs typeface="Times New Roman" panose="02020603050405020304" pitchFamily="18" charset="0"/>
              </a:rPr>
              <a:t>("November");</a:t>
            </a:r>
          </a:p>
          <a:p>
            <a:pPr>
              <a:lnSpc>
                <a:spcPct val="85000"/>
              </a:lnSpc>
            </a:pPr>
            <a:r>
              <a:rPr lang="en-US" sz="1800" b="0" dirty="0">
                <a:cs typeface="Times New Roman" panose="02020603050405020304" pitchFamily="18" charset="0"/>
              </a:rPr>
              <a:t>			case 12 : </a:t>
            </a:r>
            <a:r>
              <a:rPr lang="en-US" sz="1800" b="0" dirty="0" err="1">
                <a:cs typeface="Times New Roman" panose="02020603050405020304" pitchFamily="18" charset="0"/>
              </a:rPr>
              <a:t>System.out.println</a:t>
            </a:r>
            <a:r>
              <a:rPr lang="en-US" sz="1800" b="0" dirty="0">
                <a:cs typeface="Times New Roman" panose="02020603050405020304" pitchFamily="18" charset="0"/>
              </a:rPr>
              <a:t>("December");</a:t>
            </a:r>
          </a:p>
          <a:p>
            <a:pPr>
              <a:lnSpc>
                <a:spcPct val="60000"/>
              </a:lnSpc>
            </a:pPr>
            <a:r>
              <a:rPr lang="en-US" sz="1800" b="0" dirty="0">
                <a:cs typeface="Times New Roman" panose="02020603050405020304" pitchFamily="18" charset="0"/>
              </a:rPr>
              <a:t>		}</a:t>
            </a:r>
          </a:p>
          <a:p>
            <a:pPr>
              <a:lnSpc>
                <a:spcPct val="60000"/>
              </a:lnSpc>
            </a:pPr>
            <a:r>
              <a:rPr lang="en-US" sz="1600" dirty="0">
                <a:latin typeface="Times New Roman" panose="02020603050405020304" pitchFamily="18" charset="0"/>
                <a:cs typeface="Times New Roman" panose="02020603050405020304" pitchFamily="18" charset="0"/>
              </a:rPr>
              <a:t>	}</a:t>
            </a:r>
          </a:p>
          <a:p>
            <a:pPr>
              <a:lnSpc>
                <a:spcPct val="60000"/>
              </a:lnSpc>
            </a:pPr>
            <a:r>
              <a:rPr lang="en-US" sz="1600" dirty="0">
                <a:latin typeface="Times New Roman" panose="02020603050405020304" pitchFamily="18" charset="0"/>
                <a:cs typeface="Times New Roman" panose="02020603050405020304" pitchFamily="18" charset="0"/>
              </a:rPr>
              <a:t>}</a:t>
            </a:r>
          </a:p>
        </p:txBody>
      </p:sp>
    </p:spTree>
  </p:cSld>
  <p:clrMapOvr>
    <a:masterClrMapping/>
  </p:clrMapOvr>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0" y="0"/>
            <a:ext cx="9144000" cy="5078313"/>
          </a:xfrm>
          <a:prstGeom prst="rect">
            <a:avLst/>
          </a:prstGeom>
          <a:solidFill>
            <a:schemeClr val="accent6">
              <a:lumMod val="20000"/>
              <a:lumOff val="80000"/>
            </a:schemeClr>
          </a:solidFill>
          <a:ln w="57150">
            <a:solidFill>
              <a:schemeClr val="tx1"/>
            </a:solidFill>
          </a:ln>
        </p:spPr>
        <p:txBody>
          <a:bodyPr wrap="square" rtlCol="0">
            <a:spAutoFit/>
          </a:bodyPr>
          <a:lstStyle/>
          <a:p>
            <a:endParaRPr lang="en-US" sz="1600" spc="-10" dirty="0" smtClean="0">
              <a:latin typeface="Courier New" panose="02070309020205020404" pitchFamily="49" charset="0"/>
              <a:cs typeface="Courier New" panose="02070309020205020404" pitchFamily="49" charset="0"/>
            </a:endParaRPr>
          </a:p>
          <a:p>
            <a:r>
              <a:rPr lang="en-US" sz="1800" dirty="0">
                <a:latin typeface="Courier New" panose="02070309020205020404" pitchFamily="49" charset="0"/>
                <a:cs typeface="Courier New" panose="02070309020205020404" pitchFamily="49" charset="0"/>
              </a:rPr>
              <a:t>JAVA0505.JAVA</a:t>
            </a:r>
          </a:p>
          <a:p>
            <a:r>
              <a:rPr lang="en-US" sz="1800" dirty="0">
                <a:latin typeface="Courier New" panose="02070309020205020404" pitchFamily="49" charset="0"/>
                <a:cs typeface="Courier New" panose="02070309020205020404" pitchFamily="49" charset="0"/>
              </a:rPr>
              <a:t> </a:t>
            </a:r>
          </a:p>
          <a:p>
            <a:r>
              <a:rPr lang="en-US" sz="1800" dirty="0">
                <a:latin typeface="Courier New" panose="02070309020205020404" pitchFamily="49" charset="0"/>
                <a:cs typeface="Courier New" panose="02070309020205020404" pitchFamily="49" charset="0"/>
              </a:rPr>
              <a:t>Enter month number.  [1..12]  --&gt;  1</a:t>
            </a:r>
          </a:p>
          <a:p>
            <a:r>
              <a:rPr lang="en-US" sz="1800" dirty="0">
                <a:latin typeface="Courier New" panose="02070309020205020404" pitchFamily="49" charset="0"/>
                <a:cs typeface="Courier New" panose="02070309020205020404" pitchFamily="49" charset="0"/>
              </a:rPr>
              <a:t> </a:t>
            </a:r>
          </a:p>
          <a:p>
            <a:r>
              <a:rPr lang="en-US" sz="1800" dirty="0">
                <a:latin typeface="Courier New" panose="02070309020205020404" pitchFamily="49" charset="0"/>
                <a:cs typeface="Courier New" panose="02070309020205020404" pitchFamily="49" charset="0"/>
              </a:rPr>
              <a:t>January</a:t>
            </a:r>
          </a:p>
          <a:p>
            <a:r>
              <a:rPr lang="en-US" sz="1800" dirty="0">
                <a:latin typeface="Courier New" panose="02070309020205020404" pitchFamily="49" charset="0"/>
                <a:cs typeface="Courier New" panose="02070309020205020404" pitchFamily="49" charset="0"/>
              </a:rPr>
              <a:t>February</a:t>
            </a:r>
          </a:p>
          <a:p>
            <a:r>
              <a:rPr lang="en-US" sz="1800" dirty="0">
                <a:latin typeface="Courier New" panose="02070309020205020404" pitchFamily="49" charset="0"/>
                <a:cs typeface="Courier New" panose="02070309020205020404" pitchFamily="49" charset="0"/>
              </a:rPr>
              <a:t>March</a:t>
            </a:r>
          </a:p>
          <a:p>
            <a:r>
              <a:rPr lang="en-US" sz="1800" dirty="0">
                <a:latin typeface="Courier New" panose="02070309020205020404" pitchFamily="49" charset="0"/>
                <a:cs typeface="Courier New" panose="02070309020205020404" pitchFamily="49" charset="0"/>
              </a:rPr>
              <a:t>April</a:t>
            </a:r>
          </a:p>
          <a:p>
            <a:r>
              <a:rPr lang="en-US" sz="1800" dirty="0">
                <a:latin typeface="Courier New" panose="02070309020205020404" pitchFamily="49" charset="0"/>
                <a:cs typeface="Courier New" panose="02070309020205020404" pitchFamily="49" charset="0"/>
              </a:rPr>
              <a:t>May</a:t>
            </a:r>
          </a:p>
          <a:p>
            <a:r>
              <a:rPr lang="en-US" sz="1800" dirty="0">
                <a:latin typeface="Courier New" panose="02070309020205020404" pitchFamily="49" charset="0"/>
                <a:cs typeface="Courier New" panose="02070309020205020404" pitchFamily="49" charset="0"/>
              </a:rPr>
              <a:t>June</a:t>
            </a:r>
          </a:p>
          <a:p>
            <a:r>
              <a:rPr lang="en-US" sz="1800" dirty="0">
                <a:latin typeface="Courier New" panose="02070309020205020404" pitchFamily="49" charset="0"/>
                <a:cs typeface="Courier New" panose="02070309020205020404" pitchFamily="49" charset="0"/>
              </a:rPr>
              <a:t>July</a:t>
            </a:r>
          </a:p>
          <a:p>
            <a:r>
              <a:rPr lang="en-US" sz="1800" dirty="0">
                <a:latin typeface="Courier New" panose="02070309020205020404" pitchFamily="49" charset="0"/>
                <a:cs typeface="Courier New" panose="02070309020205020404" pitchFamily="49" charset="0"/>
              </a:rPr>
              <a:t>August</a:t>
            </a:r>
          </a:p>
          <a:p>
            <a:r>
              <a:rPr lang="en-US" sz="1800" dirty="0">
                <a:latin typeface="Courier New" panose="02070309020205020404" pitchFamily="49" charset="0"/>
                <a:cs typeface="Courier New" panose="02070309020205020404" pitchFamily="49" charset="0"/>
              </a:rPr>
              <a:t>September</a:t>
            </a:r>
          </a:p>
          <a:p>
            <a:r>
              <a:rPr lang="en-US" sz="1800" dirty="0">
                <a:latin typeface="Courier New" panose="02070309020205020404" pitchFamily="49" charset="0"/>
                <a:cs typeface="Courier New" panose="02070309020205020404" pitchFamily="49" charset="0"/>
              </a:rPr>
              <a:t>October</a:t>
            </a:r>
          </a:p>
          <a:p>
            <a:r>
              <a:rPr lang="en-US" sz="1800" dirty="0">
                <a:latin typeface="Courier New" panose="02070309020205020404" pitchFamily="49" charset="0"/>
                <a:cs typeface="Courier New" panose="02070309020205020404" pitchFamily="49" charset="0"/>
              </a:rPr>
              <a:t>November</a:t>
            </a:r>
          </a:p>
          <a:p>
            <a:r>
              <a:rPr lang="en-US" sz="1800" dirty="0">
                <a:latin typeface="Courier New" panose="02070309020205020404" pitchFamily="49" charset="0"/>
                <a:cs typeface="Courier New" panose="02070309020205020404" pitchFamily="49" charset="0"/>
              </a:rPr>
              <a:t>December</a:t>
            </a:r>
          </a:p>
          <a:p>
            <a:endParaRPr lang="en-US" sz="1800" spc="-10" dirty="0" smtClean="0">
              <a:latin typeface="Courier New" panose="02070309020205020404" pitchFamily="49" charset="0"/>
              <a:cs typeface="Courier New" panose="02070309020205020404" pitchFamily="49" charset="0"/>
            </a:endParaRPr>
          </a:p>
        </p:txBody>
      </p:sp>
      <p:sp>
        <p:nvSpPr>
          <p:cNvPr id="8" name="TextBox 7"/>
          <p:cNvSpPr txBox="1"/>
          <p:nvPr/>
        </p:nvSpPr>
        <p:spPr>
          <a:xfrm>
            <a:off x="3733800" y="1371600"/>
            <a:ext cx="5410200" cy="3693319"/>
          </a:xfrm>
          <a:prstGeom prst="rect">
            <a:avLst/>
          </a:prstGeom>
          <a:solidFill>
            <a:schemeClr val="accent6">
              <a:lumMod val="20000"/>
              <a:lumOff val="80000"/>
            </a:schemeClr>
          </a:solidFill>
          <a:ln w="57150">
            <a:solidFill>
              <a:schemeClr val="tx1"/>
            </a:solidFill>
          </a:ln>
        </p:spPr>
        <p:txBody>
          <a:bodyPr wrap="square" rtlCol="0">
            <a:spAutoFit/>
          </a:bodyPr>
          <a:lstStyle/>
          <a:p>
            <a:endParaRPr lang="en-US" sz="1600" spc="-10" dirty="0" smtClean="0">
              <a:latin typeface="Courier New" panose="02070309020205020404" pitchFamily="49" charset="0"/>
              <a:cs typeface="Courier New" panose="02070309020205020404" pitchFamily="49" charset="0"/>
            </a:endParaRPr>
          </a:p>
          <a:p>
            <a:r>
              <a:rPr lang="en-US" sz="1800" dirty="0">
                <a:latin typeface="Courier New" panose="02070309020205020404" pitchFamily="49" charset="0"/>
                <a:cs typeface="Courier New" panose="02070309020205020404" pitchFamily="49" charset="0"/>
              </a:rPr>
              <a:t>JAVA0505.JAVA</a:t>
            </a:r>
          </a:p>
          <a:p>
            <a:r>
              <a:rPr lang="en-US" sz="1800" dirty="0">
                <a:latin typeface="Courier New" panose="02070309020205020404" pitchFamily="49" charset="0"/>
                <a:cs typeface="Courier New" panose="02070309020205020404" pitchFamily="49" charset="0"/>
              </a:rPr>
              <a:t> </a:t>
            </a:r>
          </a:p>
          <a:p>
            <a:r>
              <a:rPr lang="en-US" sz="1800" dirty="0">
                <a:latin typeface="Courier New" panose="02070309020205020404" pitchFamily="49" charset="0"/>
                <a:cs typeface="Courier New" panose="02070309020205020404" pitchFamily="49" charset="0"/>
              </a:rPr>
              <a:t>Enter month number.  [1..12]  --&gt;  </a:t>
            </a:r>
            <a:r>
              <a:rPr lang="en-US" sz="1800" dirty="0" smtClean="0">
                <a:latin typeface="Courier New" panose="02070309020205020404" pitchFamily="49" charset="0"/>
                <a:cs typeface="Courier New" panose="02070309020205020404" pitchFamily="49" charset="0"/>
              </a:rPr>
              <a:t>6</a:t>
            </a:r>
            <a:endParaRPr lang="en-US" sz="1800" dirty="0">
              <a:latin typeface="Courier New" panose="02070309020205020404" pitchFamily="49" charset="0"/>
              <a:cs typeface="Courier New" panose="02070309020205020404" pitchFamily="49" charset="0"/>
            </a:endParaRPr>
          </a:p>
          <a:p>
            <a:r>
              <a:rPr lang="en-US" sz="1800" dirty="0">
                <a:latin typeface="Courier New" panose="02070309020205020404" pitchFamily="49" charset="0"/>
                <a:cs typeface="Courier New" panose="02070309020205020404" pitchFamily="49" charset="0"/>
              </a:rPr>
              <a:t> </a:t>
            </a:r>
          </a:p>
          <a:p>
            <a:r>
              <a:rPr lang="en-US" sz="1800" dirty="0" smtClean="0">
                <a:latin typeface="Courier New" panose="02070309020205020404" pitchFamily="49" charset="0"/>
                <a:cs typeface="Courier New" panose="02070309020205020404" pitchFamily="49" charset="0"/>
              </a:rPr>
              <a:t>June</a:t>
            </a:r>
            <a:endParaRPr lang="en-US" sz="1800" dirty="0">
              <a:latin typeface="Courier New" panose="02070309020205020404" pitchFamily="49" charset="0"/>
              <a:cs typeface="Courier New" panose="02070309020205020404" pitchFamily="49" charset="0"/>
            </a:endParaRPr>
          </a:p>
          <a:p>
            <a:r>
              <a:rPr lang="en-US" sz="1800" dirty="0">
                <a:latin typeface="Courier New" panose="02070309020205020404" pitchFamily="49" charset="0"/>
                <a:cs typeface="Courier New" panose="02070309020205020404" pitchFamily="49" charset="0"/>
              </a:rPr>
              <a:t>July</a:t>
            </a:r>
          </a:p>
          <a:p>
            <a:r>
              <a:rPr lang="en-US" sz="1800" dirty="0">
                <a:latin typeface="Courier New" panose="02070309020205020404" pitchFamily="49" charset="0"/>
                <a:cs typeface="Courier New" panose="02070309020205020404" pitchFamily="49" charset="0"/>
              </a:rPr>
              <a:t>August</a:t>
            </a:r>
          </a:p>
          <a:p>
            <a:r>
              <a:rPr lang="en-US" sz="1800" dirty="0">
                <a:latin typeface="Courier New" panose="02070309020205020404" pitchFamily="49" charset="0"/>
                <a:cs typeface="Courier New" panose="02070309020205020404" pitchFamily="49" charset="0"/>
              </a:rPr>
              <a:t>September</a:t>
            </a:r>
          </a:p>
          <a:p>
            <a:r>
              <a:rPr lang="en-US" sz="1800" dirty="0">
                <a:latin typeface="Courier New" panose="02070309020205020404" pitchFamily="49" charset="0"/>
                <a:cs typeface="Courier New" panose="02070309020205020404" pitchFamily="49" charset="0"/>
              </a:rPr>
              <a:t>October</a:t>
            </a:r>
          </a:p>
          <a:p>
            <a:r>
              <a:rPr lang="en-US" sz="1800" dirty="0">
                <a:latin typeface="Courier New" panose="02070309020205020404" pitchFamily="49" charset="0"/>
                <a:cs typeface="Courier New" panose="02070309020205020404" pitchFamily="49" charset="0"/>
              </a:rPr>
              <a:t>November</a:t>
            </a:r>
          </a:p>
          <a:p>
            <a:r>
              <a:rPr lang="en-US" sz="1800" dirty="0">
                <a:latin typeface="Courier New" panose="02070309020205020404" pitchFamily="49" charset="0"/>
                <a:cs typeface="Courier New" panose="02070309020205020404" pitchFamily="49" charset="0"/>
              </a:rPr>
              <a:t>December</a:t>
            </a:r>
          </a:p>
          <a:p>
            <a:endParaRPr lang="en-US" sz="1800" spc="-10" dirty="0" smtClean="0">
              <a:latin typeface="Courier New" panose="02070309020205020404" pitchFamily="49" charset="0"/>
              <a:cs typeface="Courier New" panose="02070309020205020404" pitchFamily="49" charset="0"/>
            </a:endParaRPr>
          </a:p>
        </p:txBody>
      </p:sp>
      <p:pic>
        <p:nvPicPr>
          <p:cNvPr id="41988" name="Picture 5" descr="C:\Users\johnschram\AppData\Local\Microsoft\Windows\Temporary Internet Files\Content.IE5\6013PBX8\MC900441523[1].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47800" y="1981200"/>
            <a:ext cx="1828800" cy="156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89" name="Picture 7" descr="C:\Users\johnschram\AppData\Local\Microsoft\Windows\Temporary Internet Files\Content.IE5\63XOC3GE\MC900383528[1].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58000" y="2971800"/>
            <a:ext cx="118745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p:nvPr/>
        </p:nvSpPr>
        <p:spPr>
          <a:xfrm>
            <a:off x="0" y="4937760"/>
            <a:ext cx="9144000" cy="1969770"/>
          </a:xfrm>
          <a:prstGeom prst="rect">
            <a:avLst/>
          </a:prstGeom>
          <a:solidFill>
            <a:schemeClr val="accent6">
              <a:lumMod val="20000"/>
              <a:lumOff val="80000"/>
            </a:schemeClr>
          </a:solidFill>
          <a:ln w="57150">
            <a:solidFill>
              <a:schemeClr val="tx1"/>
            </a:solidFill>
          </a:ln>
        </p:spPr>
        <p:txBody>
          <a:bodyPr wrap="square" rtlCol="0">
            <a:spAutoFit/>
          </a:bodyPr>
          <a:lstStyle/>
          <a:p>
            <a:endParaRPr lang="en-US" sz="1600" spc="-10" dirty="0" smtClean="0">
              <a:latin typeface="Courier New" panose="02070309020205020404" pitchFamily="49" charset="0"/>
              <a:cs typeface="Courier New" panose="02070309020205020404" pitchFamily="49" charset="0"/>
            </a:endParaRPr>
          </a:p>
          <a:p>
            <a:r>
              <a:rPr lang="en-US" sz="1800" dirty="0">
                <a:latin typeface="Courier New" panose="02070309020205020404" pitchFamily="49" charset="0"/>
                <a:cs typeface="Courier New" panose="02070309020205020404" pitchFamily="49" charset="0"/>
              </a:rPr>
              <a:t>JAVA0505.JAVA</a:t>
            </a:r>
          </a:p>
          <a:p>
            <a:r>
              <a:rPr lang="en-US" sz="1800" dirty="0">
                <a:latin typeface="Courier New" panose="02070309020205020404" pitchFamily="49" charset="0"/>
                <a:cs typeface="Courier New" panose="02070309020205020404" pitchFamily="49" charset="0"/>
              </a:rPr>
              <a:t> </a:t>
            </a:r>
          </a:p>
          <a:p>
            <a:r>
              <a:rPr lang="en-US" sz="1800" dirty="0">
                <a:latin typeface="Courier New" panose="02070309020205020404" pitchFamily="49" charset="0"/>
                <a:cs typeface="Courier New" panose="02070309020205020404" pitchFamily="49" charset="0"/>
              </a:rPr>
              <a:t>Enter month number.  [1..12]  --&gt;  </a:t>
            </a:r>
            <a:r>
              <a:rPr lang="en-US" sz="1800" dirty="0" smtClean="0">
                <a:latin typeface="Courier New" panose="02070309020205020404" pitchFamily="49" charset="0"/>
                <a:cs typeface="Courier New" panose="02070309020205020404" pitchFamily="49" charset="0"/>
              </a:rPr>
              <a:t>12</a:t>
            </a:r>
            <a:endParaRPr lang="en-US" sz="1800" dirty="0">
              <a:latin typeface="Courier New" panose="02070309020205020404" pitchFamily="49" charset="0"/>
              <a:cs typeface="Courier New" panose="02070309020205020404" pitchFamily="49" charset="0"/>
            </a:endParaRPr>
          </a:p>
          <a:p>
            <a:r>
              <a:rPr lang="en-US" sz="1800" dirty="0">
                <a:latin typeface="Courier New" panose="02070309020205020404" pitchFamily="49" charset="0"/>
                <a:cs typeface="Courier New" panose="02070309020205020404" pitchFamily="49" charset="0"/>
              </a:rPr>
              <a:t> </a:t>
            </a:r>
          </a:p>
          <a:p>
            <a:r>
              <a:rPr lang="en-US" sz="1800" dirty="0" smtClean="0">
                <a:latin typeface="Courier New" panose="02070309020205020404" pitchFamily="49" charset="0"/>
                <a:cs typeface="Courier New" panose="02070309020205020404" pitchFamily="49" charset="0"/>
              </a:rPr>
              <a:t>December</a:t>
            </a:r>
            <a:endParaRPr lang="en-US" sz="1800" dirty="0">
              <a:latin typeface="Courier New" panose="02070309020205020404" pitchFamily="49" charset="0"/>
              <a:cs typeface="Courier New" panose="02070309020205020404" pitchFamily="49" charset="0"/>
            </a:endParaRPr>
          </a:p>
          <a:p>
            <a:endParaRPr lang="en-US" sz="1600" spc="-10" dirty="0" smtClean="0">
              <a:latin typeface="Courier New" panose="02070309020205020404" pitchFamily="49" charset="0"/>
              <a:cs typeface="Courier New" panose="02070309020205020404" pitchFamily="49" charset="0"/>
            </a:endParaRPr>
          </a:p>
        </p:txBody>
      </p:sp>
    </p:spTree>
  </p:cSld>
  <p:clrMapOvr>
    <a:masterClrMapping/>
  </p:clrMapOvr>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p:cNvSpPr txBox="1">
            <a:spLocks noChangeArrowheads="1"/>
          </p:cNvSpPr>
          <p:nvPr/>
        </p:nvSpPr>
        <p:spPr bwMode="auto">
          <a:xfrm>
            <a:off x="0" y="0"/>
            <a:ext cx="9144000" cy="6858000"/>
          </a:xfrm>
          <a:prstGeom prst="rect">
            <a:avLst/>
          </a:prstGeom>
          <a:solidFill>
            <a:srgbClr val="FFFF99"/>
          </a:solidFill>
          <a:ln w="57150">
            <a:solidFill>
              <a:schemeClr val="tx1"/>
            </a:solidFill>
            <a:miter lim="800000"/>
            <a:headEnd/>
            <a:tailEnd/>
          </a:ln>
        </p:spPr>
        <p:txBody>
          <a:bodyPr>
            <a:spAutoFit/>
          </a:bodyPr>
          <a:lstStyle>
            <a:lvl1pPr eaLnBrk="0" hangingPunct="0">
              <a:tabLst>
                <a:tab pos="463550" algn="l"/>
                <a:tab pos="914400" algn="l"/>
                <a:tab pos="1377950" algn="l"/>
                <a:tab pos="1828800" algn="l"/>
                <a:tab pos="2286000" algn="l"/>
                <a:tab pos="2743200" algn="l"/>
                <a:tab pos="3717925" algn="l"/>
                <a:tab pos="6523038" algn="l"/>
              </a:tabLst>
              <a:defRPr sz="1900" b="1">
                <a:solidFill>
                  <a:schemeClr val="tx1"/>
                </a:solidFill>
                <a:latin typeface="Arial Black" pitchFamily="34" charset="0"/>
              </a:defRPr>
            </a:lvl1pPr>
            <a:lvl2pPr marL="742950" indent="-285750" eaLnBrk="0" hangingPunct="0">
              <a:tabLst>
                <a:tab pos="463550" algn="l"/>
                <a:tab pos="914400" algn="l"/>
                <a:tab pos="1377950" algn="l"/>
                <a:tab pos="1828800" algn="l"/>
                <a:tab pos="2286000" algn="l"/>
                <a:tab pos="2743200" algn="l"/>
                <a:tab pos="3717925" algn="l"/>
                <a:tab pos="6523038" algn="l"/>
              </a:tabLst>
              <a:defRPr sz="1900" b="1">
                <a:solidFill>
                  <a:schemeClr val="tx1"/>
                </a:solidFill>
                <a:latin typeface="Arial Black" pitchFamily="34" charset="0"/>
              </a:defRPr>
            </a:lvl2pPr>
            <a:lvl3pPr marL="1143000" indent="-228600" eaLnBrk="0" hangingPunct="0">
              <a:tabLst>
                <a:tab pos="463550" algn="l"/>
                <a:tab pos="914400" algn="l"/>
                <a:tab pos="1377950" algn="l"/>
                <a:tab pos="1828800" algn="l"/>
                <a:tab pos="2286000" algn="l"/>
                <a:tab pos="2743200" algn="l"/>
                <a:tab pos="3717925" algn="l"/>
                <a:tab pos="6523038" algn="l"/>
              </a:tabLst>
              <a:defRPr sz="1900" b="1">
                <a:solidFill>
                  <a:schemeClr val="tx1"/>
                </a:solidFill>
                <a:latin typeface="Arial Black" pitchFamily="34" charset="0"/>
              </a:defRPr>
            </a:lvl3pPr>
            <a:lvl4pPr marL="1600200" indent="-228600" eaLnBrk="0" hangingPunct="0">
              <a:tabLst>
                <a:tab pos="463550" algn="l"/>
                <a:tab pos="914400" algn="l"/>
                <a:tab pos="1377950" algn="l"/>
                <a:tab pos="1828800" algn="l"/>
                <a:tab pos="2286000" algn="l"/>
                <a:tab pos="2743200" algn="l"/>
                <a:tab pos="3717925" algn="l"/>
                <a:tab pos="6523038" algn="l"/>
              </a:tabLst>
              <a:defRPr sz="1900" b="1">
                <a:solidFill>
                  <a:schemeClr val="tx1"/>
                </a:solidFill>
                <a:latin typeface="Arial Black" pitchFamily="34" charset="0"/>
              </a:defRPr>
            </a:lvl4pPr>
            <a:lvl5pPr marL="2057400" indent="-228600" eaLnBrk="0" hangingPunct="0">
              <a:tabLst>
                <a:tab pos="463550" algn="l"/>
                <a:tab pos="914400" algn="l"/>
                <a:tab pos="1377950" algn="l"/>
                <a:tab pos="1828800" algn="l"/>
                <a:tab pos="2286000" algn="l"/>
                <a:tab pos="2743200" algn="l"/>
                <a:tab pos="3717925" algn="l"/>
                <a:tab pos="6523038"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463550" algn="l"/>
                <a:tab pos="914400" algn="l"/>
                <a:tab pos="1377950" algn="l"/>
                <a:tab pos="1828800" algn="l"/>
                <a:tab pos="2286000" algn="l"/>
                <a:tab pos="2743200" algn="l"/>
                <a:tab pos="3717925" algn="l"/>
                <a:tab pos="6523038"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463550" algn="l"/>
                <a:tab pos="914400" algn="l"/>
                <a:tab pos="1377950" algn="l"/>
                <a:tab pos="1828800" algn="l"/>
                <a:tab pos="2286000" algn="l"/>
                <a:tab pos="2743200" algn="l"/>
                <a:tab pos="3717925" algn="l"/>
                <a:tab pos="6523038"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463550" algn="l"/>
                <a:tab pos="914400" algn="l"/>
                <a:tab pos="1377950" algn="l"/>
                <a:tab pos="1828800" algn="l"/>
                <a:tab pos="2286000" algn="l"/>
                <a:tab pos="2743200" algn="l"/>
                <a:tab pos="3717925" algn="l"/>
                <a:tab pos="6523038"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463550" algn="l"/>
                <a:tab pos="914400" algn="l"/>
                <a:tab pos="1377950" algn="l"/>
                <a:tab pos="1828800" algn="l"/>
                <a:tab pos="2286000" algn="l"/>
                <a:tab pos="2743200" algn="l"/>
                <a:tab pos="3717925" algn="l"/>
                <a:tab pos="6523038" algn="l"/>
              </a:tabLst>
              <a:defRPr sz="1900" b="1">
                <a:solidFill>
                  <a:schemeClr val="tx1"/>
                </a:solidFill>
                <a:latin typeface="Arial Black" pitchFamily="34" charset="0"/>
              </a:defRPr>
            </a:lvl9pPr>
          </a:lstStyle>
          <a:p>
            <a:pPr>
              <a:lnSpc>
                <a:spcPct val="85000"/>
              </a:lnSpc>
            </a:pPr>
            <a:r>
              <a:rPr lang="en-US" sz="1600" dirty="0">
                <a:latin typeface="Times New Roman" panose="02020603050405020304" pitchFamily="18" charset="0"/>
                <a:cs typeface="Times New Roman" panose="02020603050405020304" pitchFamily="18" charset="0"/>
              </a:rPr>
              <a:t>// Java0506.java</a:t>
            </a:r>
          </a:p>
          <a:p>
            <a:pPr>
              <a:lnSpc>
                <a:spcPct val="85000"/>
              </a:lnSpc>
            </a:pPr>
            <a:r>
              <a:rPr lang="en-US" sz="1600" dirty="0">
                <a:latin typeface="Times New Roman" panose="02020603050405020304" pitchFamily="18" charset="0"/>
                <a:cs typeface="Times New Roman" panose="02020603050405020304" pitchFamily="18" charset="0"/>
              </a:rPr>
              <a:t>// This program demonstrates multi-way selection with &lt;switch&gt; and &lt;case&gt;.</a:t>
            </a:r>
          </a:p>
          <a:p>
            <a:pPr>
              <a:lnSpc>
                <a:spcPct val="85000"/>
              </a:lnSpc>
            </a:pPr>
            <a:r>
              <a:rPr lang="en-US" sz="1600" dirty="0">
                <a:latin typeface="Times New Roman" panose="02020603050405020304" pitchFamily="18" charset="0"/>
                <a:cs typeface="Times New Roman" panose="02020603050405020304" pitchFamily="18" charset="0"/>
              </a:rPr>
              <a:t>// This program adds &lt;break&gt; and &lt;default</a:t>
            </a:r>
            <a:r>
              <a:rPr lang="en-US" sz="1600" dirty="0" smtClean="0">
                <a:latin typeface="Times New Roman" panose="02020603050405020304" pitchFamily="18" charset="0"/>
                <a:cs typeface="Times New Roman" panose="02020603050405020304" pitchFamily="18" charset="0"/>
              </a:rPr>
              <a:t>&gt;.  The </a:t>
            </a:r>
            <a:r>
              <a:rPr lang="en-US" sz="1600" dirty="0">
                <a:latin typeface="Times New Roman" panose="02020603050405020304" pitchFamily="18" charset="0"/>
                <a:cs typeface="Times New Roman" panose="02020603050405020304" pitchFamily="18" charset="0"/>
              </a:rPr>
              <a:t>use of &lt;break&gt; is required for logical output</a:t>
            </a:r>
            <a:r>
              <a:rPr lang="en-US" sz="1600" dirty="0" smtClean="0">
                <a:latin typeface="Times New Roman" panose="02020603050405020304" pitchFamily="18" charset="0"/>
                <a:cs typeface="Times New Roman" panose="02020603050405020304" pitchFamily="18" charset="0"/>
              </a:rPr>
              <a:t>.</a:t>
            </a:r>
          </a:p>
          <a:p>
            <a:pPr>
              <a:lnSpc>
                <a:spcPct val="85000"/>
              </a:lnSpc>
            </a:pPr>
            <a:endParaRPr lang="en-US" sz="700" dirty="0">
              <a:latin typeface="Times New Roman" panose="02020603050405020304" pitchFamily="18" charset="0"/>
              <a:cs typeface="Times New Roman" panose="02020603050405020304" pitchFamily="18" charset="0"/>
            </a:endParaRPr>
          </a:p>
          <a:p>
            <a:pPr>
              <a:lnSpc>
                <a:spcPct val="85000"/>
              </a:lnSpc>
            </a:pPr>
            <a:r>
              <a:rPr lang="en-US" sz="1600" dirty="0">
                <a:latin typeface="Times New Roman" panose="02020603050405020304" pitchFamily="18" charset="0"/>
                <a:cs typeface="Times New Roman" panose="02020603050405020304" pitchFamily="18" charset="0"/>
              </a:rPr>
              <a:t>import </a:t>
            </a:r>
            <a:r>
              <a:rPr lang="en-US" sz="1600" dirty="0" err="1">
                <a:latin typeface="Times New Roman" panose="02020603050405020304" pitchFamily="18" charset="0"/>
                <a:cs typeface="Times New Roman" panose="02020603050405020304" pitchFamily="18" charset="0"/>
              </a:rPr>
              <a:t>java.util.Scanner</a:t>
            </a:r>
            <a:r>
              <a:rPr lang="en-US" sz="1600" dirty="0" smtClean="0">
                <a:latin typeface="Times New Roman" panose="02020603050405020304" pitchFamily="18" charset="0"/>
                <a:cs typeface="Times New Roman" panose="02020603050405020304" pitchFamily="18" charset="0"/>
              </a:rPr>
              <a:t>;</a:t>
            </a:r>
          </a:p>
          <a:p>
            <a:pPr>
              <a:lnSpc>
                <a:spcPct val="85000"/>
              </a:lnSpc>
            </a:pPr>
            <a:endParaRPr lang="en-US" sz="700" dirty="0">
              <a:latin typeface="Times New Roman" panose="02020603050405020304" pitchFamily="18" charset="0"/>
              <a:cs typeface="Times New Roman" panose="02020603050405020304" pitchFamily="18" charset="0"/>
            </a:endParaRPr>
          </a:p>
          <a:p>
            <a:pPr>
              <a:lnSpc>
                <a:spcPct val="85000"/>
              </a:lnSpc>
            </a:pPr>
            <a:r>
              <a:rPr lang="en-US" sz="1600" dirty="0">
                <a:latin typeface="Times New Roman" panose="02020603050405020304" pitchFamily="18" charset="0"/>
                <a:cs typeface="Times New Roman" panose="02020603050405020304" pitchFamily="18" charset="0"/>
              </a:rPr>
              <a:t>public class Java0506</a:t>
            </a:r>
          </a:p>
          <a:p>
            <a:pPr>
              <a:lnSpc>
                <a:spcPct val="80000"/>
              </a:lnSpc>
            </a:pPr>
            <a:r>
              <a:rPr lang="en-US" sz="1600" dirty="0">
                <a:latin typeface="Times New Roman" panose="02020603050405020304" pitchFamily="18" charset="0"/>
                <a:cs typeface="Times New Roman" panose="02020603050405020304" pitchFamily="18" charset="0"/>
              </a:rPr>
              <a:t>{</a:t>
            </a:r>
          </a:p>
          <a:p>
            <a:pPr>
              <a:lnSpc>
                <a:spcPct val="85000"/>
              </a:lnSpc>
            </a:pPr>
            <a:r>
              <a:rPr lang="en-US" sz="1600" dirty="0">
                <a:latin typeface="Times New Roman" panose="02020603050405020304" pitchFamily="18" charset="0"/>
                <a:cs typeface="Times New Roman" panose="02020603050405020304" pitchFamily="18" charset="0"/>
              </a:rPr>
              <a:t>	public static void main (String </a:t>
            </a:r>
            <a:r>
              <a:rPr lang="en-US" sz="1600" dirty="0" err="1">
                <a:latin typeface="Times New Roman" panose="02020603050405020304" pitchFamily="18" charset="0"/>
                <a:cs typeface="Times New Roman" panose="02020603050405020304" pitchFamily="18" charset="0"/>
              </a:rPr>
              <a:t>args</a:t>
            </a:r>
            <a:r>
              <a:rPr lang="en-US" sz="1600" dirty="0">
                <a:latin typeface="Times New Roman" panose="02020603050405020304" pitchFamily="18" charset="0"/>
                <a:cs typeface="Times New Roman" panose="02020603050405020304" pitchFamily="18" charset="0"/>
              </a:rPr>
              <a:t>[])</a:t>
            </a:r>
          </a:p>
          <a:p>
            <a:pPr>
              <a:lnSpc>
                <a:spcPct val="80000"/>
              </a:lnSpc>
            </a:pPr>
            <a:r>
              <a:rPr lang="en-US" sz="1600" dirty="0">
                <a:latin typeface="Times New Roman" panose="02020603050405020304" pitchFamily="18" charset="0"/>
                <a:cs typeface="Times New Roman" panose="02020603050405020304" pitchFamily="18" charset="0"/>
              </a:rPr>
              <a:t>	{</a:t>
            </a:r>
          </a:p>
          <a:p>
            <a:pPr>
              <a:lnSpc>
                <a:spcPct val="85000"/>
              </a:lnSpc>
            </a:pP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System.out.println</a:t>
            </a:r>
            <a:r>
              <a:rPr lang="en-US" sz="1600" dirty="0">
                <a:latin typeface="Times New Roman" panose="02020603050405020304" pitchFamily="18" charset="0"/>
                <a:cs typeface="Times New Roman" panose="02020603050405020304" pitchFamily="18" charset="0"/>
              </a:rPr>
              <a:t>("\nJAVA0506.JAVA\n");</a:t>
            </a:r>
          </a:p>
          <a:p>
            <a:pPr>
              <a:lnSpc>
                <a:spcPct val="85000"/>
              </a:lnSpc>
            </a:pPr>
            <a:r>
              <a:rPr lang="en-US" sz="1600" dirty="0">
                <a:latin typeface="Times New Roman" panose="02020603050405020304" pitchFamily="18" charset="0"/>
                <a:cs typeface="Times New Roman" panose="02020603050405020304" pitchFamily="18" charset="0"/>
              </a:rPr>
              <a:t>      		Scanner input = new Scanner(System.in</a:t>
            </a:r>
            <a:r>
              <a:rPr lang="en-US" sz="1600" dirty="0" smtClean="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pPr>
              <a:lnSpc>
                <a:spcPct val="85000"/>
              </a:lnSpc>
            </a:pP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System.out.print</a:t>
            </a:r>
            <a:r>
              <a:rPr lang="en-US" sz="1600" dirty="0">
                <a:latin typeface="Times New Roman" panose="02020603050405020304" pitchFamily="18" charset="0"/>
                <a:cs typeface="Times New Roman" panose="02020603050405020304" pitchFamily="18" charset="0"/>
              </a:rPr>
              <a:t>("Enter month number.  [1..12]  --&gt;  ");</a:t>
            </a:r>
          </a:p>
          <a:p>
            <a:pPr>
              <a:lnSpc>
                <a:spcPct val="85000"/>
              </a:lnSpc>
            </a:pP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int</a:t>
            </a:r>
            <a:r>
              <a:rPr lang="en-US" sz="1600" dirty="0">
                <a:latin typeface="Times New Roman" panose="02020603050405020304" pitchFamily="18" charset="0"/>
                <a:cs typeface="Times New Roman" panose="02020603050405020304" pitchFamily="18" charset="0"/>
              </a:rPr>
              <a:t> month = </a:t>
            </a:r>
            <a:r>
              <a:rPr lang="en-US" sz="1600" dirty="0" err="1">
                <a:latin typeface="Times New Roman" panose="02020603050405020304" pitchFamily="18" charset="0"/>
                <a:cs typeface="Times New Roman" panose="02020603050405020304" pitchFamily="18" charset="0"/>
              </a:rPr>
              <a:t>input.nextInt</a:t>
            </a:r>
            <a:r>
              <a:rPr lang="en-US" sz="1600" dirty="0">
                <a:latin typeface="Times New Roman" panose="02020603050405020304" pitchFamily="18" charset="0"/>
                <a:cs typeface="Times New Roman" panose="02020603050405020304" pitchFamily="18" charset="0"/>
              </a:rPr>
              <a:t>();</a:t>
            </a:r>
          </a:p>
          <a:p>
            <a:pPr>
              <a:lnSpc>
                <a:spcPct val="85000"/>
              </a:lnSpc>
            </a:pP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System.out.println</a:t>
            </a:r>
            <a:r>
              <a:rPr lang="en-US" sz="1600" dirty="0">
                <a:latin typeface="Times New Roman" panose="02020603050405020304" pitchFamily="18" charset="0"/>
                <a:cs typeface="Times New Roman" panose="02020603050405020304" pitchFamily="18" charset="0"/>
              </a:rPr>
              <a:t>();</a:t>
            </a:r>
          </a:p>
          <a:p>
            <a:pPr eaLnBrk="1" hangingPunct="1">
              <a:lnSpc>
                <a:spcPct val="85000"/>
              </a:lnSpc>
            </a:pPr>
            <a:endParaRPr lang="en-US" sz="700" dirty="0">
              <a:latin typeface="Times New Roman" pitchFamily="18" charset="0"/>
              <a:sym typeface="Symbol" pitchFamily="18" charset="2"/>
            </a:endParaRPr>
          </a:p>
          <a:p>
            <a:pPr eaLnBrk="1" hangingPunct="1">
              <a:lnSpc>
                <a:spcPct val="85000"/>
              </a:lnSpc>
            </a:pPr>
            <a:r>
              <a:rPr lang="en-US" sz="1600" dirty="0">
                <a:latin typeface="Times New Roman" pitchFamily="18" charset="0"/>
                <a:sym typeface="Symbol" pitchFamily="18" charset="2"/>
              </a:rPr>
              <a:t>		switch (month)</a:t>
            </a:r>
          </a:p>
          <a:p>
            <a:pPr eaLnBrk="1" hangingPunct="1">
              <a:lnSpc>
                <a:spcPct val="80000"/>
              </a:lnSpc>
              <a:tabLst>
                <a:tab pos="463550" algn="l"/>
                <a:tab pos="914400" algn="l"/>
                <a:tab pos="1377950" algn="l"/>
                <a:tab pos="1828800" algn="l"/>
                <a:tab pos="2286000" algn="l"/>
                <a:tab pos="2743200" algn="l"/>
                <a:tab pos="3200400" algn="l"/>
                <a:tab pos="3657600" algn="l"/>
                <a:tab pos="4114800" algn="l"/>
                <a:tab pos="4572000" algn="l"/>
                <a:tab pos="5316538" algn="l"/>
                <a:tab pos="5486400" algn="l"/>
                <a:tab pos="6523038" algn="l"/>
              </a:tabLst>
            </a:pPr>
            <a:r>
              <a:rPr lang="en-US" sz="1600" dirty="0">
                <a:latin typeface="Times New Roman" pitchFamily="18" charset="0"/>
                <a:sym typeface="Symbol" pitchFamily="18" charset="2"/>
              </a:rPr>
              <a:t>		{</a:t>
            </a:r>
          </a:p>
          <a:p>
            <a:pPr eaLnBrk="1" hangingPunct="1">
              <a:lnSpc>
                <a:spcPct val="85000"/>
              </a:lnSpc>
              <a:tabLst>
                <a:tab pos="463550" algn="l"/>
                <a:tab pos="914400" algn="l"/>
                <a:tab pos="1377950" algn="l"/>
                <a:tab pos="1828800" algn="l"/>
                <a:tab pos="2286000" algn="l"/>
                <a:tab pos="2743200" algn="l"/>
                <a:tab pos="3200400" algn="l"/>
                <a:tab pos="3657600" algn="l"/>
                <a:tab pos="4114800" algn="l"/>
                <a:tab pos="4572000" algn="l"/>
                <a:tab pos="5316538" algn="l"/>
                <a:tab pos="5486400" algn="l"/>
                <a:tab pos="6523038" algn="l"/>
              </a:tabLst>
            </a:pPr>
            <a:r>
              <a:rPr lang="en-US" sz="1600" dirty="0">
                <a:latin typeface="Times New Roman" pitchFamily="18" charset="0"/>
                <a:sym typeface="Symbol" pitchFamily="18" charset="2"/>
              </a:rPr>
              <a:t>			case  1 : </a:t>
            </a:r>
            <a:r>
              <a:rPr lang="en-US" sz="1600" dirty="0" err="1">
                <a:latin typeface="Times New Roman" pitchFamily="18" charset="0"/>
                <a:sym typeface="Symbol" pitchFamily="18" charset="2"/>
              </a:rPr>
              <a:t>System.out.println</a:t>
            </a:r>
            <a:r>
              <a:rPr lang="en-US" sz="1600" dirty="0">
                <a:latin typeface="Times New Roman" pitchFamily="18" charset="0"/>
                <a:sym typeface="Symbol" pitchFamily="18" charset="2"/>
              </a:rPr>
              <a:t>("January"); 	</a:t>
            </a:r>
            <a:r>
              <a:rPr lang="en-US" sz="1600" b="0" dirty="0">
                <a:sym typeface="Symbol" pitchFamily="18" charset="2"/>
              </a:rPr>
              <a:t>break;</a:t>
            </a:r>
          </a:p>
          <a:p>
            <a:pPr eaLnBrk="1" hangingPunct="1">
              <a:lnSpc>
                <a:spcPct val="85000"/>
              </a:lnSpc>
              <a:tabLst>
                <a:tab pos="463550" algn="l"/>
                <a:tab pos="914400" algn="l"/>
                <a:tab pos="1377950" algn="l"/>
                <a:tab pos="1828800" algn="l"/>
                <a:tab pos="2286000" algn="l"/>
                <a:tab pos="2743200" algn="l"/>
                <a:tab pos="3200400" algn="l"/>
                <a:tab pos="3657600" algn="l"/>
                <a:tab pos="4114800" algn="l"/>
                <a:tab pos="4572000" algn="l"/>
                <a:tab pos="5316538" algn="l"/>
                <a:tab pos="5486400" algn="l"/>
                <a:tab pos="6523038" algn="l"/>
              </a:tabLst>
            </a:pPr>
            <a:r>
              <a:rPr lang="en-US" sz="1600" dirty="0">
                <a:latin typeface="Times New Roman" pitchFamily="18" charset="0"/>
                <a:sym typeface="Symbol" pitchFamily="18" charset="2"/>
              </a:rPr>
              <a:t>			case  2 : </a:t>
            </a:r>
            <a:r>
              <a:rPr lang="en-US" sz="1600" dirty="0" err="1">
                <a:latin typeface="Times New Roman" pitchFamily="18" charset="0"/>
                <a:sym typeface="Symbol" pitchFamily="18" charset="2"/>
              </a:rPr>
              <a:t>System.out.println</a:t>
            </a:r>
            <a:r>
              <a:rPr lang="en-US" sz="1600" dirty="0">
                <a:latin typeface="Times New Roman" pitchFamily="18" charset="0"/>
                <a:sym typeface="Symbol" pitchFamily="18" charset="2"/>
              </a:rPr>
              <a:t>("February"); 	</a:t>
            </a:r>
            <a:r>
              <a:rPr lang="en-US" sz="1600" b="0" dirty="0">
                <a:sym typeface="Symbol" pitchFamily="18" charset="2"/>
              </a:rPr>
              <a:t>break;</a:t>
            </a:r>
          </a:p>
          <a:p>
            <a:pPr eaLnBrk="1" hangingPunct="1">
              <a:lnSpc>
                <a:spcPct val="85000"/>
              </a:lnSpc>
              <a:tabLst>
                <a:tab pos="463550" algn="l"/>
                <a:tab pos="914400" algn="l"/>
                <a:tab pos="1377950" algn="l"/>
                <a:tab pos="1828800" algn="l"/>
                <a:tab pos="2286000" algn="l"/>
                <a:tab pos="2743200" algn="l"/>
                <a:tab pos="3200400" algn="l"/>
                <a:tab pos="3657600" algn="l"/>
                <a:tab pos="4114800" algn="l"/>
                <a:tab pos="4572000" algn="l"/>
                <a:tab pos="5316538" algn="l"/>
                <a:tab pos="5486400" algn="l"/>
                <a:tab pos="6523038" algn="l"/>
              </a:tabLst>
            </a:pPr>
            <a:r>
              <a:rPr lang="en-US" sz="1600" dirty="0">
                <a:latin typeface="Times New Roman" pitchFamily="18" charset="0"/>
                <a:sym typeface="Symbol" pitchFamily="18" charset="2"/>
              </a:rPr>
              <a:t>			case  3 : </a:t>
            </a:r>
            <a:r>
              <a:rPr lang="en-US" sz="1600" dirty="0" err="1">
                <a:latin typeface="Times New Roman" pitchFamily="18" charset="0"/>
                <a:sym typeface="Symbol" pitchFamily="18" charset="2"/>
              </a:rPr>
              <a:t>System.out.println</a:t>
            </a:r>
            <a:r>
              <a:rPr lang="en-US" sz="1600" dirty="0">
                <a:latin typeface="Times New Roman" pitchFamily="18" charset="0"/>
                <a:sym typeface="Symbol" pitchFamily="18" charset="2"/>
              </a:rPr>
              <a:t>("March");     	</a:t>
            </a:r>
            <a:r>
              <a:rPr lang="en-US" sz="1600" b="0" dirty="0">
                <a:sym typeface="Symbol" pitchFamily="18" charset="2"/>
              </a:rPr>
              <a:t>break;</a:t>
            </a:r>
          </a:p>
          <a:p>
            <a:pPr eaLnBrk="1" hangingPunct="1">
              <a:lnSpc>
                <a:spcPct val="85000"/>
              </a:lnSpc>
              <a:tabLst>
                <a:tab pos="463550" algn="l"/>
                <a:tab pos="914400" algn="l"/>
                <a:tab pos="1377950" algn="l"/>
                <a:tab pos="1828800" algn="l"/>
                <a:tab pos="2286000" algn="l"/>
                <a:tab pos="2743200" algn="l"/>
                <a:tab pos="3200400" algn="l"/>
                <a:tab pos="3657600" algn="l"/>
                <a:tab pos="4114800" algn="l"/>
                <a:tab pos="4572000" algn="l"/>
                <a:tab pos="5316538" algn="l"/>
                <a:tab pos="5486400" algn="l"/>
                <a:tab pos="6523038" algn="l"/>
              </a:tabLst>
            </a:pPr>
            <a:r>
              <a:rPr lang="en-US" sz="1600" dirty="0">
                <a:latin typeface="Times New Roman" pitchFamily="18" charset="0"/>
                <a:sym typeface="Symbol" pitchFamily="18" charset="2"/>
              </a:rPr>
              <a:t>			case  4 : </a:t>
            </a:r>
            <a:r>
              <a:rPr lang="en-US" sz="1600" dirty="0" err="1">
                <a:latin typeface="Times New Roman" pitchFamily="18" charset="0"/>
                <a:sym typeface="Symbol" pitchFamily="18" charset="2"/>
              </a:rPr>
              <a:t>System.out.println</a:t>
            </a:r>
            <a:r>
              <a:rPr lang="en-US" sz="1600" dirty="0">
                <a:latin typeface="Times New Roman" pitchFamily="18" charset="0"/>
                <a:sym typeface="Symbol" pitchFamily="18" charset="2"/>
              </a:rPr>
              <a:t>("April");     	</a:t>
            </a:r>
            <a:r>
              <a:rPr lang="en-US" sz="1600" b="0" dirty="0">
                <a:sym typeface="Symbol" pitchFamily="18" charset="2"/>
              </a:rPr>
              <a:t>break;</a:t>
            </a:r>
          </a:p>
          <a:p>
            <a:pPr eaLnBrk="1" hangingPunct="1">
              <a:lnSpc>
                <a:spcPct val="85000"/>
              </a:lnSpc>
              <a:tabLst>
                <a:tab pos="463550" algn="l"/>
                <a:tab pos="914400" algn="l"/>
                <a:tab pos="1377950" algn="l"/>
                <a:tab pos="1828800" algn="l"/>
                <a:tab pos="2286000" algn="l"/>
                <a:tab pos="2743200" algn="l"/>
                <a:tab pos="3200400" algn="l"/>
                <a:tab pos="3657600" algn="l"/>
                <a:tab pos="4114800" algn="l"/>
                <a:tab pos="4572000" algn="l"/>
                <a:tab pos="5316538" algn="l"/>
                <a:tab pos="5486400" algn="l"/>
                <a:tab pos="6523038" algn="l"/>
              </a:tabLst>
            </a:pPr>
            <a:r>
              <a:rPr lang="en-US" sz="1600" dirty="0">
                <a:latin typeface="Times New Roman" pitchFamily="18" charset="0"/>
                <a:sym typeface="Symbol" pitchFamily="18" charset="2"/>
              </a:rPr>
              <a:t>			case  5 : </a:t>
            </a:r>
            <a:r>
              <a:rPr lang="en-US" sz="1600" dirty="0" err="1">
                <a:latin typeface="Times New Roman" pitchFamily="18" charset="0"/>
                <a:sym typeface="Symbol" pitchFamily="18" charset="2"/>
              </a:rPr>
              <a:t>System.out.println</a:t>
            </a:r>
            <a:r>
              <a:rPr lang="en-US" sz="1600" dirty="0">
                <a:latin typeface="Times New Roman" pitchFamily="18" charset="0"/>
                <a:sym typeface="Symbol" pitchFamily="18" charset="2"/>
              </a:rPr>
              <a:t>("May");       	</a:t>
            </a:r>
            <a:r>
              <a:rPr lang="en-US" sz="1600" b="0" dirty="0">
                <a:sym typeface="Symbol" pitchFamily="18" charset="2"/>
              </a:rPr>
              <a:t>break;</a:t>
            </a:r>
          </a:p>
          <a:p>
            <a:pPr eaLnBrk="1" hangingPunct="1">
              <a:lnSpc>
                <a:spcPct val="85000"/>
              </a:lnSpc>
              <a:tabLst>
                <a:tab pos="463550" algn="l"/>
                <a:tab pos="914400" algn="l"/>
                <a:tab pos="1377950" algn="l"/>
                <a:tab pos="1828800" algn="l"/>
                <a:tab pos="2286000" algn="l"/>
                <a:tab pos="2743200" algn="l"/>
                <a:tab pos="3200400" algn="l"/>
                <a:tab pos="3657600" algn="l"/>
                <a:tab pos="4114800" algn="l"/>
                <a:tab pos="4572000" algn="l"/>
                <a:tab pos="5316538" algn="l"/>
                <a:tab pos="5486400" algn="l"/>
                <a:tab pos="6523038" algn="l"/>
              </a:tabLst>
            </a:pPr>
            <a:r>
              <a:rPr lang="en-US" sz="1600" dirty="0">
                <a:latin typeface="Times New Roman" pitchFamily="18" charset="0"/>
                <a:sym typeface="Symbol" pitchFamily="18" charset="2"/>
              </a:rPr>
              <a:t>			case  6 : </a:t>
            </a:r>
            <a:r>
              <a:rPr lang="en-US" sz="1600" dirty="0" err="1">
                <a:latin typeface="Times New Roman" pitchFamily="18" charset="0"/>
                <a:sym typeface="Symbol" pitchFamily="18" charset="2"/>
              </a:rPr>
              <a:t>System.out.println</a:t>
            </a:r>
            <a:r>
              <a:rPr lang="en-US" sz="1600" dirty="0">
                <a:latin typeface="Times New Roman" pitchFamily="18" charset="0"/>
                <a:sym typeface="Symbol" pitchFamily="18" charset="2"/>
              </a:rPr>
              <a:t>("June");      	</a:t>
            </a:r>
            <a:r>
              <a:rPr lang="en-US" sz="1600" b="0" dirty="0">
                <a:sym typeface="Symbol" pitchFamily="18" charset="2"/>
              </a:rPr>
              <a:t>break;</a:t>
            </a:r>
          </a:p>
          <a:p>
            <a:pPr eaLnBrk="1" hangingPunct="1">
              <a:lnSpc>
                <a:spcPct val="85000"/>
              </a:lnSpc>
              <a:tabLst>
                <a:tab pos="463550" algn="l"/>
                <a:tab pos="914400" algn="l"/>
                <a:tab pos="1377950" algn="l"/>
                <a:tab pos="1828800" algn="l"/>
                <a:tab pos="2286000" algn="l"/>
                <a:tab pos="2743200" algn="l"/>
                <a:tab pos="3200400" algn="l"/>
                <a:tab pos="3657600" algn="l"/>
                <a:tab pos="4114800" algn="l"/>
                <a:tab pos="4572000" algn="l"/>
                <a:tab pos="5316538" algn="l"/>
                <a:tab pos="5486400" algn="l"/>
                <a:tab pos="6523038" algn="l"/>
              </a:tabLst>
            </a:pPr>
            <a:r>
              <a:rPr lang="en-US" sz="1600" dirty="0">
                <a:latin typeface="Times New Roman" pitchFamily="18" charset="0"/>
                <a:sym typeface="Symbol" pitchFamily="18" charset="2"/>
              </a:rPr>
              <a:t>			case  7 : </a:t>
            </a:r>
            <a:r>
              <a:rPr lang="en-US" sz="1600" dirty="0" err="1">
                <a:latin typeface="Times New Roman" pitchFamily="18" charset="0"/>
                <a:sym typeface="Symbol" pitchFamily="18" charset="2"/>
              </a:rPr>
              <a:t>System.out.println</a:t>
            </a:r>
            <a:r>
              <a:rPr lang="en-US" sz="1600" dirty="0">
                <a:latin typeface="Times New Roman" pitchFamily="18" charset="0"/>
                <a:sym typeface="Symbol" pitchFamily="18" charset="2"/>
              </a:rPr>
              <a:t>("July");      	</a:t>
            </a:r>
            <a:r>
              <a:rPr lang="en-US" sz="1600" b="0" dirty="0">
                <a:sym typeface="Symbol" pitchFamily="18" charset="2"/>
              </a:rPr>
              <a:t>break;</a:t>
            </a:r>
          </a:p>
          <a:p>
            <a:pPr eaLnBrk="1" hangingPunct="1">
              <a:lnSpc>
                <a:spcPct val="85000"/>
              </a:lnSpc>
              <a:tabLst>
                <a:tab pos="463550" algn="l"/>
                <a:tab pos="914400" algn="l"/>
                <a:tab pos="1377950" algn="l"/>
                <a:tab pos="1828800" algn="l"/>
                <a:tab pos="2286000" algn="l"/>
                <a:tab pos="2743200" algn="l"/>
                <a:tab pos="3200400" algn="l"/>
                <a:tab pos="3657600" algn="l"/>
                <a:tab pos="4114800" algn="l"/>
                <a:tab pos="4572000" algn="l"/>
                <a:tab pos="5316538" algn="l"/>
                <a:tab pos="5486400" algn="l"/>
                <a:tab pos="6523038" algn="l"/>
              </a:tabLst>
            </a:pPr>
            <a:r>
              <a:rPr lang="en-US" sz="1600" dirty="0">
                <a:latin typeface="Times New Roman" pitchFamily="18" charset="0"/>
                <a:sym typeface="Symbol" pitchFamily="18" charset="2"/>
              </a:rPr>
              <a:t>			case  8 : </a:t>
            </a:r>
            <a:r>
              <a:rPr lang="en-US" sz="1600" dirty="0" err="1">
                <a:latin typeface="Times New Roman" pitchFamily="18" charset="0"/>
                <a:sym typeface="Symbol" pitchFamily="18" charset="2"/>
              </a:rPr>
              <a:t>System.out.println</a:t>
            </a:r>
            <a:r>
              <a:rPr lang="en-US" sz="1600" dirty="0">
                <a:latin typeface="Times New Roman" pitchFamily="18" charset="0"/>
                <a:sym typeface="Symbol" pitchFamily="18" charset="2"/>
              </a:rPr>
              <a:t>("August");    	</a:t>
            </a:r>
            <a:r>
              <a:rPr lang="en-US" sz="1600" b="0" dirty="0">
                <a:sym typeface="Symbol" pitchFamily="18" charset="2"/>
              </a:rPr>
              <a:t>break;</a:t>
            </a:r>
          </a:p>
          <a:p>
            <a:pPr eaLnBrk="1" hangingPunct="1">
              <a:lnSpc>
                <a:spcPct val="85000"/>
              </a:lnSpc>
              <a:tabLst>
                <a:tab pos="463550" algn="l"/>
                <a:tab pos="914400" algn="l"/>
                <a:tab pos="1377950" algn="l"/>
                <a:tab pos="1828800" algn="l"/>
                <a:tab pos="2286000" algn="l"/>
                <a:tab pos="2743200" algn="l"/>
                <a:tab pos="3200400" algn="l"/>
                <a:tab pos="3657600" algn="l"/>
                <a:tab pos="4114800" algn="l"/>
                <a:tab pos="4572000" algn="l"/>
                <a:tab pos="5316538" algn="l"/>
                <a:tab pos="5486400" algn="l"/>
                <a:tab pos="6523038" algn="l"/>
              </a:tabLst>
            </a:pPr>
            <a:r>
              <a:rPr lang="en-US" sz="1600" dirty="0">
                <a:latin typeface="Times New Roman" pitchFamily="18" charset="0"/>
                <a:sym typeface="Symbol" pitchFamily="18" charset="2"/>
              </a:rPr>
              <a:t>			case  9 : </a:t>
            </a:r>
            <a:r>
              <a:rPr lang="en-US" sz="1600" dirty="0" err="1">
                <a:latin typeface="Times New Roman" pitchFamily="18" charset="0"/>
                <a:sym typeface="Symbol" pitchFamily="18" charset="2"/>
              </a:rPr>
              <a:t>System.out.println</a:t>
            </a:r>
            <a:r>
              <a:rPr lang="en-US" sz="1600" dirty="0">
                <a:latin typeface="Times New Roman" pitchFamily="18" charset="0"/>
                <a:sym typeface="Symbol" pitchFamily="18" charset="2"/>
              </a:rPr>
              <a:t>("September");	</a:t>
            </a:r>
            <a:r>
              <a:rPr lang="en-US" sz="1600" b="0" dirty="0">
                <a:sym typeface="Symbol" pitchFamily="18" charset="2"/>
              </a:rPr>
              <a:t>break;</a:t>
            </a:r>
            <a:endParaRPr lang="en-US" sz="1600" dirty="0">
              <a:latin typeface="Times New Roman" pitchFamily="18" charset="0"/>
              <a:sym typeface="Symbol" pitchFamily="18" charset="2"/>
            </a:endParaRPr>
          </a:p>
          <a:p>
            <a:pPr eaLnBrk="1" hangingPunct="1">
              <a:lnSpc>
                <a:spcPct val="85000"/>
              </a:lnSpc>
              <a:tabLst>
                <a:tab pos="463550" algn="l"/>
                <a:tab pos="914400" algn="l"/>
                <a:tab pos="1377950" algn="l"/>
                <a:tab pos="1828800" algn="l"/>
                <a:tab pos="2286000" algn="l"/>
                <a:tab pos="2743200" algn="l"/>
                <a:tab pos="3200400" algn="l"/>
                <a:tab pos="3657600" algn="l"/>
                <a:tab pos="4114800" algn="l"/>
                <a:tab pos="4572000" algn="l"/>
                <a:tab pos="5316538" algn="l"/>
                <a:tab pos="5486400" algn="l"/>
                <a:tab pos="6523038" algn="l"/>
              </a:tabLst>
            </a:pPr>
            <a:r>
              <a:rPr lang="en-US" sz="1600" dirty="0">
                <a:latin typeface="Times New Roman" pitchFamily="18" charset="0"/>
                <a:sym typeface="Symbol" pitchFamily="18" charset="2"/>
              </a:rPr>
              <a:t>			case 10 : </a:t>
            </a:r>
            <a:r>
              <a:rPr lang="en-US" sz="1600" dirty="0" err="1">
                <a:latin typeface="Times New Roman" pitchFamily="18" charset="0"/>
                <a:sym typeface="Symbol" pitchFamily="18" charset="2"/>
              </a:rPr>
              <a:t>System.out.println</a:t>
            </a:r>
            <a:r>
              <a:rPr lang="en-US" sz="1600" dirty="0">
                <a:latin typeface="Times New Roman" pitchFamily="18" charset="0"/>
                <a:sym typeface="Symbol" pitchFamily="18" charset="2"/>
              </a:rPr>
              <a:t>("October"); 	</a:t>
            </a:r>
            <a:r>
              <a:rPr lang="en-US" sz="1600" b="0" dirty="0">
                <a:sym typeface="Symbol" pitchFamily="18" charset="2"/>
              </a:rPr>
              <a:t>break;</a:t>
            </a:r>
            <a:endParaRPr lang="en-US" sz="1600" dirty="0">
              <a:latin typeface="Times New Roman" pitchFamily="18" charset="0"/>
              <a:sym typeface="Symbol" pitchFamily="18" charset="2"/>
            </a:endParaRPr>
          </a:p>
          <a:p>
            <a:pPr eaLnBrk="1" hangingPunct="1">
              <a:lnSpc>
                <a:spcPct val="85000"/>
              </a:lnSpc>
              <a:tabLst>
                <a:tab pos="463550" algn="l"/>
                <a:tab pos="914400" algn="l"/>
                <a:tab pos="1377950" algn="l"/>
                <a:tab pos="1828800" algn="l"/>
                <a:tab pos="2286000" algn="l"/>
                <a:tab pos="2743200" algn="l"/>
                <a:tab pos="3200400" algn="l"/>
                <a:tab pos="3657600" algn="l"/>
                <a:tab pos="4114800" algn="l"/>
                <a:tab pos="4572000" algn="l"/>
                <a:tab pos="5316538" algn="l"/>
                <a:tab pos="5486400" algn="l"/>
                <a:tab pos="6523038" algn="l"/>
              </a:tabLst>
            </a:pPr>
            <a:r>
              <a:rPr lang="en-US" sz="1600" dirty="0">
                <a:latin typeface="Times New Roman" pitchFamily="18" charset="0"/>
                <a:sym typeface="Symbol" pitchFamily="18" charset="2"/>
              </a:rPr>
              <a:t>			case 11 : </a:t>
            </a:r>
            <a:r>
              <a:rPr lang="en-US" sz="1600" dirty="0" err="1">
                <a:latin typeface="Times New Roman" pitchFamily="18" charset="0"/>
                <a:sym typeface="Symbol" pitchFamily="18" charset="2"/>
              </a:rPr>
              <a:t>System.out.println</a:t>
            </a:r>
            <a:r>
              <a:rPr lang="en-US" sz="1600" dirty="0">
                <a:latin typeface="Times New Roman" pitchFamily="18" charset="0"/>
                <a:sym typeface="Symbol" pitchFamily="18" charset="2"/>
              </a:rPr>
              <a:t>("November");	</a:t>
            </a:r>
            <a:r>
              <a:rPr lang="en-US" sz="1600" b="0" dirty="0">
                <a:sym typeface="Symbol" pitchFamily="18" charset="2"/>
              </a:rPr>
              <a:t>break;</a:t>
            </a:r>
          </a:p>
          <a:p>
            <a:pPr eaLnBrk="1" hangingPunct="1">
              <a:lnSpc>
                <a:spcPct val="85000"/>
              </a:lnSpc>
              <a:tabLst>
                <a:tab pos="463550" algn="l"/>
                <a:tab pos="914400" algn="l"/>
                <a:tab pos="1377950" algn="l"/>
                <a:tab pos="1828800" algn="l"/>
                <a:tab pos="2286000" algn="l"/>
                <a:tab pos="2743200" algn="l"/>
                <a:tab pos="3200400" algn="l"/>
                <a:tab pos="3657600" algn="l"/>
                <a:tab pos="4114800" algn="l"/>
                <a:tab pos="4572000" algn="l"/>
                <a:tab pos="5316538" algn="l"/>
                <a:tab pos="5486400" algn="l"/>
                <a:tab pos="6523038" algn="l"/>
              </a:tabLst>
            </a:pPr>
            <a:r>
              <a:rPr lang="en-US" sz="1600" dirty="0">
                <a:latin typeface="Times New Roman" pitchFamily="18" charset="0"/>
                <a:sym typeface="Symbol" pitchFamily="18" charset="2"/>
              </a:rPr>
              <a:t>			case 12 : </a:t>
            </a:r>
            <a:r>
              <a:rPr lang="en-US" sz="1600" dirty="0" err="1">
                <a:latin typeface="Times New Roman" pitchFamily="18" charset="0"/>
                <a:sym typeface="Symbol" pitchFamily="18" charset="2"/>
              </a:rPr>
              <a:t>System.out.println</a:t>
            </a:r>
            <a:r>
              <a:rPr lang="en-US" sz="1600" dirty="0">
                <a:latin typeface="Times New Roman" pitchFamily="18" charset="0"/>
                <a:sym typeface="Symbol" pitchFamily="18" charset="2"/>
              </a:rPr>
              <a:t>("December");	</a:t>
            </a:r>
            <a:r>
              <a:rPr lang="en-US" sz="1600" b="0" dirty="0">
                <a:sym typeface="Symbol" pitchFamily="18" charset="2"/>
              </a:rPr>
              <a:t>break;</a:t>
            </a:r>
          </a:p>
          <a:p>
            <a:pPr eaLnBrk="1" hangingPunct="1">
              <a:lnSpc>
                <a:spcPct val="85000"/>
              </a:lnSpc>
            </a:pPr>
            <a:r>
              <a:rPr lang="en-US" sz="1600" b="0" dirty="0">
                <a:sym typeface="Symbol" pitchFamily="18" charset="2"/>
              </a:rPr>
              <a:t>			default : </a:t>
            </a:r>
            <a:r>
              <a:rPr lang="en-US" sz="1600" b="0" dirty="0" err="1">
                <a:sym typeface="Symbol" pitchFamily="18" charset="2"/>
              </a:rPr>
              <a:t>System.out.println</a:t>
            </a:r>
            <a:r>
              <a:rPr lang="en-US" sz="1600" b="0" dirty="0">
                <a:sym typeface="Symbol" pitchFamily="18" charset="2"/>
              </a:rPr>
              <a:t>("This is not a valid month number.");</a:t>
            </a:r>
          </a:p>
          <a:p>
            <a:pPr eaLnBrk="1" hangingPunct="1">
              <a:lnSpc>
                <a:spcPct val="85000"/>
              </a:lnSpc>
            </a:pPr>
            <a:r>
              <a:rPr lang="en-US" sz="1600" dirty="0">
                <a:latin typeface="Times New Roman" pitchFamily="18" charset="0"/>
                <a:sym typeface="Symbol" pitchFamily="18" charset="2"/>
              </a:rPr>
              <a:t>		}</a:t>
            </a:r>
          </a:p>
          <a:p>
            <a:pPr eaLnBrk="1" hangingPunct="1">
              <a:lnSpc>
                <a:spcPct val="85000"/>
              </a:lnSpc>
            </a:pPr>
            <a:r>
              <a:rPr lang="en-US" sz="1600" dirty="0">
                <a:latin typeface="Times New Roman" pitchFamily="18" charset="0"/>
                <a:sym typeface="Symbol" pitchFamily="18" charset="2"/>
              </a:rPr>
              <a:t>		</a:t>
            </a:r>
            <a:r>
              <a:rPr lang="en-US" sz="1600" dirty="0" err="1">
                <a:latin typeface="Times New Roman" pitchFamily="18" charset="0"/>
                <a:sym typeface="Symbol" pitchFamily="18" charset="2"/>
              </a:rPr>
              <a:t>System.out.println</a:t>
            </a:r>
            <a:r>
              <a:rPr lang="en-US" sz="1600" dirty="0">
                <a:latin typeface="Times New Roman" pitchFamily="18" charset="0"/>
                <a:sym typeface="Symbol" pitchFamily="18" charset="2"/>
              </a:rPr>
              <a:t>();</a:t>
            </a:r>
          </a:p>
          <a:p>
            <a:pPr eaLnBrk="1" hangingPunct="1">
              <a:lnSpc>
                <a:spcPct val="60000"/>
              </a:lnSpc>
            </a:pPr>
            <a:r>
              <a:rPr lang="en-US" sz="1600" dirty="0">
                <a:latin typeface="Times New Roman" pitchFamily="18" charset="0"/>
                <a:sym typeface="Symbol" pitchFamily="18" charset="2"/>
              </a:rPr>
              <a:t>	}</a:t>
            </a:r>
          </a:p>
          <a:p>
            <a:pPr eaLnBrk="1" hangingPunct="1">
              <a:lnSpc>
                <a:spcPct val="60000"/>
              </a:lnSpc>
            </a:pPr>
            <a:r>
              <a:rPr lang="en-US" sz="1600" dirty="0">
                <a:latin typeface="Times New Roman" pitchFamily="18" charset="0"/>
                <a:sym typeface="Symbol" pitchFamily="18" charset="2"/>
              </a:rPr>
              <a:t>}</a:t>
            </a:r>
          </a:p>
        </p:txBody>
      </p:sp>
    </p:spTree>
  </p:cSld>
  <p:clrMapOvr>
    <a:masterClrMapping/>
  </p:clrMapOvr>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0" y="2689"/>
            <a:ext cx="9144000" cy="1723549"/>
          </a:xfrm>
          <a:prstGeom prst="rect">
            <a:avLst/>
          </a:prstGeom>
          <a:solidFill>
            <a:schemeClr val="accent6">
              <a:lumMod val="20000"/>
              <a:lumOff val="80000"/>
            </a:schemeClr>
          </a:solidFill>
          <a:ln w="57150">
            <a:solidFill>
              <a:schemeClr val="tx1"/>
            </a:solidFill>
          </a:ln>
        </p:spPr>
        <p:txBody>
          <a:bodyPr wrap="square" rtlCol="0">
            <a:spAutoFit/>
          </a:bodyPr>
          <a:lstStyle/>
          <a:p>
            <a:endParaRPr lang="en-US" sz="1400" spc="-10" dirty="0" smtClean="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JAVA0506.JAVA</a:t>
            </a:r>
          </a:p>
          <a:p>
            <a:r>
              <a:rPr lang="en-US" sz="14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Enter month number.  [1..12]  --&gt;  1</a:t>
            </a:r>
          </a:p>
          <a:p>
            <a:r>
              <a:rPr lang="en-US" sz="14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January</a:t>
            </a:r>
          </a:p>
          <a:p>
            <a:endParaRPr lang="en-US" sz="1400" spc="-10" dirty="0" smtClean="0">
              <a:latin typeface="Courier New" panose="02070309020205020404" pitchFamily="49" charset="0"/>
              <a:cs typeface="Courier New" panose="02070309020205020404" pitchFamily="49" charset="0"/>
            </a:endParaRPr>
          </a:p>
        </p:txBody>
      </p:sp>
      <p:sp>
        <p:nvSpPr>
          <p:cNvPr id="11" name="TextBox 10"/>
          <p:cNvSpPr txBox="1"/>
          <p:nvPr/>
        </p:nvSpPr>
        <p:spPr>
          <a:xfrm>
            <a:off x="0" y="1719072"/>
            <a:ext cx="9144000" cy="1815882"/>
          </a:xfrm>
          <a:prstGeom prst="rect">
            <a:avLst/>
          </a:prstGeom>
          <a:solidFill>
            <a:schemeClr val="accent6">
              <a:lumMod val="20000"/>
              <a:lumOff val="80000"/>
            </a:schemeClr>
          </a:solidFill>
          <a:ln w="57150">
            <a:solidFill>
              <a:schemeClr val="tx1"/>
            </a:solidFill>
          </a:ln>
        </p:spPr>
        <p:txBody>
          <a:bodyPr wrap="square" rtlCol="0">
            <a:spAutoFit/>
          </a:bodyPr>
          <a:lstStyle/>
          <a:p>
            <a:endParaRPr lang="en-US" sz="1600" spc="-10" dirty="0" smtClean="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JAVA0506.JAVA</a:t>
            </a:r>
          </a:p>
          <a:p>
            <a:r>
              <a:rPr lang="en-US" sz="14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Enter month number.  [1..12]  --&gt;  </a:t>
            </a:r>
            <a:r>
              <a:rPr lang="en-US" sz="1600" dirty="0" smtClean="0">
                <a:latin typeface="Courier New" panose="02070309020205020404" pitchFamily="49" charset="0"/>
                <a:cs typeface="Courier New" panose="02070309020205020404" pitchFamily="49" charset="0"/>
              </a:rPr>
              <a:t>6</a:t>
            </a:r>
            <a:endParaRPr lang="en-US" sz="16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a:t>
            </a:r>
          </a:p>
          <a:p>
            <a:r>
              <a:rPr lang="en-US" sz="1600" dirty="0" smtClean="0">
                <a:latin typeface="Courier New" panose="02070309020205020404" pitchFamily="49" charset="0"/>
                <a:cs typeface="Courier New" panose="02070309020205020404" pitchFamily="49" charset="0"/>
              </a:rPr>
              <a:t>June</a:t>
            </a:r>
            <a:endParaRPr lang="en-US" sz="1600" dirty="0">
              <a:latin typeface="Courier New" panose="02070309020205020404" pitchFamily="49" charset="0"/>
              <a:cs typeface="Courier New" panose="02070309020205020404" pitchFamily="49" charset="0"/>
            </a:endParaRPr>
          </a:p>
          <a:p>
            <a:endParaRPr lang="en-US" sz="1600" spc="-10" dirty="0" smtClean="0">
              <a:latin typeface="Courier New" panose="02070309020205020404" pitchFamily="49" charset="0"/>
              <a:cs typeface="Courier New" panose="02070309020205020404" pitchFamily="49" charset="0"/>
            </a:endParaRPr>
          </a:p>
        </p:txBody>
      </p:sp>
      <p:sp>
        <p:nvSpPr>
          <p:cNvPr id="12" name="TextBox 11"/>
          <p:cNvSpPr txBox="1"/>
          <p:nvPr/>
        </p:nvSpPr>
        <p:spPr>
          <a:xfrm>
            <a:off x="0" y="3429000"/>
            <a:ext cx="9144000" cy="1723549"/>
          </a:xfrm>
          <a:prstGeom prst="rect">
            <a:avLst/>
          </a:prstGeom>
          <a:solidFill>
            <a:schemeClr val="accent6">
              <a:lumMod val="20000"/>
              <a:lumOff val="80000"/>
            </a:schemeClr>
          </a:solidFill>
          <a:ln w="57150">
            <a:solidFill>
              <a:schemeClr val="tx1"/>
            </a:solidFill>
          </a:ln>
        </p:spPr>
        <p:txBody>
          <a:bodyPr wrap="square" rtlCol="0">
            <a:spAutoFit/>
          </a:bodyPr>
          <a:lstStyle/>
          <a:p>
            <a:endParaRPr lang="en-US" sz="1400" spc="-10" dirty="0" smtClean="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JAVA0506.JAVA</a:t>
            </a:r>
          </a:p>
          <a:p>
            <a:r>
              <a:rPr lang="en-US" sz="14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Enter month number.  [1..12]  --&gt;  </a:t>
            </a:r>
            <a:r>
              <a:rPr lang="en-US" sz="1600" dirty="0" smtClean="0">
                <a:latin typeface="Courier New" panose="02070309020205020404" pitchFamily="49" charset="0"/>
                <a:cs typeface="Courier New" panose="02070309020205020404" pitchFamily="49" charset="0"/>
              </a:rPr>
              <a:t>12</a:t>
            </a:r>
            <a:endParaRPr lang="en-US" sz="16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a:t>
            </a:r>
          </a:p>
          <a:p>
            <a:r>
              <a:rPr lang="en-US" sz="1600" dirty="0" smtClean="0">
                <a:latin typeface="Courier New" panose="02070309020205020404" pitchFamily="49" charset="0"/>
                <a:cs typeface="Courier New" panose="02070309020205020404" pitchFamily="49" charset="0"/>
              </a:rPr>
              <a:t>December</a:t>
            </a:r>
            <a:endParaRPr lang="en-US" sz="1600" dirty="0">
              <a:latin typeface="Courier New" panose="02070309020205020404" pitchFamily="49" charset="0"/>
              <a:cs typeface="Courier New" panose="02070309020205020404" pitchFamily="49" charset="0"/>
            </a:endParaRPr>
          </a:p>
          <a:p>
            <a:endParaRPr lang="en-US" sz="1400" spc="-10" dirty="0" smtClean="0">
              <a:latin typeface="Courier New" panose="02070309020205020404" pitchFamily="49" charset="0"/>
              <a:cs typeface="Courier New" panose="02070309020205020404" pitchFamily="49" charset="0"/>
            </a:endParaRPr>
          </a:p>
        </p:txBody>
      </p:sp>
      <p:sp>
        <p:nvSpPr>
          <p:cNvPr id="13" name="TextBox 12"/>
          <p:cNvSpPr txBox="1"/>
          <p:nvPr/>
        </p:nvSpPr>
        <p:spPr>
          <a:xfrm>
            <a:off x="0" y="5148072"/>
            <a:ext cx="9144000" cy="1738938"/>
          </a:xfrm>
          <a:prstGeom prst="rect">
            <a:avLst/>
          </a:prstGeom>
          <a:solidFill>
            <a:schemeClr val="accent6">
              <a:lumMod val="20000"/>
              <a:lumOff val="80000"/>
            </a:schemeClr>
          </a:solidFill>
          <a:ln w="57150">
            <a:solidFill>
              <a:schemeClr val="tx1"/>
            </a:solidFill>
          </a:ln>
        </p:spPr>
        <p:txBody>
          <a:bodyPr wrap="square" rtlCol="0">
            <a:spAutoFit/>
          </a:bodyPr>
          <a:lstStyle/>
          <a:p>
            <a:endParaRPr lang="en-US" sz="1400" spc="-10" dirty="0" smtClean="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JAVA0506.JAVA</a:t>
            </a:r>
          </a:p>
          <a:p>
            <a:r>
              <a:rPr lang="en-US" sz="14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Enter month number.  [1..12]  --&gt;  </a:t>
            </a:r>
            <a:r>
              <a:rPr lang="en-US" sz="1600" dirty="0" smtClean="0">
                <a:latin typeface="Courier New" panose="02070309020205020404" pitchFamily="49" charset="0"/>
                <a:cs typeface="Courier New" panose="02070309020205020404" pitchFamily="49" charset="0"/>
              </a:rPr>
              <a:t>13</a:t>
            </a:r>
            <a:endParaRPr lang="en-US" sz="16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This is not a valid month number.</a:t>
            </a:r>
          </a:p>
          <a:p>
            <a:endParaRPr lang="en-US" sz="1400" spc="-10" dirty="0" smtClean="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369829848"/>
      </p:ext>
    </p:extLst>
  </p:cSld>
  <p:clrMapOvr>
    <a:masterClrMapping/>
  </p:clrMapOvr>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0" y="0"/>
            <a:ext cx="9144000" cy="1660525"/>
          </a:xfrm>
        </p:spPr>
        <p:txBody>
          <a:bodyPr/>
          <a:lstStyle/>
          <a:p>
            <a:pPr eaLnBrk="1" hangingPunct="1"/>
            <a:r>
              <a:rPr lang="en-US" sz="5400" smtClean="0">
                <a:latin typeface="Arial Black" pitchFamily="34" charset="0"/>
              </a:rPr>
              <a:t>Multiple-Way Selection</a:t>
            </a:r>
            <a:r>
              <a:rPr lang="en-US" smtClean="0">
                <a:latin typeface="Arial Black" pitchFamily="34" charset="0"/>
              </a:rPr>
              <a:t/>
            </a:r>
            <a:br>
              <a:rPr lang="en-US" smtClean="0">
                <a:latin typeface="Arial Black" pitchFamily="34" charset="0"/>
              </a:rPr>
            </a:br>
            <a:r>
              <a:rPr lang="en-US" smtClean="0">
                <a:latin typeface="Arial Black" pitchFamily="34" charset="0"/>
              </a:rPr>
              <a:t>General Syntax</a:t>
            </a:r>
          </a:p>
        </p:txBody>
      </p:sp>
      <p:sp>
        <p:nvSpPr>
          <p:cNvPr id="44035" name="Text Box 3"/>
          <p:cNvSpPr txBox="1">
            <a:spLocks noChangeArrowheads="1"/>
          </p:cNvSpPr>
          <p:nvPr/>
        </p:nvSpPr>
        <p:spPr bwMode="auto">
          <a:xfrm>
            <a:off x="731838" y="1660525"/>
            <a:ext cx="7680325" cy="5133975"/>
          </a:xfrm>
          <a:prstGeom prst="rect">
            <a:avLst/>
          </a:prstGeom>
          <a:solidFill>
            <a:srgbClr val="00FFCC"/>
          </a:solidFill>
          <a:ln w="57150">
            <a:solidFill>
              <a:schemeClr val="tx1"/>
            </a:solidFill>
            <a:miter lim="800000"/>
            <a:headEnd/>
            <a:tailEnd/>
          </a:ln>
        </p:spPr>
        <p:txBody>
          <a:bodyPr>
            <a:spAutoFit/>
          </a:bodyPr>
          <a:lstStyle>
            <a:lvl1pPr eaLnBrk="0" hangingPunct="0">
              <a:tabLst>
                <a:tab pos="457200" algn="l"/>
                <a:tab pos="1082675" algn="l"/>
                <a:tab pos="1431925" algn="l"/>
                <a:tab pos="1828800" algn="l"/>
                <a:tab pos="2286000" algn="l"/>
                <a:tab pos="2636838" algn="l"/>
              </a:tabLst>
              <a:defRPr b="1">
                <a:solidFill>
                  <a:schemeClr val="tx1"/>
                </a:solidFill>
                <a:latin typeface="Arial" charset="0"/>
              </a:defRPr>
            </a:lvl1pPr>
            <a:lvl2pPr marL="742950" indent="-285750" eaLnBrk="0" hangingPunct="0">
              <a:tabLst>
                <a:tab pos="457200" algn="l"/>
                <a:tab pos="1082675" algn="l"/>
                <a:tab pos="1431925" algn="l"/>
                <a:tab pos="1828800" algn="l"/>
                <a:tab pos="2286000" algn="l"/>
                <a:tab pos="2636838" algn="l"/>
              </a:tabLst>
              <a:defRPr b="1">
                <a:solidFill>
                  <a:schemeClr val="tx1"/>
                </a:solidFill>
                <a:latin typeface="Arial" charset="0"/>
              </a:defRPr>
            </a:lvl2pPr>
            <a:lvl3pPr marL="1143000" indent="-228600" eaLnBrk="0" hangingPunct="0">
              <a:tabLst>
                <a:tab pos="457200" algn="l"/>
                <a:tab pos="1082675" algn="l"/>
                <a:tab pos="1431925" algn="l"/>
                <a:tab pos="1828800" algn="l"/>
                <a:tab pos="2286000" algn="l"/>
                <a:tab pos="2636838" algn="l"/>
              </a:tabLst>
              <a:defRPr b="1">
                <a:solidFill>
                  <a:schemeClr val="tx1"/>
                </a:solidFill>
                <a:latin typeface="Arial" charset="0"/>
              </a:defRPr>
            </a:lvl3pPr>
            <a:lvl4pPr marL="1600200" indent="-228600" eaLnBrk="0" hangingPunct="0">
              <a:tabLst>
                <a:tab pos="457200" algn="l"/>
                <a:tab pos="1082675" algn="l"/>
                <a:tab pos="1431925" algn="l"/>
                <a:tab pos="1828800" algn="l"/>
                <a:tab pos="2286000" algn="l"/>
                <a:tab pos="2636838" algn="l"/>
              </a:tabLst>
              <a:defRPr b="1">
                <a:solidFill>
                  <a:schemeClr val="tx1"/>
                </a:solidFill>
                <a:latin typeface="Arial" charset="0"/>
              </a:defRPr>
            </a:lvl4pPr>
            <a:lvl5pPr marL="2057400" indent="-228600" eaLnBrk="0" hangingPunct="0">
              <a:tabLst>
                <a:tab pos="457200" algn="l"/>
                <a:tab pos="1082675" algn="l"/>
                <a:tab pos="1431925" algn="l"/>
                <a:tab pos="1828800" algn="l"/>
                <a:tab pos="2286000" algn="l"/>
                <a:tab pos="2636838" algn="l"/>
              </a:tabLst>
              <a:defRPr b="1">
                <a:solidFill>
                  <a:schemeClr val="tx1"/>
                </a:solidFill>
                <a:latin typeface="Arial" charset="0"/>
              </a:defRPr>
            </a:lvl5pPr>
            <a:lvl6pPr marL="2514600" indent="-228600" eaLnBrk="0" fontAlgn="base" hangingPunct="0">
              <a:spcBef>
                <a:spcPct val="0"/>
              </a:spcBef>
              <a:spcAft>
                <a:spcPct val="0"/>
              </a:spcAft>
              <a:tabLst>
                <a:tab pos="457200" algn="l"/>
                <a:tab pos="1082675" algn="l"/>
                <a:tab pos="1431925" algn="l"/>
                <a:tab pos="1828800" algn="l"/>
                <a:tab pos="2286000" algn="l"/>
                <a:tab pos="2636838" algn="l"/>
              </a:tabLst>
              <a:defRPr b="1">
                <a:solidFill>
                  <a:schemeClr val="tx1"/>
                </a:solidFill>
                <a:latin typeface="Arial" charset="0"/>
              </a:defRPr>
            </a:lvl6pPr>
            <a:lvl7pPr marL="2971800" indent="-228600" eaLnBrk="0" fontAlgn="base" hangingPunct="0">
              <a:spcBef>
                <a:spcPct val="0"/>
              </a:spcBef>
              <a:spcAft>
                <a:spcPct val="0"/>
              </a:spcAft>
              <a:tabLst>
                <a:tab pos="457200" algn="l"/>
                <a:tab pos="1082675" algn="l"/>
                <a:tab pos="1431925" algn="l"/>
                <a:tab pos="1828800" algn="l"/>
                <a:tab pos="2286000" algn="l"/>
                <a:tab pos="2636838" algn="l"/>
              </a:tabLst>
              <a:defRPr b="1">
                <a:solidFill>
                  <a:schemeClr val="tx1"/>
                </a:solidFill>
                <a:latin typeface="Arial" charset="0"/>
              </a:defRPr>
            </a:lvl7pPr>
            <a:lvl8pPr marL="3429000" indent="-228600" eaLnBrk="0" fontAlgn="base" hangingPunct="0">
              <a:spcBef>
                <a:spcPct val="0"/>
              </a:spcBef>
              <a:spcAft>
                <a:spcPct val="0"/>
              </a:spcAft>
              <a:tabLst>
                <a:tab pos="457200" algn="l"/>
                <a:tab pos="1082675" algn="l"/>
                <a:tab pos="1431925" algn="l"/>
                <a:tab pos="1828800" algn="l"/>
                <a:tab pos="2286000" algn="l"/>
                <a:tab pos="2636838" algn="l"/>
              </a:tabLst>
              <a:defRPr b="1">
                <a:solidFill>
                  <a:schemeClr val="tx1"/>
                </a:solidFill>
                <a:latin typeface="Arial" charset="0"/>
              </a:defRPr>
            </a:lvl8pPr>
            <a:lvl9pPr marL="3886200" indent="-228600" eaLnBrk="0" fontAlgn="base" hangingPunct="0">
              <a:spcBef>
                <a:spcPct val="0"/>
              </a:spcBef>
              <a:spcAft>
                <a:spcPct val="0"/>
              </a:spcAft>
              <a:tabLst>
                <a:tab pos="457200" algn="l"/>
                <a:tab pos="1082675" algn="l"/>
                <a:tab pos="1431925" algn="l"/>
                <a:tab pos="1828800" algn="l"/>
                <a:tab pos="2286000" algn="l"/>
                <a:tab pos="2636838" algn="l"/>
              </a:tabLst>
              <a:defRPr b="1">
                <a:solidFill>
                  <a:schemeClr val="tx1"/>
                </a:solidFill>
                <a:latin typeface="Arial" charset="0"/>
              </a:defRPr>
            </a:lvl9pPr>
          </a:lstStyle>
          <a:p>
            <a:pPr>
              <a:lnSpc>
                <a:spcPct val="90000"/>
              </a:lnSpc>
              <a:tabLst>
                <a:tab pos="457200" algn="l"/>
                <a:tab pos="914400" algn="l"/>
                <a:tab pos="1431925" algn="l"/>
                <a:tab pos="1828800" algn="l"/>
                <a:tab pos="2286000" algn="l"/>
                <a:tab pos="2636838" algn="l"/>
              </a:tabLst>
              <a:defRPr/>
            </a:pPr>
            <a:r>
              <a:rPr lang="en-US" sz="2000" b="0" dirty="0">
                <a:latin typeface="+mn-lt"/>
                <a:cs typeface="Times New Roman" pitchFamily="18" charset="0"/>
              </a:rPr>
              <a:t>switch(</a:t>
            </a:r>
            <a:r>
              <a:rPr lang="en-US" sz="2000" i="1" dirty="0" err="1">
                <a:latin typeface="+mn-lt"/>
                <a:cs typeface="Times New Roman" pitchFamily="18" charset="0"/>
              </a:rPr>
              <a:t>selectionVariable</a:t>
            </a:r>
            <a:r>
              <a:rPr lang="en-US" sz="2000" b="0" dirty="0">
                <a:latin typeface="+mn-lt"/>
                <a:cs typeface="Times New Roman" pitchFamily="18" charset="0"/>
              </a:rPr>
              <a:t>)</a:t>
            </a:r>
          </a:p>
          <a:p>
            <a:pPr>
              <a:lnSpc>
                <a:spcPct val="90000"/>
              </a:lnSpc>
              <a:tabLst>
                <a:tab pos="457200" algn="l"/>
                <a:tab pos="914400" algn="l"/>
                <a:tab pos="1431925" algn="l"/>
                <a:tab pos="1828800" algn="l"/>
                <a:tab pos="2286000" algn="l"/>
                <a:tab pos="2636838" algn="l"/>
              </a:tabLst>
              <a:defRPr/>
            </a:pPr>
            <a:r>
              <a:rPr lang="en-US" sz="2000" b="0" dirty="0">
                <a:latin typeface="+mn-lt"/>
                <a:cs typeface="Times New Roman" pitchFamily="18" charset="0"/>
              </a:rPr>
              <a:t>{</a:t>
            </a:r>
          </a:p>
          <a:p>
            <a:pPr>
              <a:lnSpc>
                <a:spcPct val="90000"/>
              </a:lnSpc>
              <a:tabLst>
                <a:tab pos="457200" algn="l"/>
                <a:tab pos="914400" algn="l"/>
                <a:tab pos="1431925" algn="l"/>
                <a:tab pos="1828800" algn="l"/>
                <a:tab pos="2286000" algn="l"/>
                <a:tab pos="2636838" algn="l"/>
              </a:tabLst>
              <a:defRPr/>
            </a:pPr>
            <a:r>
              <a:rPr lang="en-US" sz="2000" b="0" dirty="0">
                <a:latin typeface="+mn-lt"/>
                <a:cs typeface="Times New Roman" pitchFamily="18" charset="0"/>
              </a:rPr>
              <a:t>     </a:t>
            </a:r>
            <a:r>
              <a:rPr lang="en-US" sz="2000" b="0" dirty="0" smtClean="0">
                <a:latin typeface="+mn-lt"/>
                <a:cs typeface="Times New Roman" pitchFamily="18" charset="0"/>
              </a:rPr>
              <a:t>	case </a:t>
            </a:r>
            <a:r>
              <a:rPr lang="en-US" sz="2000" i="1" dirty="0" err="1" smtClean="0">
                <a:latin typeface="+mn-lt"/>
                <a:cs typeface="Times New Roman" pitchFamily="18" charset="0"/>
              </a:rPr>
              <a:t>selectionConstant</a:t>
            </a:r>
            <a:r>
              <a:rPr lang="en-US" sz="800" i="1" dirty="0" smtClean="0">
                <a:latin typeface="+mn-lt"/>
                <a:cs typeface="Times New Roman" pitchFamily="18" charset="0"/>
              </a:rPr>
              <a:t> </a:t>
            </a:r>
            <a:r>
              <a:rPr lang="en-US" sz="2000" b="0" dirty="0" smtClean="0">
                <a:latin typeface="+mn-lt"/>
                <a:cs typeface="Times New Roman" pitchFamily="18" charset="0"/>
              </a:rPr>
              <a:t>: </a:t>
            </a:r>
            <a:endParaRPr lang="en-US" sz="2000" b="0" dirty="0">
              <a:latin typeface="+mn-lt"/>
              <a:cs typeface="Times New Roman" pitchFamily="18" charset="0"/>
            </a:endParaRPr>
          </a:p>
          <a:p>
            <a:pPr>
              <a:lnSpc>
                <a:spcPct val="90000"/>
              </a:lnSpc>
              <a:tabLst>
                <a:tab pos="457200" algn="l"/>
                <a:tab pos="914400" algn="l"/>
                <a:tab pos="1431925" algn="l"/>
                <a:tab pos="1828800" algn="l"/>
                <a:tab pos="2286000" algn="l"/>
                <a:tab pos="2636838" algn="l"/>
              </a:tabLst>
              <a:defRPr/>
            </a:pPr>
            <a:r>
              <a:rPr lang="en-US" sz="2000" b="0" dirty="0">
                <a:latin typeface="+mn-lt"/>
                <a:cs typeface="Times New Roman" pitchFamily="18" charset="0"/>
              </a:rPr>
              <a:t>	</a:t>
            </a:r>
            <a:r>
              <a:rPr lang="en-US" sz="2000" b="0" dirty="0" smtClean="0">
                <a:latin typeface="+mn-lt"/>
                <a:cs typeface="Times New Roman" pitchFamily="18" charset="0"/>
              </a:rPr>
              <a:t>	program </a:t>
            </a:r>
            <a:r>
              <a:rPr lang="en-US" sz="2000" b="0" dirty="0">
                <a:latin typeface="+mn-lt"/>
                <a:cs typeface="Times New Roman" pitchFamily="18" charset="0"/>
              </a:rPr>
              <a:t>statement;  </a:t>
            </a:r>
          </a:p>
          <a:p>
            <a:pPr>
              <a:lnSpc>
                <a:spcPct val="90000"/>
              </a:lnSpc>
              <a:tabLst>
                <a:tab pos="457200" algn="l"/>
                <a:tab pos="914400" algn="l"/>
                <a:tab pos="1431925" algn="l"/>
                <a:tab pos="1828800" algn="l"/>
                <a:tab pos="2286000" algn="l"/>
                <a:tab pos="2636838" algn="l"/>
              </a:tabLst>
              <a:defRPr/>
            </a:pPr>
            <a:r>
              <a:rPr lang="en-US" sz="2000" b="0" dirty="0">
                <a:latin typeface="+mn-lt"/>
                <a:cs typeface="Times New Roman" pitchFamily="18" charset="0"/>
              </a:rPr>
              <a:t>		program statement;  </a:t>
            </a:r>
          </a:p>
          <a:p>
            <a:pPr>
              <a:lnSpc>
                <a:spcPct val="90000"/>
              </a:lnSpc>
              <a:tabLst>
                <a:tab pos="457200" algn="l"/>
                <a:tab pos="914400" algn="l"/>
                <a:tab pos="1431925" algn="l"/>
                <a:tab pos="1828800" algn="l"/>
                <a:tab pos="2286000" algn="l"/>
                <a:tab pos="2636838" algn="l"/>
              </a:tabLst>
              <a:defRPr/>
            </a:pPr>
            <a:r>
              <a:rPr lang="en-US" sz="2000" b="0" dirty="0">
                <a:latin typeface="+mn-lt"/>
                <a:cs typeface="Times New Roman" pitchFamily="18" charset="0"/>
              </a:rPr>
              <a:t>		:		:		:				</a:t>
            </a:r>
          </a:p>
          <a:p>
            <a:pPr>
              <a:lnSpc>
                <a:spcPct val="90000"/>
              </a:lnSpc>
              <a:tabLst>
                <a:tab pos="457200" algn="l"/>
                <a:tab pos="914400" algn="l"/>
                <a:tab pos="1431925" algn="l"/>
                <a:tab pos="1828800" algn="l"/>
                <a:tab pos="2286000" algn="l"/>
                <a:tab pos="2636838" algn="l"/>
              </a:tabLst>
              <a:defRPr/>
            </a:pPr>
            <a:r>
              <a:rPr lang="en-US" sz="2000" b="0" dirty="0">
                <a:latin typeface="+mn-lt"/>
                <a:cs typeface="Times New Roman" pitchFamily="18" charset="0"/>
              </a:rPr>
              <a:t>		break;</a:t>
            </a:r>
          </a:p>
          <a:p>
            <a:pPr>
              <a:lnSpc>
                <a:spcPct val="90000"/>
              </a:lnSpc>
              <a:tabLst>
                <a:tab pos="457200" algn="l"/>
                <a:tab pos="914400" algn="l"/>
                <a:tab pos="1431925" algn="l"/>
                <a:tab pos="1828800" algn="l"/>
                <a:tab pos="2286000" algn="l"/>
                <a:tab pos="2636838" algn="l"/>
              </a:tabLst>
              <a:defRPr/>
            </a:pPr>
            <a:r>
              <a:rPr lang="en-US" sz="1200" b="0" dirty="0">
                <a:latin typeface="+mn-lt"/>
                <a:cs typeface="Times New Roman" pitchFamily="18" charset="0"/>
              </a:rPr>
              <a:t> </a:t>
            </a:r>
          </a:p>
          <a:p>
            <a:pPr>
              <a:lnSpc>
                <a:spcPct val="90000"/>
              </a:lnSpc>
              <a:tabLst>
                <a:tab pos="457200" algn="l"/>
                <a:tab pos="914400" algn="l"/>
                <a:tab pos="1431925" algn="l"/>
                <a:tab pos="1828800" algn="l"/>
                <a:tab pos="2286000" algn="l"/>
                <a:tab pos="2636838" algn="l"/>
              </a:tabLst>
              <a:defRPr/>
            </a:pPr>
            <a:r>
              <a:rPr lang="en-US" sz="2000" b="0" dirty="0">
                <a:latin typeface="+mn-lt"/>
                <a:cs typeface="Times New Roman" pitchFamily="18" charset="0"/>
              </a:rPr>
              <a:t>     case </a:t>
            </a:r>
            <a:r>
              <a:rPr lang="en-US" sz="2000" i="1" dirty="0" err="1" smtClean="0">
                <a:latin typeface="+mn-lt"/>
                <a:cs typeface="Times New Roman" pitchFamily="18" charset="0"/>
              </a:rPr>
              <a:t>selectionConstant</a:t>
            </a:r>
            <a:r>
              <a:rPr lang="en-US" sz="800" i="1" dirty="0" smtClean="0">
                <a:latin typeface="+mn-lt"/>
                <a:cs typeface="Times New Roman" pitchFamily="18" charset="0"/>
              </a:rPr>
              <a:t> </a:t>
            </a:r>
            <a:r>
              <a:rPr lang="en-US" sz="2000" b="0" dirty="0" smtClean="0">
                <a:latin typeface="+mn-lt"/>
                <a:cs typeface="Times New Roman" pitchFamily="18" charset="0"/>
              </a:rPr>
              <a:t>: </a:t>
            </a:r>
            <a:endParaRPr lang="en-US" sz="2000" b="0" dirty="0">
              <a:latin typeface="+mn-lt"/>
              <a:cs typeface="Times New Roman" pitchFamily="18" charset="0"/>
            </a:endParaRPr>
          </a:p>
          <a:p>
            <a:pPr>
              <a:lnSpc>
                <a:spcPct val="90000"/>
              </a:lnSpc>
              <a:tabLst>
                <a:tab pos="457200" algn="l"/>
                <a:tab pos="914400" algn="l"/>
                <a:tab pos="1431925" algn="l"/>
                <a:tab pos="1828800" algn="l"/>
                <a:tab pos="2286000" algn="l"/>
                <a:tab pos="2636838" algn="l"/>
              </a:tabLst>
              <a:defRPr/>
            </a:pPr>
            <a:r>
              <a:rPr lang="en-US" sz="2000" b="0" dirty="0">
                <a:latin typeface="+mn-lt"/>
                <a:cs typeface="Times New Roman" pitchFamily="18" charset="0"/>
              </a:rPr>
              <a:t>		program statement;  </a:t>
            </a:r>
          </a:p>
          <a:p>
            <a:pPr>
              <a:lnSpc>
                <a:spcPct val="90000"/>
              </a:lnSpc>
              <a:tabLst>
                <a:tab pos="457200" algn="l"/>
                <a:tab pos="914400" algn="l"/>
                <a:tab pos="1431925" algn="l"/>
                <a:tab pos="1828800" algn="l"/>
                <a:tab pos="2286000" algn="l"/>
                <a:tab pos="2636838" algn="l"/>
              </a:tabLst>
              <a:defRPr/>
            </a:pPr>
            <a:r>
              <a:rPr lang="en-US" sz="2000" b="0" dirty="0">
                <a:latin typeface="+mn-lt"/>
                <a:cs typeface="Times New Roman" pitchFamily="18" charset="0"/>
              </a:rPr>
              <a:t>		program statement;  </a:t>
            </a:r>
          </a:p>
          <a:p>
            <a:pPr>
              <a:lnSpc>
                <a:spcPct val="90000"/>
              </a:lnSpc>
              <a:tabLst>
                <a:tab pos="457200" algn="l"/>
                <a:tab pos="914400" algn="l"/>
                <a:tab pos="1431925" algn="l"/>
                <a:tab pos="1828800" algn="l"/>
                <a:tab pos="2286000" algn="l"/>
                <a:tab pos="2636838" algn="l"/>
              </a:tabLst>
              <a:defRPr/>
            </a:pPr>
            <a:r>
              <a:rPr lang="en-US" sz="2000" b="0" dirty="0">
                <a:latin typeface="+mn-lt"/>
                <a:cs typeface="Times New Roman" pitchFamily="18" charset="0"/>
              </a:rPr>
              <a:t>		:		:		:				</a:t>
            </a:r>
          </a:p>
          <a:p>
            <a:pPr>
              <a:lnSpc>
                <a:spcPct val="90000"/>
              </a:lnSpc>
              <a:tabLst>
                <a:tab pos="457200" algn="l"/>
                <a:tab pos="914400" algn="l"/>
                <a:tab pos="1431925" algn="l"/>
                <a:tab pos="1828800" algn="l"/>
                <a:tab pos="2286000" algn="l"/>
                <a:tab pos="2636838" algn="l"/>
              </a:tabLst>
              <a:defRPr/>
            </a:pPr>
            <a:r>
              <a:rPr lang="en-US" sz="2000" b="0" dirty="0">
                <a:latin typeface="+mn-lt"/>
                <a:cs typeface="Times New Roman" pitchFamily="18" charset="0"/>
              </a:rPr>
              <a:t>		break;</a:t>
            </a:r>
          </a:p>
          <a:p>
            <a:pPr>
              <a:lnSpc>
                <a:spcPct val="90000"/>
              </a:lnSpc>
              <a:tabLst>
                <a:tab pos="457200" algn="l"/>
                <a:tab pos="914400" algn="l"/>
                <a:tab pos="1431925" algn="l"/>
                <a:tab pos="1828800" algn="l"/>
                <a:tab pos="2286000" algn="l"/>
                <a:tab pos="2636838" algn="l"/>
              </a:tabLst>
              <a:defRPr/>
            </a:pPr>
            <a:r>
              <a:rPr lang="en-US" sz="1200" b="0" dirty="0">
                <a:latin typeface="+mn-lt"/>
                <a:cs typeface="Times New Roman" pitchFamily="18" charset="0"/>
              </a:rPr>
              <a:t> </a:t>
            </a:r>
          </a:p>
          <a:p>
            <a:pPr>
              <a:lnSpc>
                <a:spcPct val="90000"/>
              </a:lnSpc>
              <a:tabLst>
                <a:tab pos="457200" algn="l"/>
                <a:tab pos="914400" algn="l"/>
                <a:tab pos="1431925" algn="l"/>
                <a:tab pos="1828800" algn="l"/>
                <a:tab pos="2286000" algn="l"/>
                <a:tab pos="2636838" algn="l"/>
              </a:tabLst>
              <a:defRPr/>
            </a:pPr>
            <a:r>
              <a:rPr lang="en-US" sz="2000" b="0" dirty="0">
                <a:latin typeface="+mn-lt"/>
                <a:cs typeface="Times New Roman" pitchFamily="18" charset="0"/>
              </a:rPr>
              <a:t>     default</a:t>
            </a:r>
          </a:p>
          <a:p>
            <a:pPr>
              <a:lnSpc>
                <a:spcPct val="90000"/>
              </a:lnSpc>
              <a:tabLst>
                <a:tab pos="457200" algn="l"/>
                <a:tab pos="914400" algn="l"/>
                <a:tab pos="1431925" algn="l"/>
                <a:tab pos="1828800" algn="l"/>
                <a:tab pos="2286000" algn="l"/>
                <a:tab pos="2636838" algn="l"/>
              </a:tabLst>
              <a:defRPr/>
            </a:pPr>
            <a:r>
              <a:rPr lang="en-US" sz="2000" b="0" dirty="0">
                <a:latin typeface="+mn-lt"/>
                <a:cs typeface="Times New Roman" pitchFamily="18" charset="0"/>
              </a:rPr>
              <a:t>		program statement;  </a:t>
            </a:r>
          </a:p>
          <a:p>
            <a:pPr>
              <a:lnSpc>
                <a:spcPct val="90000"/>
              </a:lnSpc>
              <a:tabLst>
                <a:tab pos="457200" algn="l"/>
                <a:tab pos="914400" algn="l"/>
                <a:tab pos="1431925" algn="l"/>
                <a:tab pos="1828800" algn="l"/>
                <a:tab pos="2286000" algn="l"/>
                <a:tab pos="2636838" algn="l"/>
              </a:tabLst>
              <a:defRPr/>
            </a:pPr>
            <a:r>
              <a:rPr lang="en-US" sz="2000" b="0" dirty="0">
                <a:latin typeface="+mn-lt"/>
                <a:cs typeface="Times New Roman" pitchFamily="18" charset="0"/>
              </a:rPr>
              <a:t>		program statement;  </a:t>
            </a:r>
          </a:p>
          <a:p>
            <a:pPr>
              <a:lnSpc>
                <a:spcPct val="90000"/>
              </a:lnSpc>
              <a:tabLst>
                <a:tab pos="457200" algn="l"/>
                <a:tab pos="914400" algn="l"/>
                <a:tab pos="1431925" algn="l"/>
                <a:tab pos="1828800" algn="l"/>
                <a:tab pos="2286000" algn="l"/>
                <a:tab pos="2636838" algn="l"/>
              </a:tabLst>
              <a:defRPr/>
            </a:pPr>
            <a:r>
              <a:rPr lang="en-US" sz="2000" b="0" dirty="0">
                <a:latin typeface="+mn-lt"/>
                <a:cs typeface="Times New Roman" pitchFamily="18" charset="0"/>
              </a:rPr>
              <a:t>		:		:		:			</a:t>
            </a:r>
          </a:p>
          <a:p>
            <a:pPr>
              <a:lnSpc>
                <a:spcPct val="90000"/>
              </a:lnSpc>
              <a:tabLst>
                <a:tab pos="457200" algn="l"/>
                <a:tab pos="914400" algn="l"/>
                <a:tab pos="1431925" algn="l"/>
                <a:tab pos="1828800" algn="l"/>
                <a:tab pos="2286000" algn="l"/>
                <a:tab pos="2636838" algn="l"/>
              </a:tabLst>
              <a:defRPr/>
            </a:pPr>
            <a:r>
              <a:rPr lang="en-US" sz="2000" b="0" dirty="0" smtClean="0">
                <a:latin typeface="+mn-lt"/>
                <a:cs typeface="Times New Roman" pitchFamily="18" charset="0"/>
              </a:rPr>
              <a:t>}</a:t>
            </a:r>
            <a:endParaRPr lang="en-US" sz="2000" b="0" dirty="0">
              <a:latin typeface="+mn-lt"/>
              <a:cs typeface="Times New Roman" pitchFamily="18" charset="0"/>
            </a:endParaRPr>
          </a:p>
        </p:txBody>
      </p:sp>
      <p:pic>
        <p:nvPicPr>
          <p:cNvPr id="49156" name="Picture 6" descr="C:\Users\JohnSchram\AppData\Local\Microsoft\Windows\Temporary Internet Files\Content.IE5\V39F9YJN\MC900054928[1].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19600" y="1844675"/>
            <a:ext cx="3840163" cy="479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xmlns:p14="http://schemas.microsoft.com/office/powerpoint/2010/mai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3"/>
          <p:cNvSpPr txBox="1">
            <a:spLocks noChangeArrowheads="1"/>
          </p:cNvSpPr>
          <p:nvPr/>
        </p:nvSpPr>
        <p:spPr bwMode="auto">
          <a:xfrm>
            <a:off x="731838" y="1752600"/>
            <a:ext cx="7680325" cy="4647426"/>
          </a:xfrm>
          <a:prstGeom prst="rect">
            <a:avLst/>
          </a:prstGeom>
          <a:solidFill>
            <a:srgbClr val="00FFCC"/>
          </a:solidFill>
          <a:ln w="57150">
            <a:solidFill>
              <a:schemeClr val="tx1"/>
            </a:solidFill>
            <a:miter lim="800000"/>
            <a:headEnd/>
            <a:tailEnd/>
          </a:ln>
        </p:spPr>
        <p:txBody>
          <a:bodyPr>
            <a:spAutoFit/>
          </a:bodyPr>
          <a:lstStyle>
            <a:lvl1pPr eaLnBrk="0" hangingPunct="0">
              <a:tabLst>
                <a:tab pos="457200" algn="l"/>
                <a:tab pos="1082675" algn="l"/>
                <a:tab pos="1431925" algn="l"/>
                <a:tab pos="1828800" algn="l"/>
                <a:tab pos="2286000" algn="l"/>
                <a:tab pos="2636838" algn="l"/>
              </a:tabLst>
              <a:defRPr sz="1900" b="1">
                <a:solidFill>
                  <a:schemeClr val="tx1"/>
                </a:solidFill>
                <a:latin typeface="Arial Black" pitchFamily="34" charset="0"/>
              </a:defRPr>
            </a:lvl1pPr>
            <a:lvl2pPr marL="742950" indent="-285750" eaLnBrk="0" hangingPunct="0">
              <a:tabLst>
                <a:tab pos="457200" algn="l"/>
                <a:tab pos="1082675" algn="l"/>
                <a:tab pos="1431925" algn="l"/>
                <a:tab pos="1828800" algn="l"/>
                <a:tab pos="2286000" algn="l"/>
                <a:tab pos="2636838" algn="l"/>
              </a:tabLst>
              <a:defRPr sz="1900" b="1">
                <a:solidFill>
                  <a:schemeClr val="tx1"/>
                </a:solidFill>
                <a:latin typeface="Arial Black" pitchFamily="34" charset="0"/>
              </a:defRPr>
            </a:lvl2pPr>
            <a:lvl3pPr marL="1143000" indent="-228600" eaLnBrk="0" hangingPunct="0">
              <a:tabLst>
                <a:tab pos="457200" algn="l"/>
                <a:tab pos="1082675" algn="l"/>
                <a:tab pos="1431925" algn="l"/>
                <a:tab pos="1828800" algn="l"/>
                <a:tab pos="2286000" algn="l"/>
                <a:tab pos="2636838" algn="l"/>
              </a:tabLst>
              <a:defRPr sz="1900" b="1">
                <a:solidFill>
                  <a:schemeClr val="tx1"/>
                </a:solidFill>
                <a:latin typeface="Arial Black" pitchFamily="34" charset="0"/>
              </a:defRPr>
            </a:lvl3pPr>
            <a:lvl4pPr marL="1600200" indent="-228600" eaLnBrk="0" hangingPunct="0">
              <a:tabLst>
                <a:tab pos="457200" algn="l"/>
                <a:tab pos="1082675" algn="l"/>
                <a:tab pos="1431925" algn="l"/>
                <a:tab pos="1828800" algn="l"/>
                <a:tab pos="2286000" algn="l"/>
                <a:tab pos="2636838" algn="l"/>
              </a:tabLst>
              <a:defRPr sz="1900" b="1">
                <a:solidFill>
                  <a:schemeClr val="tx1"/>
                </a:solidFill>
                <a:latin typeface="Arial Black" pitchFamily="34" charset="0"/>
              </a:defRPr>
            </a:lvl4pPr>
            <a:lvl5pPr marL="2057400" indent="-228600" eaLnBrk="0" hangingPunct="0">
              <a:tabLst>
                <a:tab pos="457200" algn="l"/>
                <a:tab pos="1082675" algn="l"/>
                <a:tab pos="1431925" algn="l"/>
                <a:tab pos="1828800" algn="l"/>
                <a:tab pos="2286000" algn="l"/>
                <a:tab pos="2636838"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457200" algn="l"/>
                <a:tab pos="1082675" algn="l"/>
                <a:tab pos="1431925" algn="l"/>
                <a:tab pos="1828800" algn="l"/>
                <a:tab pos="2286000" algn="l"/>
                <a:tab pos="2636838"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457200" algn="l"/>
                <a:tab pos="1082675" algn="l"/>
                <a:tab pos="1431925" algn="l"/>
                <a:tab pos="1828800" algn="l"/>
                <a:tab pos="2286000" algn="l"/>
                <a:tab pos="2636838"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457200" algn="l"/>
                <a:tab pos="1082675" algn="l"/>
                <a:tab pos="1431925" algn="l"/>
                <a:tab pos="1828800" algn="l"/>
                <a:tab pos="2286000" algn="l"/>
                <a:tab pos="2636838"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457200" algn="l"/>
                <a:tab pos="1082675" algn="l"/>
                <a:tab pos="1431925" algn="l"/>
                <a:tab pos="1828800" algn="l"/>
                <a:tab pos="2286000" algn="l"/>
                <a:tab pos="2636838" algn="l"/>
              </a:tabLst>
              <a:defRPr sz="1900" b="1">
                <a:solidFill>
                  <a:schemeClr val="tx1"/>
                </a:solidFill>
                <a:latin typeface="Arial Black" pitchFamily="34" charset="0"/>
              </a:defRPr>
            </a:lvl9pPr>
          </a:lstStyle>
          <a:p>
            <a:pPr eaLnBrk="1" hangingPunct="1"/>
            <a:r>
              <a:rPr lang="en-US" sz="2400" dirty="0">
                <a:latin typeface="Times New Roman" pitchFamily="18" charset="0"/>
                <a:sym typeface="Symbol" pitchFamily="18" charset="2"/>
              </a:rPr>
              <a:t>switch(</a:t>
            </a:r>
            <a:r>
              <a:rPr lang="en-US" sz="2400" dirty="0" err="1">
                <a:latin typeface="Times New Roman" pitchFamily="18" charset="0"/>
                <a:sym typeface="Symbol" pitchFamily="18" charset="2"/>
              </a:rPr>
              <a:t>courseGrade</a:t>
            </a:r>
            <a:r>
              <a:rPr lang="en-US" sz="2400" dirty="0">
                <a:latin typeface="Times New Roman" pitchFamily="18" charset="0"/>
                <a:sym typeface="Symbol" pitchFamily="18" charset="2"/>
              </a:rPr>
              <a:t>)</a:t>
            </a:r>
          </a:p>
          <a:p>
            <a:pPr eaLnBrk="1" hangingPunct="1"/>
            <a:r>
              <a:rPr lang="en-US" sz="2400" dirty="0">
                <a:latin typeface="Times New Roman" pitchFamily="18" charset="0"/>
                <a:sym typeface="Symbol" pitchFamily="18" charset="2"/>
              </a:rPr>
              <a:t>{</a:t>
            </a:r>
          </a:p>
          <a:p>
            <a:pPr eaLnBrk="1" hangingPunct="1"/>
            <a:r>
              <a:rPr lang="en-US" sz="2400" dirty="0">
                <a:latin typeface="Times New Roman" pitchFamily="18" charset="0"/>
                <a:sym typeface="Symbol" pitchFamily="18" charset="2"/>
              </a:rPr>
              <a:t>   	case 'A'	:    points = 4;    break;</a:t>
            </a:r>
          </a:p>
          <a:p>
            <a:pPr eaLnBrk="1" hangingPunct="1"/>
            <a:r>
              <a:rPr lang="en-US" sz="2400" dirty="0">
                <a:latin typeface="Times New Roman" pitchFamily="18" charset="0"/>
                <a:sym typeface="Symbol" pitchFamily="18" charset="2"/>
              </a:rPr>
              <a:t>   	case 'B'	:    points = 3;    break;</a:t>
            </a:r>
          </a:p>
          <a:p>
            <a:pPr eaLnBrk="1" hangingPunct="1"/>
            <a:r>
              <a:rPr lang="en-US" sz="2400" dirty="0">
                <a:latin typeface="Times New Roman" pitchFamily="18" charset="0"/>
                <a:sym typeface="Symbol" pitchFamily="18" charset="2"/>
              </a:rPr>
              <a:t>   	case 'C'	:    points = 2;    break;</a:t>
            </a:r>
          </a:p>
          <a:p>
            <a:pPr eaLnBrk="1" hangingPunct="1"/>
            <a:r>
              <a:rPr lang="en-US" sz="2400" dirty="0">
                <a:latin typeface="Times New Roman" pitchFamily="18" charset="0"/>
                <a:sym typeface="Symbol" pitchFamily="18" charset="2"/>
              </a:rPr>
              <a:t>   	case 'D'	:    points = 1;    break;</a:t>
            </a:r>
          </a:p>
          <a:p>
            <a:pPr eaLnBrk="1" hangingPunct="1"/>
            <a:r>
              <a:rPr lang="en-US" sz="2400" dirty="0">
                <a:latin typeface="Times New Roman" pitchFamily="18" charset="0"/>
                <a:sym typeface="Symbol" pitchFamily="18" charset="2"/>
              </a:rPr>
              <a:t>	case 'F'	 	:    points = 0;    break;</a:t>
            </a:r>
          </a:p>
          <a:p>
            <a:pPr eaLnBrk="1" hangingPunct="1"/>
            <a:r>
              <a:rPr lang="en-US" sz="2400" dirty="0">
                <a:latin typeface="Times New Roman" pitchFamily="18" charset="0"/>
                <a:sym typeface="Symbol" pitchFamily="18" charset="2"/>
              </a:rPr>
              <a:t>   	default  	:    </a:t>
            </a:r>
            <a:r>
              <a:rPr lang="en-US" sz="2400" dirty="0" err="1">
                <a:latin typeface="Times New Roman" pitchFamily="18" charset="0"/>
                <a:sym typeface="Symbol" pitchFamily="18" charset="2"/>
              </a:rPr>
              <a:t>System.out.println</a:t>
            </a:r>
            <a:r>
              <a:rPr lang="en-US" sz="2400" dirty="0">
                <a:latin typeface="Times New Roman" pitchFamily="18" charset="0"/>
                <a:sym typeface="Symbol" pitchFamily="18" charset="2"/>
              </a:rPr>
              <a:t>("Error");</a:t>
            </a:r>
          </a:p>
          <a:p>
            <a:pPr eaLnBrk="1" hangingPunct="1"/>
            <a:r>
              <a:rPr lang="en-US" sz="2400" dirty="0" smtClean="0">
                <a:latin typeface="Times New Roman" pitchFamily="18" charset="0"/>
                <a:sym typeface="Symbol" pitchFamily="18" charset="2"/>
              </a:rPr>
              <a:t>}</a:t>
            </a:r>
          </a:p>
          <a:p>
            <a:pPr eaLnBrk="1" hangingPunct="1"/>
            <a:endParaRPr lang="en-US" sz="2000" dirty="0">
              <a:latin typeface="Arial" pitchFamily="34" charset="0"/>
              <a:cs typeface="Arial" pitchFamily="34" charset="0"/>
              <a:sym typeface="Symbol" pitchFamily="18" charset="2"/>
            </a:endParaRPr>
          </a:p>
          <a:p>
            <a:r>
              <a:rPr lang="en-US" sz="2000" dirty="0">
                <a:latin typeface="Arial" pitchFamily="34" charset="0"/>
                <a:cs typeface="Arial" pitchFamily="34" charset="0"/>
              </a:rPr>
              <a:t>The default statement is used to handle the situation </a:t>
            </a:r>
            <a:r>
              <a:rPr lang="en-US" sz="2000" dirty="0" smtClean="0">
                <a:latin typeface="Arial" pitchFamily="34" charset="0"/>
                <a:cs typeface="Arial" pitchFamily="34" charset="0"/>
              </a:rPr>
              <a:t>when a </a:t>
            </a:r>
            <a:r>
              <a:rPr lang="en-US" sz="2000" dirty="0">
                <a:latin typeface="Arial" pitchFamily="34" charset="0"/>
                <a:cs typeface="Arial" pitchFamily="34" charset="0"/>
              </a:rPr>
              <a:t>proper match is not found.  Frequently an error </a:t>
            </a:r>
            <a:r>
              <a:rPr lang="en-US" sz="2000" dirty="0" smtClean="0">
                <a:latin typeface="Arial" pitchFamily="34" charset="0"/>
                <a:cs typeface="Arial" pitchFamily="34" charset="0"/>
              </a:rPr>
              <a:t>message is </a:t>
            </a:r>
            <a:r>
              <a:rPr lang="en-US" sz="2000" dirty="0">
                <a:latin typeface="Arial" pitchFamily="34" charset="0"/>
                <a:cs typeface="Arial" pitchFamily="34" charset="0"/>
              </a:rPr>
              <a:t>used to indicate that no match was found</a:t>
            </a:r>
            <a:r>
              <a:rPr lang="en-US" sz="2000" dirty="0" smtClean="0">
                <a:latin typeface="Arial" pitchFamily="34" charset="0"/>
                <a:cs typeface="Arial" pitchFamily="34" charset="0"/>
              </a:rPr>
              <a:t>.</a:t>
            </a:r>
            <a:endParaRPr lang="en-US" sz="2000" dirty="0">
              <a:latin typeface="Times New Roman" pitchFamily="18" charset="0"/>
              <a:sym typeface="Symbol" pitchFamily="18" charset="2"/>
            </a:endParaRPr>
          </a:p>
        </p:txBody>
      </p:sp>
      <p:sp>
        <p:nvSpPr>
          <p:cNvPr id="50179" name="Rectangle 2"/>
          <p:cNvSpPr>
            <a:spLocks noGrp="1" noChangeArrowheads="1"/>
          </p:cNvSpPr>
          <p:nvPr>
            <p:ph type="title"/>
          </p:nvPr>
        </p:nvSpPr>
        <p:spPr>
          <a:xfrm>
            <a:off x="0" y="0"/>
            <a:ext cx="9144000" cy="1660525"/>
          </a:xfrm>
        </p:spPr>
        <p:txBody>
          <a:bodyPr/>
          <a:lstStyle/>
          <a:p>
            <a:pPr eaLnBrk="1" hangingPunct="1"/>
            <a:r>
              <a:rPr lang="en-US" sz="5400" smtClean="0">
                <a:latin typeface="Arial Black" pitchFamily="34" charset="0"/>
              </a:rPr>
              <a:t>Multiple-Way Selection</a:t>
            </a:r>
            <a:r>
              <a:rPr lang="en-US" smtClean="0">
                <a:latin typeface="Arial Black" pitchFamily="34" charset="0"/>
              </a:rPr>
              <a:t/>
            </a:r>
            <a:br>
              <a:rPr lang="en-US" smtClean="0">
                <a:latin typeface="Arial Black" pitchFamily="34" charset="0"/>
              </a:rPr>
            </a:br>
            <a:r>
              <a:rPr lang="en-US" smtClean="0">
                <a:latin typeface="Arial Black" pitchFamily="34" charset="0"/>
              </a:rPr>
              <a:t>Specific Example</a:t>
            </a:r>
          </a:p>
        </p:txBody>
      </p:sp>
      <p:pic>
        <p:nvPicPr>
          <p:cNvPr id="50180" name="Picture 2" descr="C:\Users\JohnSchram\AppData\Local\Microsoft\Windows\Temporary Internet Files\Content.IE5\1NSA1V5K\MC900231669[1].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67400" y="1981200"/>
            <a:ext cx="2316163" cy="221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xmlns:p14="http://schemas.microsoft.com/office/powerpoint/2010/mai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gradFill rotWithShape="0">
          <a:gsLst>
            <a:gs pos="0">
              <a:srgbClr val="000082"/>
            </a:gs>
            <a:gs pos="30000">
              <a:srgbClr val="66008F"/>
            </a:gs>
            <a:gs pos="64999">
              <a:srgbClr val="BA0066"/>
            </a:gs>
            <a:gs pos="89999">
              <a:srgbClr val="FF0000"/>
            </a:gs>
            <a:gs pos="100000">
              <a:srgbClr val="FF8200"/>
            </a:gs>
          </a:gsLst>
          <a:lin ang="5400000"/>
        </a:gradFill>
        <a:effectLst/>
      </p:bgPr>
    </p:bg>
    <p:spTree>
      <p:nvGrpSpPr>
        <p:cNvPr id="1" name=""/>
        <p:cNvGrpSpPr/>
        <p:nvPr/>
      </p:nvGrpSpPr>
      <p:grpSpPr>
        <a:xfrm>
          <a:off x="0" y="0"/>
          <a:ext cx="0" cy="0"/>
          <a:chOff x="0" y="0"/>
          <a:chExt cx="0" cy="0"/>
        </a:xfrm>
      </p:grpSpPr>
      <p:pic>
        <p:nvPicPr>
          <p:cNvPr id="51202" name="Picture 5" descr="C:\Documents and Settings\JohnSchram\Local Settings\Temporary Internet Files\Content.IE5\92CYL8BY\MPj03993320000[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7000" y="1298575"/>
            <a:ext cx="2081213" cy="312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3" name="WordArt 4"/>
          <p:cNvSpPr>
            <a:spLocks noChangeArrowheads="1" noChangeShapeType="1" noTextEdit="1"/>
          </p:cNvSpPr>
          <p:nvPr/>
        </p:nvSpPr>
        <p:spPr bwMode="auto">
          <a:xfrm>
            <a:off x="1219200" y="1905000"/>
            <a:ext cx="4495800" cy="2209800"/>
          </a:xfrm>
          <a:prstGeom prst="rect">
            <a:avLst/>
          </a:prstGeom>
        </p:spPr>
        <p:txBody>
          <a:bodyPr wrap="none" fromWordArt="1">
            <a:prstTxWarp prst="textSlantUp">
              <a:avLst>
                <a:gd name="adj" fmla="val 20625"/>
              </a:avLst>
            </a:prstTxWarp>
          </a:bodyPr>
          <a:lstStyle/>
          <a:p>
            <a:pPr algn="ctr"/>
            <a:r>
              <a:rPr lang="en-US" sz="3600" kern="1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Fixed</a:t>
            </a:r>
          </a:p>
        </p:txBody>
      </p:sp>
      <p:sp>
        <p:nvSpPr>
          <p:cNvPr id="51204" name="WordArt 18"/>
          <p:cNvSpPr>
            <a:spLocks noChangeArrowheads="1" noChangeShapeType="1" noTextEdit="1"/>
          </p:cNvSpPr>
          <p:nvPr/>
        </p:nvSpPr>
        <p:spPr bwMode="auto">
          <a:xfrm>
            <a:off x="371475" y="457200"/>
            <a:ext cx="8391525" cy="762000"/>
          </a:xfrm>
          <a:prstGeom prst="rect">
            <a:avLst/>
          </a:prstGeom>
        </p:spPr>
        <p:txBody>
          <a:bodyPr wrap="none" fromWordArt="1">
            <a:prstTxWarp prst="textPlain">
              <a:avLst>
                <a:gd name="adj" fmla="val 50000"/>
              </a:avLst>
            </a:prstTxWarp>
          </a:bodyPr>
          <a:lstStyle/>
          <a:p>
            <a:pPr algn="ctr"/>
            <a:r>
              <a:rPr lang="en-US" sz="3600" kern="10" dirty="0">
                <a:ln w="9525">
                  <a:solidFill>
                    <a:srgbClr val="000000"/>
                  </a:solidFill>
                  <a:round/>
                  <a:headEnd/>
                  <a:tailEnd/>
                </a:ln>
                <a:solidFill>
                  <a:srgbClr val="FFFFFF"/>
                </a:solidFill>
                <a:latin typeface="Arial Black"/>
              </a:rPr>
              <a:t>Section </a:t>
            </a:r>
            <a:r>
              <a:rPr lang="en-US" sz="3600" kern="10" dirty="0" smtClean="0">
                <a:ln w="9525">
                  <a:solidFill>
                    <a:srgbClr val="000000"/>
                  </a:solidFill>
                  <a:round/>
                  <a:headEnd/>
                  <a:tailEnd/>
                </a:ln>
                <a:solidFill>
                  <a:srgbClr val="FFFFFF"/>
                </a:solidFill>
                <a:latin typeface="Arial Black"/>
              </a:rPr>
              <a:t>5.7</a:t>
            </a:r>
            <a:endParaRPr lang="en-US" sz="3600" kern="10" dirty="0">
              <a:ln w="9525">
                <a:solidFill>
                  <a:srgbClr val="000000"/>
                </a:solidFill>
                <a:round/>
                <a:headEnd/>
                <a:tailEnd/>
              </a:ln>
              <a:solidFill>
                <a:srgbClr val="FFFFFF"/>
              </a:solidFill>
              <a:latin typeface="Arial Black"/>
            </a:endParaRPr>
          </a:p>
        </p:txBody>
      </p:sp>
      <p:sp>
        <p:nvSpPr>
          <p:cNvPr id="51205" name="WordArt 2"/>
          <p:cNvSpPr>
            <a:spLocks noChangeArrowheads="1" noChangeShapeType="1" noTextEdit="1"/>
          </p:cNvSpPr>
          <p:nvPr/>
        </p:nvSpPr>
        <p:spPr bwMode="auto">
          <a:xfrm>
            <a:off x="381000" y="4114800"/>
            <a:ext cx="8458200" cy="2438400"/>
          </a:xfrm>
          <a:prstGeom prst="rect">
            <a:avLst/>
          </a:prstGeom>
        </p:spPr>
        <p:txBody>
          <a:bodyPr wrap="none" fromWordArt="1">
            <a:prstTxWarp prst="textSlantUp">
              <a:avLst>
                <a:gd name="adj" fmla="val 32056"/>
              </a:avLst>
            </a:prstTxWarp>
          </a:bodyPr>
          <a:lstStyle/>
          <a:p>
            <a:pPr algn="ctr"/>
            <a:r>
              <a:rPr lang="en-US" sz="3600" kern="1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Repetition</a:t>
            </a:r>
          </a:p>
        </p:txBody>
      </p:sp>
    </p:spTree>
  </p:cSld>
  <p:clrMapOvr>
    <a:masterClrMapping/>
  </p:clrMapOvr>
  <p:timing>
    <p:tnLst>
      <p:par>
        <p:cTn xmlns:p14="http://schemas.microsoft.com/office/powerpoint/2010/mai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ext Box 2"/>
          <p:cNvSpPr txBox="1">
            <a:spLocks noChangeArrowheads="1"/>
          </p:cNvSpPr>
          <p:nvPr/>
        </p:nvSpPr>
        <p:spPr bwMode="auto">
          <a:xfrm>
            <a:off x="0" y="0"/>
            <a:ext cx="9144000" cy="6861175"/>
          </a:xfrm>
          <a:prstGeom prst="rect">
            <a:avLst/>
          </a:prstGeom>
          <a:solidFill>
            <a:srgbClr val="FFFF99"/>
          </a:solidFill>
          <a:ln w="57150">
            <a:solidFill>
              <a:schemeClr val="tx1"/>
            </a:solidFill>
            <a:miter lim="800000"/>
            <a:headEnd/>
            <a:tailEnd/>
          </a:ln>
        </p:spPr>
        <p:txBody>
          <a:bodyPr>
            <a:spAutoFit/>
          </a:bodyPr>
          <a:lstStyle>
            <a:lvl1pPr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1pPr>
            <a:lvl2pPr marL="742950" indent="-285750"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2pPr>
            <a:lvl3pPr marL="1143000" indent="-228600"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3pPr>
            <a:lvl4pPr marL="1600200" indent="-228600"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4pPr>
            <a:lvl5pPr marL="2057400" indent="-228600"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9pPr>
          </a:lstStyle>
          <a:p>
            <a:pPr eaLnBrk="1" hangingPunct="1"/>
            <a:r>
              <a:rPr lang="en-US" sz="2400" dirty="0">
                <a:latin typeface="Times New Roman" pitchFamily="18" charset="0"/>
                <a:sym typeface="Symbol" pitchFamily="18" charset="2"/>
              </a:rPr>
              <a:t>// </a:t>
            </a:r>
            <a:r>
              <a:rPr lang="en-US" sz="2400" dirty="0" smtClean="0">
                <a:latin typeface="Times New Roman" pitchFamily="18" charset="0"/>
                <a:sym typeface="Symbol" pitchFamily="18" charset="2"/>
              </a:rPr>
              <a:t>Java0507.java</a:t>
            </a:r>
            <a:endParaRPr lang="en-US" sz="2400" dirty="0">
              <a:latin typeface="Times New Roman" pitchFamily="18" charset="0"/>
              <a:sym typeface="Symbol" pitchFamily="18" charset="2"/>
            </a:endParaRPr>
          </a:p>
          <a:p>
            <a:pPr eaLnBrk="1" hangingPunct="1"/>
            <a:r>
              <a:rPr lang="en-US" sz="2400" dirty="0">
                <a:latin typeface="Times New Roman" pitchFamily="18" charset="0"/>
                <a:sym typeface="Symbol" pitchFamily="18" charset="2"/>
              </a:rPr>
              <a:t>// This program displays </a:t>
            </a:r>
            <a:r>
              <a:rPr lang="en-US" sz="2400" dirty="0" smtClean="0">
                <a:latin typeface="Times New Roman" pitchFamily="18" charset="0"/>
                <a:sym typeface="Symbol" pitchFamily="18" charset="2"/>
              </a:rPr>
              <a:t>60 </a:t>
            </a:r>
            <a:r>
              <a:rPr lang="en-US" sz="2400" dirty="0">
                <a:latin typeface="Times New Roman" pitchFamily="18" charset="0"/>
                <a:sym typeface="Symbol" pitchFamily="18" charset="2"/>
              </a:rPr>
              <a:t>identical lines efficiently</a:t>
            </a:r>
          </a:p>
          <a:p>
            <a:pPr eaLnBrk="1" hangingPunct="1"/>
            <a:r>
              <a:rPr lang="en-US" sz="2400" dirty="0">
                <a:latin typeface="Times New Roman" pitchFamily="18" charset="0"/>
                <a:sym typeface="Symbol" pitchFamily="18" charset="2"/>
              </a:rPr>
              <a:t>// with one println statement and a loop structure.</a:t>
            </a:r>
          </a:p>
          <a:p>
            <a:pPr eaLnBrk="1" hangingPunct="1"/>
            <a:endParaRPr lang="en-US" sz="2400" dirty="0">
              <a:latin typeface="Times New Roman" pitchFamily="18" charset="0"/>
              <a:sym typeface="Symbol" pitchFamily="18" charset="2"/>
            </a:endParaRPr>
          </a:p>
          <a:p>
            <a:pPr eaLnBrk="1" hangingPunct="1"/>
            <a:r>
              <a:rPr lang="en-US" sz="2400" dirty="0">
                <a:latin typeface="Times New Roman" pitchFamily="18" charset="0"/>
                <a:sym typeface="Symbol" pitchFamily="18" charset="2"/>
              </a:rPr>
              <a:t>public class </a:t>
            </a:r>
            <a:r>
              <a:rPr lang="en-US" sz="2400" dirty="0" smtClean="0">
                <a:latin typeface="Times New Roman" pitchFamily="18" charset="0"/>
                <a:sym typeface="Symbol" pitchFamily="18" charset="2"/>
              </a:rPr>
              <a:t>Java0507</a:t>
            </a:r>
            <a:endParaRPr lang="en-US" sz="2400" dirty="0">
              <a:latin typeface="Times New Roman" pitchFamily="18" charset="0"/>
              <a:sym typeface="Symbol" pitchFamily="18" charset="2"/>
            </a:endParaRPr>
          </a:p>
          <a:p>
            <a:pPr eaLnBrk="1" hangingPunct="1"/>
            <a:r>
              <a:rPr lang="en-US" sz="2400" dirty="0">
                <a:latin typeface="Times New Roman" pitchFamily="18" charset="0"/>
                <a:sym typeface="Symbol" pitchFamily="18" charset="2"/>
              </a:rPr>
              <a:t>{</a:t>
            </a:r>
          </a:p>
          <a:p>
            <a:pPr eaLnBrk="1" hangingPunct="1"/>
            <a:r>
              <a:rPr lang="en-US" sz="2400" dirty="0">
                <a:latin typeface="Times New Roman" pitchFamily="18" charset="0"/>
                <a:sym typeface="Symbol" pitchFamily="18" charset="2"/>
              </a:rPr>
              <a:t>	public static void main(String </a:t>
            </a:r>
            <a:r>
              <a:rPr lang="en-US" sz="2400" dirty="0" err="1">
                <a:latin typeface="Times New Roman" pitchFamily="18" charset="0"/>
                <a:sym typeface="Symbol" pitchFamily="18" charset="2"/>
              </a:rPr>
              <a:t>args</a:t>
            </a:r>
            <a:r>
              <a:rPr lang="en-US" sz="2400" dirty="0">
                <a:latin typeface="Times New Roman" pitchFamily="18" charset="0"/>
                <a:sym typeface="Symbol" pitchFamily="18" charset="2"/>
              </a:rPr>
              <a:t>[])</a:t>
            </a:r>
          </a:p>
          <a:p>
            <a:pPr eaLnBrk="1" hangingPunct="1"/>
            <a:r>
              <a:rPr lang="en-US" sz="2400" dirty="0">
                <a:latin typeface="Times New Roman" pitchFamily="18" charset="0"/>
                <a:sym typeface="Symbol" pitchFamily="18" charset="2"/>
              </a:rPr>
              <a:t>	</a:t>
            </a:r>
            <a:r>
              <a:rPr lang="pt-BR" sz="2400" dirty="0">
                <a:latin typeface="Times New Roman" pitchFamily="18" charset="0"/>
                <a:sym typeface="Symbol" pitchFamily="18" charset="2"/>
              </a:rPr>
              <a:t>{</a:t>
            </a:r>
          </a:p>
          <a:p>
            <a:pPr eaLnBrk="1" hangingPunct="1"/>
            <a:r>
              <a:rPr lang="pt-BR" sz="2400" dirty="0">
                <a:latin typeface="Times New Roman" pitchFamily="18" charset="0"/>
                <a:sym typeface="Symbol" pitchFamily="18" charset="2"/>
              </a:rPr>
              <a:t>		System.out.println("\</a:t>
            </a:r>
            <a:r>
              <a:rPr lang="pt-BR" sz="2400" dirty="0" smtClean="0">
                <a:latin typeface="Times New Roman" pitchFamily="18" charset="0"/>
                <a:sym typeface="Symbol" pitchFamily="18" charset="2"/>
              </a:rPr>
              <a:t>nJAVA0507.JAVA\n</a:t>
            </a:r>
            <a:r>
              <a:rPr lang="pt-BR" sz="2400" dirty="0">
                <a:latin typeface="Times New Roman" pitchFamily="18" charset="0"/>
                <a:sym typeface="Symbol" pitchFamily="18" charset="2"/>
              </a:rPr>
              <a:t>");</a:t>
            </a:r>
          </a:p>
          <a:p>
            <a:pPr eaLnBrk="1" hangingPunct="1"/>
            <a:r>
              <a:rPr lang="pt-BR" sz="2400" dirty="0">
                <a:latin typeface="Times New Roman" pitchFamily="18" charset="0"/>
                <a:sym typeface="Symbol" pitchFamily="18" charset="2"/>
              </a:rPr>
              <a:t>		</a:t>
            </a:r>
            <a:r>
              <a:rPr lang="en-US" sz="2400" dirty="0" err="1">
                <a:latin typeface="Times New Roman" pitchFamily="18" charset="0"/>
                <a:sym typeface="Symbol" pitchFamily="18" charset="2"/>
              </a:rPr>
              <a:t>int</a:t>
            </a:r>
            <a:r>
              <a:rPr lang="en-US" sz="2400" dirty="0">
                <a:latin typeface="Times New Roman" pitchFamily="18" charset="0"/>
                <a:sym typeface="Symbol" pitchFamily="18" charset="2"/>
              </a:rPr>
              <a:t> k;</a:t>
            </a:r>
          </a:p>
          <a:p>
            <a:pPr eaLnBrk="1" hangingPunct="1"/>
            <a:endParaRPr lang="en-US" sz="1400" dirty="0">
              <a:latin typeface="Times New Roman" pitchFamily="18" charset="0"/>
              <a:sym typeface="Symbol" pitchFamily="18" charset="2"/>
            </a:endParaRPr>
          </a:p>
          <a:p>
            <a:pPr eaLnBrk="1" hangingPunct="1"/>
            <a:r>
              <a:rPr lang="en-US" sz="2400" b="0" dirty="0">
                <a:sym typeface="Symbol" pitchFamily="18" charset="2"/>
              </a:rPr>
              <a:t>		for (k = 1; k &lt;= </a:t>
            </a:r>
            <a:r>
              <a:rPr lang="en-US" sz="2400" b="0" dirty="0" smtClean="0">
                <a:sym typeface="Symbol" pitchFamily="18" charset="2"/>
              </a:rPr>
              <a:t>60</a:t>
            </a:r>
            <a:r>
              <a:rPr lang="en-US" sz="2400" b="0" dirty="0">
                <a:sym typeface="Symbol" pitchFamily="18" charset="2"/>
              </a:rPr>
              <a:t>; k++)   </a:t>
            </a:r>
          </a:p>
          <a:p>
            <a:pPr eaLnBrk="1" hangingPunct="1"/>
            <a:r>
              <a:rPr lang="en-US" sz="2400" dirty="0">
                <a:latin typeface="Times New Roman" pitchFamily="18" charset="0"/>
                <a:sym typeface="Symbol" pitchFamily="18" charset="2"/>
              </a:rPr>
              <a:t>			</a:t>
            </a:r>
            <a:r>
              <a:rPr lang="en-US" sz="2100" dirty="0" err="1">
                <a:latin typeface="Arial Narrow" pitchFamily="34" charset="0"/>
                <a:sym typeface="Symbol" pitchFamily="18" charset="2"/>
              </a:rPr>
              <a:t>System.out.println</a:t>
            </a:r>
            <a:r>
              <a:rPr lang="en-US" sz="2100" dirty="0">
                <a:latin typeface="Arial Narrow" pitchFamily="34" charset="0"/>
                <a:sym typeface="Symbol" pitchFamily="18" charset="2"/>
              </a:rPr>
              <a:t>("Eat at Joe's friendly diner for the best lunch value");</a:t>
            </a:r>
          </a:p>
          <a:p>
            <a:pPr eaLnBrk="1" hangingPunct="1"/>
            <a:r>
              <a:rPr lang="en-US" sz="2400" dirty="0">
                <a:latin typeface="Times New Roman" pitchFamily="18" charset="0"/>
                <a:sym typeface="Symbol" pitchFamily="18" charset="2"/>
              </a:rPr>
              <a:t>	}</a:t>
            </a:r>
          </a:p>
          <a:p>
            <a:pPr eaLnBrk="1" hangingPunct="1"/>
            <a:r>
              <a:rPr lang="en-US" sz="2400" dirty="0">
                <a:latin typeface="Times New Roman" pitchFamily="18" charset="0"/>
                <a:sym typeface="Symbol" pitchFamily="18" charset="2"/>
              </a:rPr>
              <a:t>}</a:t>
            </a:r>
          </a:p>
          <a:p>
            <a:pPr eaLnBrk="1" hangingPunct="1"/>
            <a:endParaRPr lang="en-US" sz="2400" dirty="0">
              <a:latin typeface="Times New Roman" pitchFamily="18" charset="0"/>
              <a:sym typeface="Symbol" pitchFamily="18" charset="2"/>
            </a:endParaRPr>
          </a:p>
          <a:p>
            <a:pPr eaLnBrk="1" hangingPunct="1"/>
            <a:endParaRPr lang="en-US" sz="2400" dirty="0">
              <a:latin typeface="Times New Roman" pitchFamily="18" charset="0"/>
              <a:sym typeface="Symbol" pitchFamily="18" charset="2"/>
            </a:endParaRPr>
          </a:p>
          <a:p>
            <a:pPr eaLnBrk="1" hangingPunct="1"/>
            <a:endParaRPr lang="en-US" sz="2400" dirty="0">
              <a:latin typeface="Times New Roman" pitchFamily="18" charset="0"/>
              <a:sym typeface="Symbol" pitchFamily="18" charset="2"/>
            </a:endParaRPr>
          </a:p>
          <a:p>
            <a:pPr eaLnBrk="1" hangingPunct="1">
              <a:lnSpc>
                <a:spcPct val="80000"/>
              </a:lnSpc>
            </a:pPr>
            <a:endParaRPr lang="en-US" sz="2400" dirty="0">
              <a:latin typeface="Times New Roman" pitchFamily="18" charset="0"/>
              <a:sym typeface="Symbol" pitchFamily="18" charset="2"/>
            </a:endParaRPr>
          </a:p>
        </p:txBody>
      </p:sp>
      <p:sp>
        <p:nvSpPr>
          <p:cNvPr id="5" name="TextBox 4"/>
          <p:cNvSpPr txBox="1"/>
          <p:nvPr/>
        </p:nvSpPr>
        <p:spPr>
          <a:xfrm>
            <a:off x="4876800" y="0"/>
            <a:ext cx="4267200" cy="6858000"/>
          </a:xfrm>
          <a:prstGeom prst="rect">
            <a:avLst/>
          </a:prstGeom>
          <a:solidFill>
            <a:schemeClr val="accent6">
              <a:lumMod val="20000"/>
              <a:lumOff val="80000"/>
            </a:schemeClr>
          </a:solidFill>
          <a:ln w="57150">
            <a:solidFill>
              <a:schemeClr val="tx1"/>
            </a:solidFill>
          </a:ln>
        </p:spPr>
        <p:txBody>
          <a:bodyPr wrap="square" rtlCol="0">
            <a:spAutoFit/>
          </a:bodyPr>
          <a:lstStyle/>
          <a:p>
            <a:endParaRPr lang="en-US" sz="1500" spc="-10" dirty="0" smtClean="0">
              <a:latin typeface="Times New Roman" panose="02020603050405020304" pitchFamily="18" charset="0"/>
              <a:cs typeface="Times New Roman" panose="02020603050405020304" pitchFamily="18" charset="0"/>
            </a:endParaRPr>
          </a:p>
          <a:p>
            <a:r>
              <a:rPr lang="en-US" sz="1500" dirty="0">
                <a:latin typeface="Times New Roman" panose="02020603050405020304" pitchFamily="18" charset="0"/>
                <a:cs typeface="Times New Roman" panose="02020603050405020304" pitchFamily="18" charset="0"/>
              </a:rPr>
              <a:t>JAVA0507.JAVA</a:t>
            </a:r>
          </a:p>
          <a:p>
            <a:r>
              <a:rPr lang="en-US" sz="1500" dirty="0">
                <a:latin typeface="Times New Roman" panose="02020603050405020304" pitchFamily="18" charset="0"/>
                <a:cs typeface="Times New Roman" panose="02020603050405020304" pitchFamily="18" charset="0"/>
              </a:rPr>
              <a:t> </a:t>
            </a:r>
          </a:p>
          <a:p>
            <a:r>
              <a:rPr lang="en-US" sz="1500" dirty="0">
                <a:latin typeface="Times New Roman" panose="02020603050405020304" pitchFamily="18" charset="0"/>
                <a:cs typeface="Times New Roman" panose="02020603050405020304" pitchFamily="18" charset="0"/>
              </a:rPr>
              <a:t>Eat at Joe's friendly diner for the best lunch value</a:t>
            </a:r>
          </a:p>
          <a:p>
            <a:r>
              <a:rPr lang="en-US" sz="1500" dirty="0">
                <a:latin typeface="Times New Roman" panose="02020603050405020304" pitchFamily="18" charset="0"/>
                <a:cs typeface="Times New Roman" panose="02020603050405020304" pitchFamily="18" charset="0"/>
              </a:rPr>
              <a:t>Eat at Joe's friendly diner for the best lunch value</a:t>
            </a:r>
          </a:p>
          <a:p>
            <a:r>
              <a:rPr lang="en-US" sz="1500" dirty="0">
                <a:latin typeface="Times New Roman" panose="02020603050405020304" pitchFamily="18" charset="0"/>
                <a:cs typeface="Times New Roman" panose="02020603050405020304" pitchFamily="18" charset="0"/>
              </a:rPr>
              <a:t>Eat at Joe's friendly diner for the best lunch value</a:t>
            </a:r>
          </a:p>
          <a:p>
            <a:r>
              <a:rPr lang="en-US" sz="1500" dirty="0">
                <a:latin typeface="Times New Roman" panose="02020603050405020304" pitchFamily="18" charset="0"/>
                <a:cs typeface="Times New Roman" panose="02020603050405020304" pitchFamily="18" charset="0"/>
              </a:rPr>
              <a:t>Eat at Joe's friendly diner for the best lunch value</a:t>
            </a:r>
          </a:p>
          <a:p>
            <a:r>
              <a:rPr lang="en-US" sz="1500" dirty="0">
                <a:latin typeface="Times New Roman" panose="02020603050405020304" pitchFamily="18" charset="0"/>
                <a:cs typeface="Times New Roman" panose="02020603050405020304" pitchFamily="18" charset="0"/>
              </a:rPr>
              <a:t>Eat at Joe's friendly diner for the best lunch value</a:t>
            </a:r>
          </a:p>
          <a:p>
            <a:r>
              <a:rPr lang="en-US" sz="1500" dirty="0">
                <a:latin typeface="Times New Roman" panose="02020603050405020304" pitchFamily="18" charset="0"/>
                <a:cs typeface="Times New Roman" panose="02020603050405020304" pitchFamily="18" charset="0"/>
              </a:rPr>
              <a:t>Eat at Joe's friendly diner for the best lunch value</a:t>
            </a:r>
          </a:p>
          <a:p>
            <a:r>
              <a:rPr lang="en-US" sz="1500" dirty="0">
                <a:latin typeface="Times New Roman" panose="02020603050405020304" pitchFamily="18" charset="0"/>
                <a:cs typeface="Times New Roman" panose="02020603050405020304" pitchFamily="18" charset="0"/>
              </a:rPr>
              <a:t>Eat at Joe's friendly diner for the best lunch value</a:t>
            </a:r>
          </a:p>
          <a:p>
            <a:r>
              <a:rPr lang="en-US" sz="1500" dirty="0">
                <a:latin typeface="Times New Roman" panose="02020603050405020304" pitchFamily="18" charset="0"/>
                <a:cs typeface="Times New Roman" panose="02020603050405020304" pitchFamily="18" charset="0"/>
              </a:rPr>
              <a:t>Eat at Joe's friendly diner for the best lunch value</a:t>
            </a:r>
          </a:p>
          <a:p>
            <a:r>
              <a:rPr lang="en-US" sz="1500" dirty="0">
                <a:latin typeface="Times New Roman" panose="02020603050405020304" pitchFamily="18" charset="0"/>
                <a:cs typeface="Times New Roman" panose="02020603050405020304" pitchFamily="18" charset="0"/>
              </a:rPr>
              <a:t>Eat at Joe's friendly diner for the best lunch value</a:t>
            </a:r>
          </a:p>
          <a:p>
            <a:r>
              <a:rPr lang="en-US" sz="1500" dirty="0">
                <a:latin typeface="Times New Roman" panose="02020603050405020304" pitchFamily="18" charset="0"/>
                <a:cs typeface="Times New Roman" panose="02020603050405020304" pitchFamily="18" charset="0"/>
              </a:rPr>
              <a:t>Eat at Joe's friendly diner for the best lunch value</a:t>
            </a:r>
          </a:p>
          <a:p>
            <a:r>
              <a:rPr lang="en-US" sz="1500" dirty="0">
                <a:latin typeface="Times New Roman" panose="02020603050405020304" pitchFamily="18" charset="0"/>
                <a:cs typeface="Times New Roman" panose="02020603050405020304" pitchFamily="18" charset="0"/>
              </a:rPr>
              <a:t>Eat at Joe's friendly diner for the best lunch value</a:t>
            </a:r>
          </a:p>
          <a:p>
            <a:r>
              <a:rPr lang="en-US" sz="1500" dirty="0">
                <a:latin typeface="Times New Roman" panose="02020603050405020304" pitchFamily="18" charset="0"/>
                <a:cs typeface="Times New Roman" panose="02020603050405020304" pitchFamily="18" charset="0"/>
              </a:rPr>
              <a:t>Eat at Joe's friendly diner for the best lunch value</a:t>
            </a:r>
          </a:p>
          <a:p>
            <a:r>
              <a:rPr lang="en-US" sz="1500" dirty="0">
                <a:latin typeface="Times New Roman" panose="02020603050405020304" pitchFamily="18" charset="0"/>
                <a:cs typeface="Times New Roman" panose="02020603050405020304" pitchFamily="18" charset="0"/>
              </a:rPr>
              <a:t>Eat at Joe's friendly diner for the best lunch value</a:t>
            </a:r>
          </a:p>
          <a:p>
            <a:r>
              <a:rPr lang="en-US" sz="1500" dirty="0">
                <a:latin typeface="Times New Roman" panose="02020603050405020304" pitchFamily="18" charset="0"/>
                <a:cs typeface="Times New Roman" panose="02020603050405020304" pitchFamily="18" charset="0"/>
              </a:rPr>
              <a:t>Eat at Joe's friendly diner for the best lunch value</a:t>
            </a:r>
          </a:p>
          <a:p>
            <a:r>
              <a:rPr lang="en-US" sz="1500" dirty="0">
                <a:latin typeface="Times New Roman" panose="02020603050405020304" pitchFamily="18" charset="0"/>
                <a:cs typeface="Times New Roman" panose="02020603050405020304" pitchFamily="18" charset="0"/>
              </a:rPr>
              <a:t>Eat at Joe's friendly diner for the best lunch value</a:t>
            </a:r>
          </a:p>
          <a:p>
            <a:r>
              <a:rPr lang="en-US" sz="1500" dirty="0">
                <a:latin typeface="Times New Roman" panose="02020603050405020304" pitchFamily="18" charset="0"/>
                <a:cs typeface="Times New Roman" panose="02020603050405020304" pitchFamily="18" charset="0"/>
              </a:rPr>
              <a:t>Eat at Joe's friendly diner for the best lunch value</a:t>
            </a:r>
          </a:p>
          <a:p>
            <a:r>
              <a:rPr lang="en-US" sz="1500" dirty="0">
                <a:latin typeface="Times New Roman" panose="02020603050405020304" pitchFamily="18" charset="0"/>
                <a:cs typeface="Times New Roman" panose="02020603050405020304" pitchFamily="18" charset="0"/>
              </a:rPr>
              <a:t>Eat at Joe's friendly diner for the best lunch value</a:t>
            </a:r>
          </a:p>
          <a:p>
            <a:r>
              <a:rPr lang="en-US" sz="1500" dirty="0">
                <a:latin typeface="Times New Roman" panose="02020603050405020304" pitchFamily="18" charset="0"/>
                <a:cs typeface="Times New Roman" panose="02020603050405020304" pitchFamily="18" charset="0"/>
              </a:rPr>
              <a:t>Eat at Joe's friendly diner for the best lunch value</a:t>
            </a:r>
          </a:p>
          <a:p>
            <a:r>
              <a:rPr lang="en-US" sz="1500" dirty="0">
                <a:latin typeface="Times New Roman" panose="02020603050405020304" pitchFamily="18" charset="0"/>
                <a:cs typeface="Times New Roman" panose="02020603050405020304" pitchFamily="18" charset="0"/>
              </a:rPr>
              <a:t>Eat at Joe's friendly diner for the best lunch value</a:t>
            </a:r>
          </a:p>
          <a:p>
            <a:r>
              <a:rPr lang="en-US" sz="1500" dirty="0">
                <a:latin typeface="Times New Roman" panose="02020603050405020304" pitchFamily="18" charset="0"/>
                <a:cs typeface="Times New Roman" panose="02020603050405020304" pitchFamily="18" charset="0"/>
              </a:rPr>
              <a:t>Eat at Joe's friendly diner for the best lunch value</a:t>
            </a:r>
          </a:p>
          <a:p>
            <a:r>
              <a:rPr lang="en-US" sz="1500" dirty="0">
                <a:latin typeface="Times New Roman" panose="02020603050405020304" pitchFamily="18" charset="0"/>
                <a:cs typeface="Times New Roman" panose="02020603050405020304" pitchFamily="18" charset="0"/>
              </a:rPr>
              <a:t>Eat at Joe's friendly diner for the best lunch value</a:t>
            </a:r>
          </a:p>
          <a:p>
            <a:r>
              <a:rPr lang="en-US" sz="1500" dirty="0">
                <a:latin typeface="Times New Roman" panose="02020603050405020304" pitchFamily="18" charset="0"/>
                <a:cs typeface="Times New Roman" panose="02020603050405020304" pitchFamily="18" charset="0"/>
              </a:rPr>
              <a:t>Eat at Joe's friendly diner for the best lunch value</a:t>
            </a:r>
          </a:p>
          <a:p>
            <a:r>
              <a:rPr lang="en-US" sz="1500" dirty="0">
                <a:latin typeface="Times New Roman" panose="02020603050405020304" pitchFamily="18" charset="0"/>
                <a:cs typeface="Times New Roman" panose="02020603050405020304" pitchFamily="18" charset="0"/>
              </a:rPr>
              <a:t>Eat at Joe's friendly diner for the best lunch value</a:t>
            </a:r>
          </a:p>
          <a:p>
            <a:r>
              <a:rPr lang="en-US" sz="1500" dirty="0" smtClean="0">
                <a:latin typeface="Times New Roman" panose="02020603050405020304" pitchFamily="18" charset="0"/>
                <a:cs typeface="Times New Roman" panose="02020603050405020304" pitchFamily="18" charset="0"/>
              </a:rPr>
              <a:t>Eat </a:t>
            </a:r>
            <a:r>
              <a:rPr lang="en-US" sz="1500" dirty="0">
                <a:latin typeface="Times New Roman" panose="02020603050405020304" pitchFamily="18" charset="0"/>
                <a:cs typeface="Times New Roman" panose="02020603050405020304" pitchFamily="18" charset="0"/>
              </a:rPr>
              <a:t>at Joe's friendly diner for the best lunch value</a:t>
            </a:r>
          </a:p>
          <a:p>
            <a:r>
              <a:rPr lang="en-US" sz="1700" dirty="0" smtClean="0">
                <a:latin typeface="Times New Roman" panose="02020603050405020304" pitchFamily="18" charset="0"/>
                <a:cs typeface="Times New Roman" panose="02020603050405020304" pitchFamily="18" charset="0"/>
              </a:rPr>
              <a:t>:	:	:	:</a:t>
            </a:r>
            <a:endParaRPr lang="en-US" sz="1700" dirty="0">
              <a:latin typeface="Times New Roman" panose="02020603050405020304" pitchFamily="18" charset="0"/>
              <a:cs typeface="Times New Roman" panose="02020603050405020304" pitchFamily="18" charset="0"/>
            </a:endParaRPr>
          </a:p>
          <a:p>
            <a:r>
              <a:rPr lang="en-US" sz="1700" b="0" i="1" dirty="0" smtClean="0">
                <a:latin typeface="Times New Roman" panose="02020603050405020304" pitchFamily="18" charset="0"/>
                <a:cs typeface="Times New Roman" panose="02020603050405020304" pitchFamily="18" charset="0"/>
              </a:rPr>
              <a:t>Continues 36 more times…</a:t>
            </a:r>
            <a:endParaRPr lang="en-US" sz="1700" b="0" i="1" dirty="0">
              <a:latin typeface="Times New Roman" panose="02020603050405020304" pitchFamily="18" charset="0"/>
              <a:cs typeface="Times New Roman" panose="02020603050405020304" pitchFamily="18" charset="0"/>
            </a:endParaRPr>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to="" calcmode="lin" valueType="num">
                                      <p:cBhvr>
                                        <p:cTn id="7" dur="1" fill="hold"/>
                                        <p:tgtEl>
                                          <p:spTgt spid="5"/>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2"/>
          <p:cNvSpPr txBox="1">
            <a:spLocks noChangeArrowheads="1"/>
          </p:cNvSpPr>
          <p:nvPr/>
        </p:nvSpPr>
        <p:spPr bwMode="auto">
          <a:xfrm>
            <a:off x="0" y="0"/>
            <a:ext cx="9144000" cy="6861175"/>
          </a:xfrm>
          <a:prstGeom prst="rect">
            <a:avLst/>
          </a:prstGeom>
          <a:solidFill>
            <a:srgbClr val="FFFF99"/>
          </a:solidFill>
          <a:ln w="57150">
            <a:solidFill>
              <a:schemeClr val="tx1"/>
            </a:solidFill>
            <a:miter lim="800000"/>
            <a:headEnd/>
            <a:tailEnd/>
          </a:ln>
        </p:spPr>
        <p:txBody>
          <a:bodyPr>
            <a:spAutoFit/>
          </a:bodyPr>
          <a:lstStyle>
            <a:lvl1pPr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1pPr>
            <a:lvl2pPr marL="742950" indent="-285750"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2pPr>
            <a:lvl3pPr marL="1143000" indent="-228600"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3pPr>
            <a:lvl4pPr marL="1600200" indent="-228600"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4pPr>
            <a:lvl5pPr marL="2057400" indent="-228600"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9pPr>
          </a:lstStyle>
          <a:p>
            <a:pPr eaLnBrk="1" hangingPunct="1"/>
            <a:r>
              <a:rPr lang="en-US" sz="2400" dirty="0">
                <a:latin typeface="Times New Roman" pitchFamily="18" charset="0"/>
                <a:sym typeface="Symbol" pitchFamily="18" charset="2"/>
              </a:rPr>
              <a:t>// </a:t>
            </a:r>
            <a:r>
              <a:rPr lang="en-US" sz="2400" dirty="0" smtClean="0">
                <a:latin typeface="Times New Roman" pitchFamily="18" charset="0"/>
                <a:sym typeface="Symbol" pitchFamily="18" charset="2"/>
              </a:rPr>
              <a:t>Java0507.java</a:t>
            </a:r>
            <a:endParaRPr lang="en-US" sz="2400" dirty="0">
              <a:latin typeface="Times New Roman" pitchFamily="18" charset="0"/>
              <a:sym typeface="Symbol" pitchFamily="18" charset="2"/>
            </a:endParaRPr>
          </a:p>
          <a:p>
            <a:pPr eaLnBrk="1" hangingPunct="1"/>
            <a:r>
              <a:rPr lang="en-US" sz="2400" dirty="0">
                <a:latin typeface="Times New Roman" pitchFamily="18" charset="0"/>
                <a:sym typeface="Symbol" pitchFamily="18" charset="2"/>
              </a:rPr>
              <a:t>// This program displays </a:t>
            </a:r>
            <a:r>
              <a:rPr lang="en-US" sz="2400" dirty="0" smtClean="0">
                <a:latin typeface="Times New Roman" pitchFamily="18" charset="0"/>
                <a:sym typeface="Symbol" pitchFamily="18" charset="2"/>
              </a:rPr>
              <a:t>60 </a:t>
            </a:r>
            <a:r>
              <a:rPr lang="en-US" sz="2400" dirty="0">
                <a:latin typeface="Times New Roman" pitchFamily="18" charset="0"/>
                <a:sym typeface="Symbol" pitchFamily="18" charset="2"/>
              </a:rPr>
              <a:t>identical lines efficiently</a:t>
            </a:r>
          </a:p>
          <a:p>
            <a:pPr eaLnBrk="1" hangingPunct="1"/>
            <a:r>
              <a:rPr lang="en-US" sz="2400" dirty="0">
                <a:latin typeface="Times New Roman" pitchFamily="18" charset="0"/>
                <a:sym typeface="Symbol" pitchFamily="18" charset="2"/>
              </a:rPr>
              <a:t>// with one println statement and a loop structure.</a:t>
            </a:r>
          </a:p>
          <a:p>
            <a:pPr eaLnBrk="1" hangingPunct="1"/>
            <a:endParaRPr lang="en-US" sz="2400" dirty="0">
              <a:latin typeface="Times New Roman" pitchFamily="18" charset="0"/>
              <a:sym typeface="Symbol" pitchFamily="18" charset="2"/>
            </a:endParaRPr>
          </a:p>
          <a:p>
            <a:pPr eaLnBrk="1" hangingPunct="1"/>
            <a:r>
              <a:rPr lang="en-US" sz="2400" dirty="0">
                <a:latin typeface="Times New Roman" pitchFamily="18" charset="0"/>
                <a:sym typeface="Symbol" pitchFamily="18" charset="2"/>
              </a:rPr>
              <a:t>public class </a:t>
            </a:r>
            <a:r>
              <a:rPr lang="en-US" sz="2400" dirty="0" smtClean="0">
                <a:latin typeface="Times New Roman" pitchFamily="18" charset="0"/>
                <a:sym typeface="Symbol" pitchFamily="18" charset="2"/>
              </a:rPr>
              <a:t>Java0507</a:t>
            </a:r>
            <a:endParaRPr lang="en-US" sz="2400" dirty="0">
              <a:latin typeface="Times New Roman" pitchFamily="18" charset="0"/>
              <a:sym typeface="Symbol" pitchFamily="18" charset="2"/>
            </a:endParaRPr>
          </a:p>
          <a:p>
            <a:pPr eaLnBrk="1" hangingPunct="1"/>
            <a:r>
              <a:rPr lang="en-US" sz="2400" dirty="0">
                <a:latin typeface="Times New Roman" pitchFamily="18" charset="0"/>
                <a:sym typeface="Symbol" pitchFamily="18" charset="2"/>
              </a:rPr>
              <a:t>{</a:t>
            </a:r>
          </a:p>
          <a:p>
            <a:pPr eaLnBrk="1" hangingPunct="1"/>
            <a:r>
              <a:rPr lang="en-US" sz="2400" dirty="0">
                <a:latin typeface="Times New Roman" pitchFamily="18" charset="0"/>
                <a:sym typeface="Symbol" pitchFamily="18" charset="2"/>
              </a:rPr>
              <a:t>	public static void main(String </a:t>
            </a:r>
            <a:r>
              <a:rPr lang="en-US" sz="2400" dirty="0" err="1">
                <a:latin typeface="Times New Roman" pitchFamily="18" charset="0"/>
                <a:sym typeface="Symbol" pitchFamily="18" charset="2"/>
              </a:rPr>
              <a:t>args</a:t>
            </a:r>
            <a:r>
              <a:rPr lang="en-US" sz="2400" dirty="0">
                <a:latin typeface="Times New Roman" pitchFamily="18" charset="0"/>
                <a:sym typeface="Symbol" pitchFamily="18" charset="2"/>
              </a:rPr>
              <a:t>[])</a:t>
            </a:r>
          </a:p>
          <a:p>
            <a:pPr eaLnBrk="1" hangingPunct="1"/>
            <a:r>
              <a:rPr lang="en-US" sz="2400" dirty="0">
                <a:latin typeface="Times New Roman" pitchFamily="18" charset="0"/>
                <a:sym typeface="Symbol" pitchFamily="18" charset="2"/>
              </a:rPr>
              <a:t>	</a:t>
            </a:r>
            <a:r>
              <a:rPr lang="pt-BR" sz="2400" dirty="0">
                <a:latin typeface="Times New Roman" pitchFamily="18" charset="0"/>
                <a:sym typeface="Symbol" pitchFamily="18" charset="2"/>
              </a:rPr>
              <a:t>{</a:t>
            </a:r>
          </a:p>
          <a:p>
            <a:pPr eaLnBrk="1" hangingPunct="1"/>
            <a:r>
              <a:rPr lang="pt-BR" sz="2400" dirty="0">
                <a:latin typeface="Times New Roman" pitchFamily="18" charset="0"/>
                <a:sym typeface="Symbol" pitchFamily="18" charset="2"/>
              </a:rPr>
              <a:t>		System.out.println("\</a:t>
            </a:r>
            <a:r>
              <a:rPr lang="pt-BR" sz="2400" dirty="0" smtClean="0">
                <a:latin typeface="Times New Roman" pitchFamily="18" charset="0"/>
                <a:sym typeface="Symbol" pitchFamily="18" charset="2"/>
              </a:rPr>
              <a:t>nJAVA0507.JAVA\n</a:t>
            </a:r>
            <a:r>
              <a:rPr lang="pt-BR" sz="2400" dirty="0">
                <a:latin typeface="Times New Roman" pitchFamily="18" charset="0"/>
                <a:sym typeface="Symbol" pitchFamily="18" charset="2"/>
              </a:rPr>
              <a:t>");</a:t>
            </a:r>
          </a:p>
          <a:p>
            <a:pPr eaLnBrk="1" hangingPunct="1"/>
            <a:r>
              <a:rPr lang="pt-BR" sz="2400" dirty="0">
                <a:latin typeface="Times New Roman" pitchFamily="18" charset="0"/>
                <a:sym typeface="Symbol" pitchFamily="18" charset="2"/>
              </a:rPr>
              <a:t>		</a:t>
            </a:r>
            <a:r>
              <a:rPr lang="en-US" sz="2400" dirty="0" err="1">
                <a:latin typeface="Times New Roman" pitchFamily="18" charset="0"/>
                <a:sym typeface="Symbol" pitchFamily="18" charset="2"/>
              </a:rPr>
              <a:t>int</a:t>
            </a:r>
            <a:r>
              <a:rPr lang="en-US" sz="2400" dirty="0">
                <a:latin typeface="Times New Roman" pitchFamily="18" charset="0"/>
                <a:sym typeface="Symbol" pitchFamily="18" charset="2"/>
              </a:rPr>
              <a:t> k;</a:t>
            </a:r>
          </a:p>
          <a:p>
            <a:pPr eaLnBrk="1" hangingPunct="1"/>
            <a:endParaRPr lang="en-US" sz="1400" dirty="0">
              <a:latin typeface="Times New Roman" pitchFamily="18" charset="0"/>
              <a:sym typeface="Symbol" pitchFamily="18" charset="2"/>
            </a:endParaRPr>
          </a:p>
          <a:p>
            <a:pPr eaLnBrk="1" hangingPunct="1"/>
            <a:r>
              <a:rPr lang="en-US" sz="2400" b="0" dirty="0">
                <a:sym typeface="Symbol" pitchFamily="18" charset="2"/>
              </a:rPr>
              <a:t>		for (</a:t>
            </a:r>
            <a:r>
              <a:rPr lang="en-US" sz="2400" b="0" dirty="0">
                <a:solidFill>
                  <a:srgbClr val="FF0000"/>
                </a:solidFill>
                <a:sym typeface="Symbol" pitchFamily="18" charset="2"/>
              </a:rPr>
              <a:t>k = 1; </a:t>
            </a:r>
            <a:r>
              <a:rPr lang="en-US" sz="2400" b="0" dirty="0">
                <a:sym typeface="Symbol" pitchFamily="18" charset="2"/>
              </a:rPr>
              <a:t>k &lt;= </a:t>
            </a:r>
            <a:r>
              <a:rPr lang="en-US" sz="2400" b="0" dirty="0" smtClean="0">
                <a:sym typeface="Symbol" pitchFamily="18" charset="2"/>
              </a:rPr>
              <a:t>60</a:t>
            </a:r>
            <a:r>
              <a:rPr lang="en-US" sz="2400" b="0" dirty="0">
                <a:sym typeface="Symbol" pitchFamily="18" charset="2"/>
              </a:rPr>
              <a:t>; k++)   </a:t>
            </a:r>
          </a:p>
          <a:p>
            <a:pPr eaLnBrk="1" hangingPunct="1"/>
            <a:r>
              <a:rPr lang="en-US" sz="2400" dirty="0">
                <a:latin typeface="Times New Roman" pitchFamily="18" charset="0"/>
                <a:sym typeface="Symbol" pitchFamily="18" charset="2"/>
              </a:rPr>
              <a:t>			</a:t>
            </a:r>
            <a:r>
              <a:rPr lang="en-US" sz="2100" dirty="0" err="1">
                <a:latin typeface="Arial Narrow" pitchFamily="34" charset="0"/>
                <a:sym typeface="Symbol" pitchFamily="18" charset="2"/>
              </a:rPr>
              <a:t>System.out.println</a:t>
            </a:r>
            <a:r>
              <a:rPr lang="en-US" sz="2100" dirty="0">
                <a:latin typeface="Arial Narrow" pitchFamily="34" charset="0"/>
                <a:sym typeface="Symbol" pitchFamily="18" charset="2"/>
              </a:rPr>
              <a:t>("Eat at Joe's friendly diner for the best lunch value");</a:t>
            </a:r>
          </a:p>
          <a:p>
            <a:pPr eaLnBrk="1" hangingPunct="1"/>
            <a:r>
              <a:rPr lang="en-US" sz="2400" dirty="0">
                <a:latin typeface="Times New Roman" pitchFamily="18" charset="0"/>
                <a:sym typeface="Symbol" pitchFamily="18" charset="2"/>
              </a:rPr>
              <a:t>	}</a:t>
            </a:r>
          </a:p>
          <a:p>
            <a:pPr eaLnBrk="1" hangingPunct="1"/>
            <a:r>
              <a:rPr lang="en-US" sz="2400" dirty="0">
                <a:latin typeface="Times New Roman" pitchFamily="18" charset="0"/>
                <a:sym typeface="Symbol" pitchFamily="18" charset="2"/>
              </a:rPr>
              <a:t>}</a:t>
            </a:r>
          </a:p>
          <a:p>
            <a:pPr eaLnBrk="1" hangingPunct="1"/>
            <a:endParaRPr lang="en-US" sz="2400" dirty="0">
              <a:latin typeface="Times New Roman" pitchFamily="18" charset="0"/>
              <a:sym typeface="Symbol" pitchFamily="18" charset="2"/>
            </a:endParaRPr>
          </a:p>
          <a:p>
            <a:pPr eaLnBrk="1" hangingPunct="1"/>
            <a:endParaRPr lang="en-US" sz="2400" dirty="0">
              <a:latin typeface="Times New Roman" pitchFamily="18" charset="0"/>
              <a:sym typeface="Symbol" pitchFamily="18" charset="2"/>
            </a:endParaRPr>
          </a:p>
          <a:p>
            <a:pPr eaLnBrk="1" hangingPunct="1"/>
            <a:endParaRPr lang="en-US" sz="2400" dirty="0">
              <a:latin typeface="Times New Roman" pitchFamily="18" charset="0"/>
              <a:sym typeface="Symbol" pitchFamily="18" charset="2"/>
            </a:endParaRPr>
          </a:p>
          <a:p>
            <a:pPr eaLnBrk="1" hangingPunct="1">
              <a:lnSpc>
                <a:spcPct val="80000"/>
              </a:lnSpc>
            </a:pPr>
            <a:endParaRPr lang="en-US" sz="2400" dirty="0">
              <a:latin typeface="Times New Roman" pitchFamily="18" charset="0"/>
              <a:sym typeface="Symbol" pitchFamily="18" charset="2"/>
            </a:endParaRPr>
          </a:p>
        </p:txBody>
      </p:sp>
      <p:sp>
        <p:nvSpPr>
          <p:cNvPr id="55299" name="WordArt 3"/>
          <p:cNvSpPr>
            <a:spLocks noChangeArrowheads="1" noChangeShapeType="1" noTextEdit="1"/>
          </p:cNvSpPr>
          <p:nvPr/>
        </p:nvSpPr>
        <p:spPr bwMode="auto">
          <a:xfrm>
            <a:off x="5638800" y="1219200"/>
            <a:ext cx="3200400" cy="1524000"/>
          </a:xfrm>
          <a:prstGeom prst="rect">
            <a:avLst/>
          </a:prstGeom>
        </p:spPr>
        <p:txBody>
          <a:bodyPr wrap="none" fromWordArt="1">
            <a:prstTxWarp prst="textSlantUp">
              <a:avLst>
                <a:gd name="adj" fmla="val 6444"/>
              </a:avLst>
            </a:prstTxWarp>
          </a:bodyPr>
          <a:lstStyle/>
          <a:p>
            <a:pPr algn="ctr"/>
            <a:r>
              <a:rPr lang="en-US" sz="3600" kern="10">
                <a:ln w="9525">
                  <a:solidFill>
                    <a:srgbClr val="CC99FF"/>
                  </a:solidFill>
                  <a:round/>
                  <a:headEnd/>
                  <a:tailEnd/>
                </a:ln>
                <a:gradFill rotWithShape="1">
                  <a:gsLst>
                    <a:gs pos="0">
                      <a:srgbClr val="6600CC"/>
                    </a:gs>
                    <a:gs pos="100000">
                      <a:srgbClr val="CC00CC"/>
                    </a:gs>
                  </a:gsLst>
                  <a:lin ang="5400000" scaled="1"/>
                </a:gradFill>
                <a:effectLst>
                  <a:outerShdw dist="53882" dir="2700000" algn="ctr" rotWithShape="0">
                    <a:srgbClr val="9999FF">
                      <a:alpha val="79999"/>
                    </a:srgbClr>
                  </a:outerShdw>
                </a:effectLst>
                <a:latin typeface="Impact"/>
              </a:rPr>
              <a:t>Another look</a:t>
            </a:r>
          </a:p>
          <a:p>
            <a:pPr algn="ctr"/>
            <a:r>
              <a:rPr lang="en-US" sz="3600" kern="10">
                <a:ln w="9525">
                  <a:solidFill>
                    <a:srgbClr val="CC99FF"/>
                  </a:solidFill>
                  <a:round/>
                  <a:headEnd/>
                  <a:tailEnd/>
                </a:ln>
                <a:gradFill rotWithShape="1">
                  <a:gsLst>
                    <a:gs pos="0">
                      <a:srgbClr val="6600CC"/>
                    </a:gs>
                    <a:gs pos="100000">
                      <a:srgbClr val="CC00CC"/>
                    </a:gs>
                  </a:gsLst>
                  <a:lin ang="5400000" scaled="1"/>
                </a:gradFill>
                <a:effectLst>
                  <a:outerShdw dist="53882" dir="2700000" algn="ctr" rotWithShape="0">
                    <a:srgbClr val="9999FF">
                      <a:alpha val="79999"/>
                    </a:srgbClr>
                  </a:outerShdw>
                </a:effectLst>
                <a:latin typeface="Impact"/>
              </a:rPr>
              <a:t>at the 3 parts</a:t>
            </a:r>
          </a:p>
          <a:p>
            <a:pPr algn="ctr"/>
            <a:r>
              <a:rPr lang="en-US" sz="3600" kern="10">
                <a:ln w="9525">
                  <a:solidFill>
                    <a:srgbClr val="CC99FF"/>
                  </a:solidFill>
                  <a:round/>
                  <a:headEnd/>
                  <a:tailEnd/>
                </a:ln>
                <a:gradFill rotWithShape="1">
                  <a:gsLst>
                    <a:gs pos="0">
                      <a:srgbClr val="6600CC"/>
                    </a:gs>
                    <a:gs pos="100000">
                      <a:srgbClr val="CC00CC"/>
                    </a:gs>
                  </a:gsLst>
                  <a:lin ang="5400000" scaled="1"/>
                </a:gradFill>
                <a:effectLst>
                  <a:outerShdw dist="53882" dir="2700000" algn="ctr" rotWithShape="0">
                    <a:srgbClr val="9999FF">
                      <a:alpha val="79999"/>
                    </a:srgbClr>
                  </a:outerShdw>
                </a:effectLst>
                <a:latin typeface="Impact"/>
              </a:rPr>
              <a:t>of a for loop</a:t>
            </a:r>
          </a:p>
        </p:txBody>
      </p:sp>
      <p:grpSp>
        <p:nvGrpSpPr>
          <p:cNvPr id="55300" name="Group 6"/>
          <p:cNvGrpSpPr>
            <a:grpSpLocks/>
          </p:cNvGrpSpPr>
          <p:nvPr/>
        </p:nvGrpSpPr>
        <p:grpSpPr bwMode="auto">
          <a:xfrm>
            <a:off x="304800" y="4267200"/>
            <a:ext cx="2667000" cy="2447925"/>
            <a:chOff x="304800" y="4267200"/>
            <a:chExt cx="2667000" cy="2447925"/>
          </a:xfrm>
        </p:grpSpPr>
        <p:sp>
          <p:nvSpPr>
            <p:cNvPr id="55301" name="Down Arrow 7"/>
            <p:cNvSpPr>
              <a:spLocks noChangeArrowheads="1"/>
            </p:cNvSpPr>
            <p:nvPr/>
          </p:nvSpPr>
          <p:spPr bwMode="auto">
            <a:xfrm flipV="1">
              <a:off x="1828800" y="4267200"/>
              <a:ext cx="457200" cy="990600"/>
            </a:xfrm>
            <a:prstGeom prst="downArrow">
              <a:avLst>
                <a:gd name="adj1" fmla="val 50000"/>
                <a:gd name="adj2" fmla="val 73336"/>
              </a:avLst>
            </a:prstGeom>
            <a:solidFill>
              <a:srgbClr val="FF99CC"/>
            </a:solidFill>
            <a:ln w="57150" algn="ctr">
              <a:solidFill>
                <a:schemeClr val="tx1"/>
              </a:solidFill>
              <a:round/>
              <a:headEnd/>
              <a:tailEnd/>
            </a:ln>
          </p:spPr>
          <p:txBody>
            <a:bodyPr/>
            <a:lstStyle/>
            <a:p>
              <a:endParaRPr lang="en-US" sz="1800">
                <a:latin typeface="Arial" charset="0"/>
              </a:endParaRPr>
            </a:p>
          </p:txBody>
        </p:sp>
        <p:sp>
          <p:nvSpPr>
            <p:cNvPr id="55302" name="Text Box 6"/>
            <p:cNvSpPr txBox="1">
              <a:spLocks noChangeArrowheads="1"/>
            </p:cNvSpPr>
            <p:nvPr/>
          </p:nvSpPr>
          <p:spPr bwMode="auto">
            <a:xfrm>
              <a:off x="304800" y="5105400"/>
              <a:ext cx="2667000" cy="1609725"/>
            </a:xfrm>
            <a:prstGeom prst="rect">
              <a:avLst/>
            </a:prstGeom>
            <a:solidFill>
              <a:srgbClr val="FF99CC"/>
            </a:solidFill>
            <a:ln w="57150">
              <a:solidFill>
                <a:schemeClr val="tx1"/>
              </a:solidFill>
              <a:miter lim="800000"/>
              <a:headEnd/>
              <a:tailEnd/>
            </a:ln>
          </p:spPr>
          <p:txBody>
            <a:bodyPr>
              <a:spAutoFit/>
            </a:bodyPr>
            <a:lstStyle>
              <a:lvl1pPr eaLnBrk="0" hangingPunct="0">
                <a:tabLst>
                  <a:tab pos="457200" algn="l"/>
                  <a:tab pos="914400" algn="l"/>
                  <a:tab pos="1143000" algn="l"/>
                  <a:tab pos="1371600" algn="l"/>
                  <a:tab pos="1660525" algn="l"/>
                  <a:tab pos="2286000" algn="l"/>
                  <a:tab pos="2636838" algn="l"/>
                </a:tabLst>
                <a:defRPr sz="1900" b="1">
                  <a:solidFill>
                    <a:schemeClr val="tx1"/>
                  </a:solidFill>
                  <a:latin typeface="Arial Black" pitchFamily="34" charset="0"/>
                </a:defRPr>
              </a:lvl1pPr>
              <a:lvl2pPr marL="742950" indent="-285750" eaLnBrk="0" hangingPunct="0">
                <a:tabLst>
                  <a:tab pos="457200" algn="l"/>
                  <a:tab pos="914400" algn="l"/>
                  <a:tab pos="1143000" algn="l"/>
                  <a:tab pos="1371600" algn="l"/>
                  <a:tab pos="1660525" algn="l"/>
                  <a:tab pos="2286000" algn="l"/>
                  <a:tab pos="2636838" algn="l"/>
                </a:tabLst>
                <a:defRPr sz="1900" b="1">
                  <a:solidFill>
                    <a:schemeClr val="tx1"/>
                  </a:solidFill>
                  <a:latin typeface="Arial Black" pitchFamily="34" charset="0"/>
                </a:defRPr>
              </a:lvl2pPr>
              <a:lvl3pPr marL="1143000" indent="-228600" eaLnBrk="0" hangingPunct="0">
                <a:tabLst>
                  <a:tab pos="457200" algn="l"/>
                  <a:tab pos="914400" algn="l"/>
                  <a:tab pos="1143000" algn="l"/>
                  <a:tab pos="1371600" algn="l"/>
                  <a:tab pos="1660525" algn="l"/>
                  <a:tab pos="2286000" algn="l"/>
                  <a:tab pos="2636838" algn="l"/>
                </a:tabLst>
                <a:defRPr sz="1900" b="1">
                  <a:solidFill>
                    <a:schemeClr val="tx1"/>
                  </a:solidFill>
                  <a:latin typeface="Arial Black" pitchFamily="34" charset="0"/>
                </a:defRPr>
              </a:lvl3pPr>
              <a:lvl4pPr marL="1600200" indent="-228600" eaLnBrk="0" hangingPunct="0">
                <a:tabLst>
                  <a:tab pos="457200" algn="l"/>
                  <a:tab pos="914400" algn="l"/>
                  <a:tab pos="1143000" algn="l"/>
                  <a:tab pos="1371600" algn="l"/>
                  <a:tab pos="1660525" algn="l"/>
                  <a:tab pos="2286000" algn="l"/>
                  <a:tab pos="2636838" algn="l"/>
                </a:tabLst>
                <a:defRPr sz="1900" b="1">
                  <a:solidFill>
                    <a:schemeClr val="tx1"/>
                  </a:solidFill>
                  <a:latin typeface="Arial Black" pitchFamily="34" charset="0"/>
                </a:defRPr>
              </a:lvl4pPr>
              <a:lvl5pPr marL="2057400" indent="-228600" eaLnBrk="0" hangingPunct="0">
                <a:tabLst>
                  <a:tab pos="457200" algn="l"/>
                  <a:tab pos="914400" algn="l"/>
                  <a:tab pos="1143000" algn="l"/>
                  <a:tab pos="1371600" algn="l"/>
                  <a:tab pos="1660525" algn="l"/>
                  <a:tab pos="2286000" algn="l"/>
                  <a:tab pos="2636838"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457200" algn="l"/>
                  <a:tab pos="914400" algn="l"/>
                  <a:tab pos="1143000" algn="l"/>
                  <a:tab pos="1371600" algn="l"/>
                  <a:tab pos="1660525" algn="l"/>
                  <a:tab pos="2286000" algn="l"/>
                  <a:tab pos="2636838"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457200" algn="l"/>
                  <a:tab pos="914400" algn="l"/>
                  <a:tab pos="1143000" algn="l"/>
                  <a:tab pos="1371600" algn="l"/>
                  <a:tab pos="1660525" algn="l"/>
                  <a:tab pos="2286000" algn="l"/>
                  <a:tab pos="2636838"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457200" algn="l"/>
                  <a:tab pos="914400" algn="l"/>
                  <a:tab pos="1143000" algn="l"/>
                  <a:tab pos="1371600" algn="l"/>
                  <a:tab pos="1660525" algn="l"/>
                  <a:tab pos="2286000" algn="l"/>
                  <a:tab pos="2636838"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457200" algn="l"/>
                  <a:tab pos="914400" algn="l"/>
                  <a:tab pos="1143000" algn="l"/>
                  <a:tab pos="1371600" algn="l"/>
                  <a:tab pos="1660525" algn="l"/>
                  <a:tab pos="2286000" algn="l"/>
                  <a:tab pos="2636838" algn="l"/>
                </a:tabLst>
                <a:defRPr sz="1900" b="1">
                  <a:solidFill>
                    <a:schemeClr val="tx1"/>
                  </a:solidFill>
                  <a:latin typeface="Arial Black" pitchFamily="34" charset="0"/>
                </a:defRPr>
              </a:lvl9pPr>
            </a:lstStyle>
            <a:p>
              <a:pPr eaLnBrk="1" hangingPunct="1"/>
              <a:r>
                <a:rPr lang="en-US" sz="2400">
                  <a:latin typeface="Arial Narrow" pitchFamily="34" charset="0"/>
                  <a:sym typeface="Symbol" pitchFamily="18" charset="2"/>
                </a:rPr>
                <a:t>Part 1 is used to </a:t>
              </a:r>
              <a:r>
                <a:rPr lang="en-US" sz="2400" i="1">
                  <a:latin typeface="Arial Narrow" pitchFamily="34" charset="0"/>
                  <a:sym typeface="Symbol" pitchFamily="18" charset="2"/>
                </a:rPr>
                <a:t>initialize</a:t>
              </a:r>
              <a:r>
                <a:rPr lang="en-US" sz="2400">
                  <a:latin typeface="Arial Narrow" pitchFamily="34" charset="0"/>
                  <a:sym typeface="Symbol" pitchFamily="18" charset="2"/>
                </a:rPr>
                <a:t> the </a:t>
              </a:r>
              <a:r>
                <a:rPr lang="en-US" sz="2400" i="1">
                  <a:latin typeface="Arial Narrow" pitchFamily="34" charset="0"/>
                  <a:sym typeface="Symbol" pitchFamily="18" charset="2"/>
                </a:rPr>
                <a:t>counter</a:t>
              </a:r>
              <a:r>
                <a:rPr lang="en-US" sz="2400">
                  <a:latin typeface="Arial Narrow" pitchFamily="34" charset="0"/>
                  <a:sym typeface="Symbol" pitchFamily="18" charset="2"/>
                </a:rPr>
                <a:t> </a:t>
              </a:r>
            </a:p>
            <a:p>
              <a:pPr eaLnBrk="1" hangingPunct="1"/>
              <a:r>
                <a:rPr lang="en-US" sz="2400">
                  <a:latin typeface="Arial Narrow" pitchFamily="34" charset="0"/>
                  <a:sym typeface="Symbol" pitchFamily="18" charset="2"/>
                </a:rPr>
                <a:t>(</a:t>
              </a:r>
              <a:r>
                <a:rPr lang="en-US" sz="2400" i="1">
                  <a:latin typeface="Arial Narrow" pitchFamily="34" charset="0"/>
                  <a:sym typeface="Symbol" pitchFamily="18" charset="2"/>
                </a:rPr>
                <a:t>Loop Control Variable</a:t>
              </a:r>
              <a:r>
                <a:rPr lang="en-US" sz="2400">
                  <a:latin typeface="Arial Narrow" pitchFamily="34" charset="0"/>
                  <a:sym typeface="Symbol" pitchFamily="18" charset="2"/>
                </a:rPr>
                <a:t>).</a:t>
              </a:r>
            </a:p>
          </p:txBody>
        </p:sp>
        <p:sp>
          <p:nvSpPr>
            <p:cNvPr id="55303" name="Rectangle 9"/>
            <p:cNvSpPr>
              <a:spLocks noChangeArrowheads="1"/>
            </p:cNvSpPr>
            <p:nvPr/>
          </p:nvSpPr>
          <p:spPr bwMode="auto">
            <a:xfrm>
              <a:off x="1975104" y="4910328"/>
              <a:ext cx="173736" cy="304800"/>
            </a:xfrm>
            <a:prstGeom prst="rect">
              <a:avLst/>
            </a:prstGeom>
            <a:solidFill>
              <a:srgbClr val="FF99CC"/>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endParaRPr lang="en-US" sz="1800">
                <a:latin typeface="Arial" charset="0"/>
              </a:endParaRPr>
            </a:p>
          </p:txBody>
        </p:sp>
      </p:grpSp>
    </p:spTree>
    <p:extLst>
      <p:ext uri="{BB962C8B-B14F-4D97-AF65-F5344CB8AC3E}">
        <p14:creationId xmlns:p14="http://schemas.microsoft.com/office/powerpoint/2010/main" val="3148254970"/>
      </p:ext>
    </p:extLst>
  </p:cSld>
  <p:clrMapOvr>
    <a:masterClrMapping/>
  </p:clrMapOvr>
  <p:timing>
    <p:tnLst>
      <p:par>
        <p:cTn xmlns:p14="http://schemas.microsoft.com/office/powerpoint/2010/mai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Box 2"/>
          <p:cNvSpPr txBox="1">
            <a:spLocks noChangeArrowheads="1"/>
          </p:cNvSpPr>
          <p:nvPr/>
        </p:nvSpPr>
        <p:spPr bwMode="auto">
          <a:xfrm>
            <a:off x="0" y="0"/>
            <a:ext cx="9144000" cy="6861175"/>
          </a:xfrm>
          <a:prstGeom prst="rect">
            <a:avLst/>
          </a:prstGeom>
          <a:solidFill>
            <a:srgbClr val="FFFF99"/>
          </a:solidFill>
          <a:ln w="57150">
            <a:solidFill>
              <a:schemeClr val="tx1"/>
            </a:solidFill>
            <a:miter lim="800000"/>
            <a:headEnd/>
            <a:tailEnd/>
          </a:ln>
        </p:spPr>
        <p:txBody>
          <a:bodyPr>
            <a:spAutoFit/>
          </a:bodyPr>
          <a:lstStyle>
            <a:lvl1pPr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1pPr>
            <a:lvl2pPr marL="742950" indent="-285750"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2pPr>
            <a:lvl3pPr marL="1143000" indent="-228600"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3pPr>
            <a:lvl4pPr marL="1600200" indent="-228600"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4pPr>
            <a:lvl5pPr marL="2057400" indent="-228600"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9pPr>
          </a:lstStyle>
          <a:p>
            <a:pPr eaLnBrk="1" hangingPunct="1"/>
            <a:r>
              <a:rPr lang="en-US" sz="2400" dirty="0">
                <a:latin typeface="Times New Roman" pitchFamily="18" charset="0"/>
                <a:sym typeface="Symbol" pitchFamily="18" charset="2"/>
              </a:rPr>
              <a:t>// </a:t>
            </a:r>
            <a:r>
              <a:rPr lang="en-US" sz="2400" dirty="0" smtClean="0">
                <a:latin typeface="Times New Roman" pitchFamily="18" charset="0"/>
                <a:sym typeface="Symbol" pitchFamily="18" charset="2"/>
              </a:rPr>
              <a:t>Java0507.java</a:t>
            </a:r>
            <a:endParaRPr lang="en-US" sz="2400" dirty="0">
              <a:latin typeface="Times New Roman" pitchFamily="18" charset="0"/>
              <a:sym typeface="Symbol" pitchFamily="18" charset="2"/>
            </a:endParaRPr>
          </a:p>
          <a:p>
            <a:pPr eaLnBrk="1" hangingPunct="1"/>
            <a:r>
              <a:rPr lang="en-US" sz="2400" dirty="0">
                <a:latin typeface="Times New Roman" pitchFamily="18" charset="0"/>
                <a:sym typeface="Symbol" pitchFamily="18" charset="2"/>
              </a:rPr>
              <a:t>// This program displays </a:t>
            </a:r>
            <a:r>
              <a:rPr lang="en-US" sz="2400" dirty="0" smtClean="0">
                <a:latin typeface="Times New Roman" pitchFamily="18" charset="0"/>
                <a:sym typeface="Symbol" pitchFamily="18" charset="2"/>
              </a:rPr>
              <a:t>60 </a:t>
            </a:r>
            <a:r>
              <a:rPr lang="en-US" sz="2400" dirty="0">
                <a:latin typeface="Times New Roman" pitchFamily="18" charset="0"/>
                <a:sym typeface="Symbol" pitchFamily="18" charset="2"/>
              </a:rPr>
              <a:t>identical lines efficiently</a:t>
            </a:r>
          </a:p>
          <a:p>
            <a:pPr eaLnBrk="1" hangingPunct="1"/>
            <a:r>
              <a:rPr lang="en-US" sz="2400" dirty="0">
                <a:latin typeface="Times New Roman" pitchFamily="18" charset="0"/>
                <a:sym typeface="Symbol" pitchFamily="18" charset="2"/>
              </a:rPr>
              <a:t>// with one println statement and a loop structure.</a:t>
            </a:r>
          </a:p>
          <a:p>
            <a:pPr eaLnBrk="1" hangingPunct="1"/>
            <a:endParaRPr lang="en-US" sz="2400" dirty="0">
              <a:latin typeface="Times New Roman" pitchFamily="18" charset="0"/>
              <a:sym typeface="Symbol" pitchFamily="18" charset="2"/>
            </a:endParaRPr>
          </a:p>
          <a:p>
            <a:pPr eaLnBrk="1" hangingPunct="1"/>
            <a:r>
              <a:rPr lang="en-US" sz="2400" dirty="0">
                <a:latin typeface="Times New Roman" pitchFamily="18" charset="0"/>
                <a:sym typeface="Symbol" pitchFamily="18" charset="2"/>
              </a:rPr>
              <a:t>public class </a:t>
            </a:r>
            <a:r>
              <a:rPr lang="en-US" sz="2400" dirty="0" smtClean="0">
                <a:latin typeface="Times New Roman" pitchFamily="18" charset="0"/>
                <a:sym typeface="Symbol" pitchFamily="18" charset="2"/>
              </a:rPr>
              <a:t>Java0507</a:t>
            </a:r>
            <a:endParaRPr lang="en-US" sz="2400" dirty="0">
              <a:latin typeface="Times New Roman" pitchFamily="18" charset="0"/>
              <a:sym typeface="Symbol" pitchFamily="18" charset="2"/>
            </a:endParaRPr>
          </a:p>
          <a:p>
            <a:pPr eaLnBrk="1" hangingPunct="1"/>
            <a:r>
              <a:rPr lang="en-US" sz="2400" dirty="0">
                <a:latin typeface="Times New Roman" pitchFamily="18" charset="0"/>
                <a:sym typeface="Symbol" pitchFamily="18" charset="2"/>
              </a:rPr>
              <a:t>{</a:t>
            </a:r>
          </a:p>
          <a:p>
            <a:pPr eaLnBrk="1" hangingPunct="1"/>
            <a:r>
              <a:rPr lang="en-US" sz="2400" dirty="0">
                <a:latin typeface="Times New Roman" pitchFamily="18" charset="0"/>
                <a:sym typeface="Symbol" pitchFamily="18" charset="2"/>
              </a:rPr>
              <a:t>	public static void main(String </a:t>
            </a:r>
            <a:r>
              <a:rPr lang="en-US" sz="2400" dirty="0" err="1">
                <a:latin typeface="Times New Roman" pitchFamily="18" charset="0"/>
                <a:sym typeface="Symbol" pitchFamily="18" charset="2"/>
              </a:rPr>
              <a:t>args</a:t>
            </a:r>
            <a:r>
              <a:rPr lang="en-US" sz="2400" dirty="0">
                <a:latin typeface="Times New Roman" pitchFamily="18" charset="0"/>
                <a:sym typeface="Symbol" pitchFamily="18" charset="2"/>
              </a:rPr>
              <a:t>[])</a:t>
            </a:r>
          </a:p>
          <a:p>
            <a:pPr eaLnBrk="1" hangingPunct="1"/>
            <a:r>
              <a:rPr lang="en-US" sz="2400" dirty="0">
                <a:latin typeface="Times New Roman" pitchFamily="18" charset="0"/>
                <a:sym typeface="Symbol" pitchFamily="18" charset="2"/>
              </a:rPr>
              <a:t>	</a:t>
            </a:r>
            <a:r>
              <a:rPr lang="pt-BR" sz="2400" dirty="0">
                <a:latin typeface="Times New Roman" pitchFamily="18" charset="0"/>
                <a:sym typeface="Symbol" pitchFamily="18" charset="2"/>
              </a:rPr>
              <a:t>{</a:t>
            </a:r>
          </a:p>
          <a:p>
            <a:pPr eaLnBrk="1" hangingPunct="1"/>
            <a:r>
              <a:rPr lang="pt-BR" sz="2400" dirty="0">
                <a:latin typeface="Times New Roman" pitchFamily="18" charset="0"/>
                <a:sym typeface="Symbol" pitchFamily="18" charset="2"/>
              </a:rPr>
              <a:t>		System.out.println("\</a:t>
            </a:r>
            <a:r>
              <a:rPr lang="pt-BR" sz="2400" dirty="0" smtClean="0">
                <a:latin typeface="Times New Roman" pitchFamily="18" charset="0"/>
                <a:sym typeface="Symbol" pitchFamily="18" charset="2"/>
              </a:rPr>
              <a:t>nJAVA0507.JAVA\n</a:t>
            </a:r>
            <a:r>
              <a:rPr lang="pt-BR" sz="2400" dirty="0">
                <a:latin typeface="Times New Roman" pitchFamily="18" charset="0"/>
                <a:sym typeface="Symbol" pitchFamily="18" charset="2"/>
              </a:rPr>
              <a:t>");</a:t>
            </a:r>
          </a:p>
          <a:p>
            <a:pPr eaLnBrk="1" hangingPunct="1"/>
            <a:r>
              <a:rPr lang="pt-BR" sz="2400" dirty="0">
                <a:latin typeface="Times New Roman" pitchFamily="18" charset="0"/>
                <a:sym typeface="Symbol" pitchFamily="18" charset="2"/>
              </a:rPr>
              <a:t>		</a:t>
            </a:r>
            <a:r>
              <a:rPr lang="en-US" sz="2400" dirty="0" err="1">
                <a:latin typeface="Times New Roman" pitchFamily="18" charset="0"/>
                <a:sym typeface="Symbol" pitchFamily="18" charset="2"/>
              </a:rPr>
              <a:t>int</a:t>
            </a:r>
            <a:r>
              <a:rPr lang="en-US" sz="2400" dirty="0">
                <a:latin typeface="Times New Roman" pitchFamily="18" charset="0"/>
                <a:sym typeface="Symbol" pitchFamily="18" charset="2"/>
              </a:rPr>
              <a:t> k;</a:t>
            </a:r>
          </a:p>
          <a:p>
            <a:pPr eaLnBrk="1" hangingPunct="1"/>
            <a:endParaRPr lang="en-US" sz="1400" dirty="0">
              <a:latin typeface="Times New Roman" pitchFamily="18" charset="0"/>
              <a:sym typeface="Symbol" pitchFamily="18" charset="2"/>
            </a:endParaRPr>
          </a:p>
          <a:p>
            <a:pPr eaLnBrk="1" hangingPunct="1"/>
            <a:r>
              <a:rPr lang="en-US" sz="2400" b="0" dirty="0">
                <a:sym typeface="Symbol" pitchFamily="18" charset="2"/>
              </a:rPr>
              <a:t>		for (k = 1; </a:t>
            </a:r>
            <a:r>
              <a:rPr lang="en-US" sz="2400" b="0" dirty="0">
                <a:solidFill>
                  <a:srgbClr val="FF0000"/>
                </a:solidFill>
                <a:sym typeface="Symbol" pitchFamily="18" charset="2"/>
              </a:rPr>
              <a:t>k &lt;= </a:t>
            </a:r>
            <a:r>
              <a:rPr lang="en-US" sz="2400" b="0" dirty="0" smtClean="0">
                <a:solidFill>
                  <a:srgbClr val="FF0000"/>
                </a:solidFill>
                <a:sym typeface="Symbol" pitchFamily="18" charset="2"/>
              </a:rPr>
              <a:t>60</a:t>
            </a:r>
            <a:r>
              <a:rPr lang="en-US" sz="2400" b="0" dirty="0">
                <a:solidFill>
                  <a:srgbClr val="FF0000"/>
                </a:solidFill>
                <a:sym typeface="Symbol" pitchFamily="18" charset="2"/>
              </a:rPr>
              <a:t>; </a:t>
            </a:r>
            <a:r>
              <a:rPr lang="en-US" sz="2400" b="0" dirty="0">
                <a:sym typeface="Symbol" pitchFamily="18" charset="2"/>
              </a:rPr>
              <a:t>k++)   </a:t>
            </a:r>
          </a:p>
          <a:p>
            <a:pPr eaLnBrk="1" hangingPunct="1"/>
            <a:r>
              <a:rPr lang="en-US" sz="2400" dirty="0">
                <a:latin typeface="Times New Roman" pitchFamily="18" charset="0"/>
                <a:sym typeface="Symbol" pitchFamily="18" charset="2"/>
              </a:rPr>
              <a:t>			</a:t>
            </a:r>
            <a:r>
              <a:rPr lang="en-US" sz="2100" dirty="0" err="1">
                <a:latin typeface="Arial Narrow" pitchFamily="34" charset="0"/>
                <a:sym typeface="Symbol" pitchFamily="18" charset="2"/>
              </a:rPr>
              <a:t>System.out.println</a:t>
            </a:r>
            <a:r>
              <a:rPr lang="en-US" sz="2100" dirty="0">
                <a:latin typeface="Arial Narrow" pitchFamily="34" charset="0"/>
                <a:sym typeface="Symbol" pitchFamily="18" charset="2"/>
              </a:rPr>
              <a:t>("Eat at Joe's friendly diner for the best lunch value");</a:t>
            </a:r>
          </a:p>
          <a:p>
            <a:pPr eaLnBrk="1" hangingPunct="1"/>
            <a:r>
              <a:rPr lang="en-US" sz="2400" dirty="0">
                <a:latin typeface="Times New Roman" pitchFamily="18" charset="0"/>
                <a:sym typeface="Symbol" pitchFamily="18" charset="2"/>
              </a:rPr>
              <a:t>	}</a:t>
            </a:r>
          </a:p>
          <a:p>
            <a:pPr eaLnBrk="1" hangingPunct="1"/>
            <a:r>
              <a:rPr lang="en-US" sz="2400" dirty="0">
                <a:latin typeface="Times New Roman" pitchFamily="18" charset="0"/>
                <a:sym typeface="Symbol" pitchFamily="18" charset="2"/>
              </a:rPr>
              <a:t>}</a:t>
            </a:r>
          </a:p>
          <a:p>
            <a:pPr eaLnBrk="1" hangingPunct="1"/>
            <a:endParaRPr lang="en-US" sz="2400" dirty="0">
              <a:latin typeface="Times New Roman" pitchFamily="18" charset="0"/>
              <a:sym typeface="Symbol" pitchFamily="18" charset="2"/>
            </a:endParaRPr>
          </a:p>
          <a:p>
            <a:pPr eaLnBrk="1" hangingPunct="1"/>
            <a:endParaRPr lang="en-US" sz="2400" dirty="0">
              <a:latin typeface="Times New Roman" pitchFamily="18" charset="0"/>
              <a:sym typeface="Symbol" pitchFamily="18" charset="2"/>
            </a:endParaRPr>
          </a:p>
          <a:p>
            <a:pPr eaLnBrk="1" hangingPunct="1"/>
            <a:endParaRPr lang="en-US" sz="2400" dirty="0">
              <a:latin typeface="Times New Roman" pitchFamily="18" charset="0"/>
              <a:sym typeface="Symbol" pitchFamily="18" charset="2"/>
            </a:endParaRPr>
          </a:p>
          <a:p>
            <a:pPr eaLnBrk="1" hangingPunct="1">
              <a:lnSpc>
                <a:spcPct val="80000"/>
              </a:lnSpc>
            </a:pPr>
            <a:endParaRPr lang="en-US" sz="2400" dirty="0">
              <a:latin typeface="Times New Roman" pitchFamily="18" charset="0"/>
              <a:sym typeface="Symbol" pitchFamily="18" charset="2"/>
            </a:endParaRPr>
          </a:p>
        </p:txBody>
      </p:sp>
      <p:sp>
        <p:nvSpPr>
          <p:cNvPr id="56323" name="WordArt 4"/>
          <p:cNvSpPr>
            <a:spLocks noChangeArrowheads="1" noChangeShapeType="1" noTextEdit="1"/>
          </p:cNvSpPr>
          <p:nvPr/>
        </p:nvSpPr>
        <p:spPr bwMode="auto">
          <a:xfrm>
            <a:off x="5638800" y="1219200"/>
            <a:ext cx="3200400" cy="1524000"/>
          </a:xfrm>
          <a:prstGeom prst="rect">
            <a:avLst/>
          </a:prstGeom>
        </p:spPr>
        <p:txBody>
          <a:bodyPr wrap="none" fromWordArt="1">
            <a:prstTxWarp prst="textSlantUp">
              <a:avLst>
                <a:gd name="adj" fmla="val 6444"/>
              </a:avLst>
            </a:prstTxWarp>
          </a:bodyPr>
          <a:lstStyle/>
          <a:p>
            <a:pPr algn="ctr"/>
            <a:r>
              <a:rPr lang="en-US" sz="3600" kern="10">
                <a:ln w="9525">
                  <a:solidFill>
                    <a:srgbClr val="CC99FF"/>
                  </a:solidFill>
                  <a:round/>
                  <a:headEnd/>
                  <a:tailEnd/>
                </a:ln>
                <a:gradFill rotWithShape="1">
                  <a:gsLst>
                    <a:gs pos="0">
                      <a:srgbClr val="6600CC"/>
                    </a:gs>
                    <a:gs pos="100000">
                      <a:srgbClr val="CC00CC"/>
                    </a:gs>
                  </a:gsLst>
                  <a:lin ang="5400000" scaled="1"/>
                </a:gradFill>
                <a:effectLst>
                  <a:outerShdw dist="53882" dir="2700000" algn="ctr" rotWithShape="0">
                    <a:srgbClr val="9999FF">
                      <a:alpha val="79999"/>
                    </a:srgbClr>
                  </a:outerShdw>
                </a:effectLst>
                <a:latin typeface="Impact"/>
              </a:rPr>
              <a:t>Another look</a:t>
            </a:r>
          </a:p>
          <a:p>
            <a:pPr algn="ctr"/>
            <a:r>
              <a:rPr lang="en-US" sz="3600" kern="10">
                <a:ln w="9525">
                  <a:solidFill>
                    <a:srgbClr val="CC99FF"/>
                  </a:solidFill>
                  <a:round/>
                  <a:headEnd/>
                  <a:tailEnd/>
                </a:ln>
                <a:gradFill rotWithShape="1">
                  <a:gsLst>
                    <a:gs pos="0">
                      <a:srgbClr val="6600CC"/>
                    </a:gs>
                    <a:gs pos="100000">
                      <a:srgbClr val="CC00CC"/>
                    </a:gs>
                  </a:gsLst>
                  <a:lin ang="5400000" scaled="1"/>
                </a:gradFill>
                <a:effectLst>
                  <a:outerShdw dist="53882" dir="2700000" algn="ctr" rotWithShape="0">
                    <a:srgbClr val="9999FF">
                      <a:alpha val="79999"/>
                    </a:srgbClr>
                  </a:outerShdw>
                </a:effectLst>
                <a:latin typeface="Impact"/>
              </a:rPr>
              <a:t>at the 3 parts</a:t>
            </a:r>
          </a:p>
          <a:p>
            <a:pPr algn="ctr"/>
            <a:r>
              <a:rPr lang="en-US" sz="3600" kern="10">
                <a:ln w="9525">
                  <a:solidFill>
                    <a:srgbClr val="CC99FF"/>
                  </a:solidFill>
                  <a:round/>
                  <a:headEnd/>
                  <a:tailEnd/>
                </a:ln>
                <a:gradFill rotWithShape="1">
                  <a:gsLst>
                    <a:gs pos="0">
                      <a:srgbClr val="6600CC"/>
                    </a:gs>
                    <a:gs pos="100000">
                      <a:srgbClr val="CC00CC"/>
                    </a:gs>
                  </a:gsLst>
                  <a:lin ang="5400000" scaled="1"/>
                </a:gradFill>
                <a:effectLst>
                  <a:outerShdw dist="53882" dir="2700000" algn="ctr" rotWithShape="0">
                    <a:srgbClr val="9999FF">
                      <a:alpha val="79999"/>
                    </a:srgbClr>
                  </a:outerShdw>
                </a:effectLst>
                <a:latin typeface="Impact"/>
              </a:rPr>
              <a:t>of a for loop</a:t>
            </a:r>
          </a:p>
        </p:txBody>
      </p:sp>
      <p:grpSp>
        <p:nvGrpSpPr>
          <p:cNvPr id="56324" name="Group 11"/>
          <p:cNvGrpSpPr>
            <a:grpSpLocks/>
          </p:cNvGrpSpPr>
          <p:nvPr/>
        </p:nvGrpSpPr>
        <p:grpSpPr bwMode="auto">
          <a:xfrm>
            <a:off x="304800" y="4267200"/>
            <a:ext cx="2667000" cy="2447925"/>
            <a:chOff x="304800" y="4267200"/>
            <a:chExt cx="2667000" cy="2447925"/>
          </a:xfrm>
        </p:grpSpPr>
        <p:sp>
          <p:nvSpPr>
            <p:cNvPr id="56329" name="Down Arrow 12"/>
            <p:cNvSpPr>
              <a:spLocks noChangeArrowheads="1"/>
            </p:cNvSpPr>
            <p:nvPr/>
          </p:nvSpPr>
          <p:spPr bwMode="auto">
            <a:xfrm flipV="1">
              <a:off x="1828800" y="4267200"/>
              <a:ext cx="457200" cy="990600"/>
            </a:xfrm>
            <a:prstGeom prst="downArrow">
              <a:avLst>
                <a:gd name="adj1" fmla="val 50000"/>
                <a:gd name="adj2" fmla="val 73336"/>
              </a:avLst>
            </a:prstGeom>
            <a:solidFill>
              <a:srgbClr val="FF99CC"/>
            </a:solidFill>
            <a:ln w="57150" algn="ctr">
              <a:solidFill>
                <a:schemeClr val="tx1"/>
              </a:solidFill>
              <a:round/>
              <a:headEnd/>
              <a:tailEnd/>
            </a:ln>
          </p:spPr>
          <p:txBody>
            <a:bodyPr/>
            <a:lstStyle/>
            <a:p>
              <a:endParaRPr lang="en-US" sz="1800">
                <a:latin typeface="Arial" charset="0"/>
              </a:endParaRPr>
            </a:p>
          </p:txBody>
        </p:sp>
        <p:sp>
          <p:nvSpPr>
            <p:cNvPr id="56330" name="Text Box 6"/>
            <p:cNvSpPr txBox="1">
              <a:spLocks noChangeArrowheads="1"/>
            </p:cNvSpPr>
            <p:nvPr/>
          </p:nvSpPr>
          <p:spPr bwMode="auto">
            <a:xfrm>
              <a:off x="304800" y="5105400"/>
              <a:ext cx="2667000" cy="1609725"/>
            </a:xfrm>
            <a:prstGeom prst="rect">
              <a:avLst/>
            </a:prstGeom>
            <a:solidFill>
              <a:srgbClr val="FF99CC"/>
            </a:solidFill>
            <a:ln w="57150">
              <a:solidFill>
                <a:schemeClr val="tx1"/>
              </a:solidFill>
              <a:miter lim="800000"/>
              <a:headEnd/>
              <a:tailEnd/>
            </a:ln>
          </p:spPr>
          <p:txBody>
            <a:bodyPr>
              <a:spAutoFit/>
            </a:bodyPr>
            <a:lstStyle>
              <a:lvl1pPr eaLnBrk="0" hangingPunct="0">
                <a:tabLst>
                  <a:tab pos="457200" algn="l"/>
                  <a:tab pos="914400" algn="l"/>
                  <a:tab pos="1143000" algn="l"/>
                  <a:tab pos="1371600" algn="l"/>
                  <a:tab pos="1660525" algn="l"/>
                  <a:tab pos="2286000" algn="l"/>
                  <a:tab pos="2636838" algn="l"/>
                </a:tabLst>
                <a:defRPr sz="1900" b="1">
                  <a:solidFill>
                    <a:schemeClr val="tx1"/>
                  </a:solidFill>
                  <a:latin typeface="Arial Black" pitchFamily="34" charset="0"/>
                </a:defRPr>
              </a:lvl1pPr>
              <a:lvl2pPr marL="742950" indent="-285750" eaLnBrk="0" hangingPunct="0">
                <a:tabLst>
                  <a:tab pos="457200" algn="l"/>
                  <a:tab pos="914400" algn="l"/>
                  <a:tab pos="1143000" algn="l"/>
                  <a:tab pos="1371600" algn="l"/>
                  <a:tab pos="1660525" algn="l"/>
                  <a:tab pos="2286000" algn="l"/>
                  <a:tab pos="2636838" algn="l"/>
                </a:tabLst>
                <a:defRPr sz="1900" b="1">
                  <a:solidFill>
                    <a:schemeClr val="tx1"/>
                  </a:solidFill>
                  <a:latin typeface="Arial Black" pitchFamily="34" charset="0"/>
                </a:defRPr>
              </a:lvl2pPr>
              <a:lvl3pPr marL="1143000" indent="-228600" eaLnBrk="0" hangingPunct="0">
                <a:tabLst>
                  <a:tab pos="457200" algn="l"/>
                  <a:tab pos="914400" algn="l"/>
                  <a:tab pos="1143000" algn="l"/>
                  <a:tab pos="1371600" algn="l"/>
                  <a:tab pos="1660525" algn="l"/>
                  <a:tab pos="2286000" algn="l"/>
                  <a:tab pos="2636838" algn="l"/>
                </a:tabLst>
                <a:defRPr sz="1900" b="1">
                  <a:solidFill>
                    <a:schemeClr val="tx1"/>
                  </a:solidFill>
                  <a:latin typeface="Arial Black" pitchFamily="34" charset="0"/>
                </a:defRPr>
              </a:lvl3pPr>
              <a:lvl4pPr marL="1600200" indent="-228600" eaLnBrk="0" hangingPunct="0">
                <a:tabLst>
                  <a:tab pos="457200" algn="l"/>
                  <a:tab pos="914400" algn="l"/>
                  <a:tab pos="1143000" algn="l"/>
                  <a:tab pos="1371600" algn="l"/>
                  <a:tab pos="1660525" algn="l"/>
                  <a:tab pos="2286000" algn="l"/>
                  <a:tab pos="2636838" algn="l"/>
                </a:tabLst>
                <a:defRPr sz="1900" b="1">
                  <a:solidFill>
                    <a:schemeClr val="tx1"/>
                  </a:solidFill>
                  <a:latin typeface="Arial Black" pitchFamily="34" charset="0"/>
                </a:defRPr>
              </a:lvl4pPr>
              <a:lvl5pPr marL="2057400" indent="-228600" eaLnBrk="0" hangingPunct="0">
                <a:tabLst>
                  <a:tab pos="457200" algn="l"/>
                  <a:tab pos="914400" algn="l"/>
                  <a:tab pos="1143000" algn="l"/>
                  <a:tab pos="1371600" algn="l"/>
                  <a:tab pos="1660525" algn="l"/>
                  <a:tab pos="2286000" algn="l"/>
                  <a:tab pos="2636838"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457200" algn="l"/>
                  <a:tab pos="914400" algn="l"/>
                  <a:tab pos="1143000" algn="l"/>
                  <a:tab pos="1371600" algn="l"/>
                  <a:tab pos="1660525" algn="l"/>
                  <a:tab pos="2286000" algn="l"/>
                  <a:tab pos="2636838"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457200" algn="l"/>
                  <a:tab pos="914400" algn="l"/>
                  <a:tab pos="1143000" algn="l"/>
                  <a:tab pos="1371600" algn="l"/>
                  <a:tab pos="1660525" algn="l"/>
                  <a:tab pos="2286000" algn="l"/>
                  <a:tab pos="2636838"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457200" algn="l"/>
                  <a:tab pos="914400" algn="l"/>
                  <a:tab pos="1143000" algn="l"/>
                  <a:tab pos="1371600" algn="l"/>
                  <a:tab pos="1660525" algn="l"/>
                  <a:tab pos="2286000" algn="l"/>
                  <a:tab pos="2636838"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457200" algn="l"/>
                  <a:tab pos="914400" algn="l"/>
                  <a:tab pos="1143000" algn="l"/>
                  <a:tab pos="1371600" algn="l"/>
                  <a:tab pos="1660525" algn="l"/>
                  <a:tab pos="2286000" algn="l"/>
                  <a:tab pos="2636838" algn="l"/>
                </a:tabLst>
                <a:defRPr sz="1900" b="1">
                  <a:solidFill>
                    <a:schemeClr val="tx1"/>
                  </a:solidFill>
                  <a:latin typeface="Arial Black" pitchFamily="34" charset="0"/>
                </a:defRPr>
              </a:lvl9pPr>
            </a:lstStyle>
            <a:p>
              <a:pPr eaLnBrk="1" hangingPunct="1"/>
              <a:r>
                <a:rPr lang="en-US" sz="2400">
                  <a:latin typeface="Arial Narrow" pitchFamily="34" charset="0"/>
                  <a:sym typeface="Symbol" pitchFamily="18" charset="2"/>
                </a:rPr>
                <a:t>Part 1 is used to </a:t>
              </a:r>
              <a:r>
                <a:rPr lang="en-US" sz="2400" i="1">
                  <a:latin typeface="Arial Narrow" pitchFamily="34" charset="0"/>
                  <a:sym typeface="Symbol" pitchFamily="18" charset="2"/>
                </a:rPr>
                <a:t>initialize</a:t>
              </a:r>
              <a:r>
                <a:rPr lang="en-US" sz="2400">
                  <a:latin typeface="Arial Narrow" pitchFamily="34" charset="0"/>
                  <a:sym typeface="Symbol" pitchFamily="18" charset="2"/>
                </a:rPr>
                <a:t> the </a:t>
              </a:r>
              <a:r>
                <a:rPr lang="en-US" sz="2400" i="1">
                  <a:latin typeface="Arial Narrow" pitchFamily="34" charset="0"/>
                  <a:sym typeface="Symbol" pitchFamily="18" charset="2"/>
                </a:rPr>
                <a:t>counter</a:t>
              </a:r>
              <a:r>
                <a:rPr lang="en-US" sz="2400">
                  <a:latin typeface="Arial Narrow" pitchFamily="34" charset="0"/>
                  <a:sym typeface="Symbol" pitchFamily="18" charset="2"/>
                </a:rPr>
                <a:t> </a:t>
              </a:r>
            </a:p>
            <a:p>
              <a:pPr eaLnBrk="1" hangingPunct="1"/>
              <a:r>
                <a:rPr lang="en-US" sz="2400">
                  <a:latin typeface="Arial Narrow" pitchFamily="34" charset="0"/>
                  <a:sym typeface="Symbol" pitchFamily="18" charset="2"/>
                </a:rPr>
                <a:t>(</a:t>
              </a:r>
              <a:r>
                <a:rPr lang="en-US" sz="2400" i="1">
                  <a:latin typeface="Arial Narrow" pitchFamily="34" charset="0"/>
                  <a:sym typeface="Symbol" pitchFamily="18" charset="2"/>
                </a:rPr>
                <a:t>Loop Control Variable</a:t>
              </a:r>
              <a:r>
                <a:rPr lang="en-US" sz="2400">
                  <a:latin typeface="Arial Narrow" pitchFamily="34" charset="0"/>
                  <a:sym typeface="Symbol" pitchFamily="18" charset="2"/>
                </a:rPr>
                <a:t>).</a:t>
              </a:r>
            </a:p>
          </p:txBody>
        </p:sp>
        <p:sp>
          <p:nvSpPr>
            <p:cNvPr id="56331" name="Rectangle 14"/>
            <p:cNvSpPr>
              <a:spLocks noChangeArrowheads="1"/>
            </p:cNvSpPr>
            <p:nvPr/>
          </p:nvSpPr>
          <p:spPr bwMode="auto">
            <a:xfrm>
              <a:off x="1975104" y="4910328"/>
              <a:ext cx="173736" cy="304800"/>
            </a:xfrm>
            <a:prstGeom prst="rect">
              <a:avLst/>
            </a:prstGeom>
            <a:solidFill>
              <a:srgbClr val="FF99CC"/>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endParaRPr lang="en-US" sz="1800">
                <a:latin typeface="Arial" charset="0"/>
              </a:endParaRPr>
            </a:p>
          </p:txBody>
        </p:sp>
      </p:grpSp>
      <p:grpSp>
        <p:nvGrpSpPr>
          <p:cNvPr id="12" name="Group 11"/>
          <p:cNvGrpSpPr/>
          <p:nvPr/>
        </p:nvGrpSpPr>
        <p:grpSpPr>
          <a:xfrm>
            <a:off x="3099816" y="4267200"/>
            <a:ext cx="2929128" cy="2447925"/>
            <a:chOff x="3099816" y="4267200"/>
            <a:chExt cx="2929128" cy="2447925"/>
          </a:xfrm>
        </p:grpSpPr>
        <p:sp>
          <p:nvSpPr>
            <p:cNvPr id="13" name="Down Arrow 12"/>
            <p:cNvSpPr/>
            <p:nvPr/>
          </p:nvSpPr>
          <p:spPr bwMode="auto">
            <a:xfrm flipV="1">
              <a:off x="3099816" y="4267200"/>
              <a:ext cx="457200" cy="990600"/>
            </a:xfrm>
            <a:prstGeom prst="downArrow">
              <a:avLst>
                <a:gd name="adj1" fmla="val 50000"/>
                <a:gd name="adj2" fmla="val 73333"/>
              </a:avLst>
            </a:prstGeom>
            <a:solidFill>
              <a:srgbClr val="FF99CC"/>
            </a:solidFill>
            <a:ln w="571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charset="0"/>
                </a:rPr>
                <a:t> </a:t>
              </a:r>
            </a:p>
          </p:txBody>
        </p:sp>
        <p:sp>
          <p:nvSpPr>
            <p:cNvPr id="14" name="Text Box 11"/>
            <p:cNvSpPr txBox="1">
              <a:spLocks noChangeArrowheads="1"/>
            </p:cNvSpPr>
            <p:nvPr/>
          </p:nvSpPr>
          <p:spPr bwMode="auto">
            <a:xfrm>
              <a:off x="3209544" y="5105400"/>
              <a:ext cx="2819400" cy="1609725"/>
            </a:xfrm>
            <a:prstGeom prst="rect">
              <a:avLst/>
            </a:prstGeom>
            <a:solidFill>
              <a:srgbClr val="FF99CC"/>
            </a:solidFill>
            <a:ln w="57150">
              <a:solidFill>
                <a:schemeClr val="tx1"/>
              </a:solidFill>
              <a:miter lim="800000"/>
              <a:headEnd/>
              <a:tailEnd/>
            </a:ln>
          </p:spPr>
          <p:txBody>
            <a:bodyPr>
              <a:spAutoFit/>
            </a:bodyPr>
            <a:lstStyle>
              <a:lvl1pPr eaLnBrk="0" hangingPunct="0">
                <a:tabLst>
                  <a:tab pos="457200" algn="l"/>
                  <a:tab pos="914400" algn="l"/>
                  <a:tab pos="1143000" algn="l"/>
                  <a:tab pos="1371600" algn="l"/>
                  <a:tab pos="1660525" algn="l"/>
                  <a:tab pos="2286000" algn="l"/>
                  <a:tab pos="2636838" algn="l"/>
                </a:tabLst>
                <a:defRPr b="1">
                  <a:solidFill>
                    <a:schemeClr val="tx1"/>
                  </a:solidFill>
                  <a:latin typeface="Arial" charset="0"/>
                </a:defRPr>
              </a:lvl1pPr>
              <a:lvl2pPr marL="742950" indent="-285750" eaLnBrk="0" hangingPunct="0">
                <a:tabLst>
                  <a:tab pos="457200" algn="l"/>
                  <a:tab pos="914400" algn="l"/>
                  <a:tab pos="1143000" algn="l"/>
                  <a:tab pos="1371600" algn="l"/>
                  <a:tab pos="1660525" algn="l"/>
                  <a:tab pos="2286000" algn="l"/>
                  <a:tab pos="2636838" algn="l"/>
                </a:tabLst>
                <a:defRPr b="1">
                  <a:solidFill>
                    <a:schemeClr val="tx1"/>
                  </a:solidFill>
                  <a:latin typeface="Arial" charset="0"/>
                </a:defRPr>
              </a:lvl2pPr>
              <a:lvl3pPr marL="1143000" indent="-228600" eaLnBrk="0" hangingPunct="0">
                <a:tabLst>
                  <a:tab pos="457200" algn="l"/>
                  <a:tab pos="914400" algn="l"/>
                  <a:tab pos="1143000" algn="l"/>
                  <a:tab pos="1371600" algn="l"/>
                  <a:tab pos="1660525" algn="l"/>
                  <a:tab pos="2286000" algn="l"/>
                  <a:tab pos="2636838" algn="l"/>
                </a:tabLst>
                <a:defRPr b="1">
                  <a:solidFill>
                    <a:schemeClr val="tx1"/>
                  </a:solidFill>
                  <a:latin typeface="Arial" charset="0"/>
                </a:defRPr>
              </a:lvl3pPr>
              <a:lvl4pPr marL="1600200" indent="-228600" eaLnBrk="0" hangingPunct="0">
                <a:tabLst>
                  <a:tab pos="457200" algn="l"/>
                  <a:tab pos="914400" algn="l"/>
                  <a:tab pos="1143000" algn="l"/>
                  <a:tab pos="1371600" algn="l"/>
                  <a:tab pos="1660525" algn="l"/>
                  <a:tab pos="2286000" algn="l"/>
                  <a:tab pos="2636838" algn="l"/>
                </a:tabLst>
                <a:defRPr b="1">
                  <a:solidFill>
                    <a:schemeClr val="tx1"/>
                  </a:solidFill>
                  <a:latin typeface="Arial" charset="0"/>
                </a:defRPr>
              </a:lvl4pPr>
              <a:lvl5pPr marL="2057400" indent="-228600" eaLnBrk="0" hangingPunct="0">
                <a:tabLst>
                  <a:tab pos="457200" algn="l"/>
                  <a:tab pos="914400" algn="l"/>
                  <a:tab pos="1143000" algn="l"/>
                  <a:tab pos="1371600" algn="l"/>
                  <a:tab pos="1660525" algn="l"/>
                  <a:tab pos="2286000" algn="l"/>
                  <a:tab pos="2636838" algn="l"/>
                </a:tabLst>
                <a:defRPr b="1">
                  <a:solidFill>
                    <a:schemeClr val="tx1"/>
                  </a:solidFill>
                  <a:latin typeface="Arial" charset="0"/>
                </a:defRPr>
              </a:lvl5pPr>
              <a:lvl6pPr marL="2514600" indent="-228600" eaLnBrk="0" fontAlgn="base" hangingPunct="0">
                <a:spcBef>
                  <a:spcPct val="0"/>
                </a:spcBef>
                <a:spcAft>
                  <a:spcPct val="0"/>
                </a:spcAft>
                <a:tabLst>
                  <a:tab pos="457200" algn="l"/>
                  <a:tab pos="914400" algn="l"/>
                  <a:tab pos="1143000" algn="l"/>
                  <a:tab pos="1371600" algn="l"/>
                  <a:tab pos="1660525" algn="l"/>
                  <a:tab pos="2286000" algn="l"/>
                  <a:tab pos="2636838" algn="l"/>
                </a:tabLst>
                <a:defRPr b="1">
                  <a:solidFill>
                    <a:schemeClr val="tx1"/>
                  </a:solidFill>
                  <a:latin typeface="Arial" charset="0"/>
                </a:defRPr>
              </a:lvl6pPr>
              <a:lvl7pPr marL="2971800" indent="-228600" eaLnBrk="0" fontAlgn="base" hangingPunct="0">
                <a:spcBef>
                  <a:spcPct val="0"/>
                </a:spcBef>
                <a:spcAft>
                  <a:spcPct val="0"/>
                </a:spcAft>
                <a:tabLst>
                  <a:tab pos="457200" algn="l"/>
                  <a:tab pos="914400" algn="l"/>
                  <a:tab pos="1143000" algn="l"/>
                  <a:tab pos="1371600" algn="l"/>
                  <a:tab pos="1660525" algn="l"/>
                  <a:tab pos="2286000" algn="l"/>
                  <a:tab pos="2636838" algn="l"/>
                </a:tabLst>
                <a:defRPr b="1">
                  <a:solidFill>
                    <a:schemeClr val="tx1"/>
                  </a:solidFill>
                  <a:latin typeface="Arial" charset="0"/>
                </a:defRPr>
              </a:lvl7pPr>
              <a:lvl8pPr marL="3429000" indent="-228600" eaLnBrk="0" fontAlgn="base" hangingPunct="0">
                <a:spcBef>
                  <a:spcPct val="0"/>
                </a:spcBef>
                <a:spcAft>
                  <a:spcPct val="0"/>
                </a:spcAft>
                <a:tabLst>
                  <a:tab pos="457200" algn="l"/>
                  <a:tab pos="914400" algn="l"/>
                  <a:tab pos="1143000" algn="l"/>
                  <a:tab pos="1371600" algn="l"/>
                  <a:tab pos="1660525" algn="l"/>
                  <a:tab pos="2286000" algn="l"/>
                  <a:tab pos="2636838" algn="l"/>
                </a:tabLst>
                <a:defRPr b="1">
                  <a:solidFill>
                    <a:schemeClr val="tx1"/>
                  </a:solidFill>
                  <a:latin typeface="Arial" charset="0"/>
                </a:defRPr>
              </a:lvl8pPr>
              <a:lvl9pPr marL="3886200" indent="-228600" eaLnBrk="0" fontAlgn="base" hangingPunct="0">
                <a:spcBef>
                  <a:spcPct val="0"/>
                </a:spcBef>
                <a:spcAft>
                  <a:spcPct val="0"/>
                </a:spcAft>
                <a:tabLst>
                  <a:tab pos="457200" algn="l"/>
                  <a:tab pos="914400" algn="l"/>
                  <a:tab pos="1143000" algn="l"/>
                  <a:tab pos="1371600" algn="l"/>
                  <a:tab pos="1660525" algn="l"/>
                  <a:tab pos="2286000" algn="l"/>
                  <a:tab pos="2636838" algn="l"/>
                </a:tabLst>
                <a:defRPr b="1">
                  <a:solidFill>
                    <a:schemeClr val="tx1"/>
                  </a:solidFill>
                  <a:latin typeface="Arial" charset="0"/>
                </a:defRPr>
              </a:lvl9pPr>
            </a:lstStyle>
            <a:p>
              <a:pPr eaLnBrk="1" hangingPunct="1"/>
              <a:r>
                <a:rPr lang="en-US" sz="2400" dirty="0">
                  <a:latin typeface="Arial Narrow" pitchFamily="34" charset="0"/>
                  <a:sym typeface="Symbol" pitchFamily="18" charset="2"/>
                </a:rPr>
                <a:t>Part 2 is a </a:t>
              </a:r>
              <a:r>
                <a:rPr lang="en-US" sz="2400" i="1" dirty="0">
                  <a:latin typeface="Arial Narrow" pitchFamily="34" charset="0"/>
                  <a:sym typeface="Symbol" pitchFamily="18" charset="2"/>
                </a:rPr>
                <a:t>condition</a:t>
              </a:r>
              <a:r>
                <a:rPr lang="en-US" sz="2400" dirty="0">
                  <a:latin typeface="Arial Narrow" pitchFamily="34" charset="0"/>
                  <a:sym typeface="Symbol" pitchFamily="18" charset="2"/>
                </a:rPr>
                <a:t>. As long as it is </a:t>
              </a:r>
              <a:r>
                <a:rPr lang="en-US" sz="2400" b="0" dirty="0">
                  <a:latin typeface="Arial Black" pitchFamily="34" charset="0"/>
                  <a:sym typeface="Symbol" pitchFamily="18" charset="2"/>
                </a:rPr>
                <a:t>true</a:t>
              </a:r>
              <a:r>
                <a:rPr lang="en-US" sz="2400" dirty="0">
                  <a:latin typeface="Arial Narrow" pitchFamily="34" charset="0"/>
                  <a:sym typeface="Symbol" pitchFamily="18" charset="2"/>
                </a:rPr>
                <a:t> the loop will keep repeating.</a:t>
              </a:r>
            </a:p>
          </p:txBody>
        </p:sp>
        <p:sp>
          <p:nvSpPr>
            <p:cNvPr id="15" name="Rectangle 14"/>
            <p:cNvSpPr/>
            <p:nvPr/>
          </p:nvSpPr>
          <p:spPr bwMode="auto">
            <a:xfrm>
              <a:off x="3246120" y="4910328"/>
              <a:ext cx="173736" cy="304800"/>
            </a:xfrm>
            <a:prstGeom prst="rect">
              <a:avLst/>
            </a:prstGeom>
            <a:solidFill>
              <a:srgbClr val="FF99CC"/>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smtClean="0">
                <a:ln>
                  <a:noFill/>
                </a:ln>
                <a:solidFill>
                  <a:schemeClr val="tx1"/>
                </a:solidFill>
                <a:effectLst/>
                <a:latin typeface="Arial" charset="0"/>
              </a:endParaRPr>
            </a:p>
          </p:txBody>
        </p:sp>
      </p:grpSp>
    </p:spTree>
  </p:cSld>
  <p:clrMapOvr>
    <a:masterClrMapping/>
  </p:clrMapOvr>
  <p:timing>
    <p:tnLst>
      <p:par>
        <p:cTn xmlns:p14="http://schemas.microsoft.com/office/powerpoint/2010/mai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Box 2"/>
          <p:cNvSpPr txBox="1">
            <a:spLocks noChangeArrowheads="1"/>
          </p:cNvSpPr>
          <p:nvPr/>
        </p:nvSpPr>
        <p:spPr bwMode="auto">
          <a:xfrm>
            <a:off x="0" y="0"/>
            <a:ext cx="9144000" cy="6861175"/>
          </a:xfrm>
          <a:prstGeom prst="rect">
            <a:avLst/>
          </a:prstGeom>
          <a:solidFill>
            <a:srgbClr val="FFFF99"/>
          </a:solidFill>
          <a:ln w="57150">
            <a:solidFill>
              <a:schemeClr val="tx1"/>
            </a:solidFill>
            <a:miter lim="800000"/>
            <a:headEnd/>
            <a:tailEnd/>
          </a:ln>
        </p:spPr>
        <p:txBody>
          <a:bodyPr>
            <a:spAutoFit/>
          </a:bodyPr>
          <a:lstStyle>
            <a:lvl1pPr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1pPr>
            <a:lvl2pPr marL="742950" indent="-285750"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2pPr>
            <a:lvl3pPr marL="1143000" indent="-228600"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3pPr>
            <a:lvl4pPr marL="1600200" indent="-228600"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4pPr>
            <a:lvl5pPr marL="2057400" indent="-228600"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9pPr>
          </a:lstStyle>
          <a:p>
            <a:pPr eaLnBrk="1" hangingPunct="1"/>
            <a:r>
              <a:rPr lang="en-US" sz="2400" dirty="0">
                <a:latin typeface="Times New Roman" pitchFamily="18" charset="0"/>
                <a:sym typeface="Symbol" pitchFamily="18" charset="2"/>
              </a:rPr>
              <a:t>// </a:t>
            </a:r>
            <a:r>
              <a:rPr lang="en-US" sz="2400" dirty="0" smtClean="0">
                <a:latin typeface="Times New Roman" pitchFamily="18" charset="0"/>
                <a:sym typeface="Symbol" pitchFamily="18" charset="2"/>
              </a:rPr>
              <a:t>Java0507.java</a:t>
            </a:r>
            <a:endParaRPr lang="en-US" sz="2400" dirty="0">
              <a:latin typeface="Times New Roman" pitchFamily="18" charset="0"/>
              <a:sym typeface="Symbol" pitchFamily="18" charset="2"/>
            </a:endParaRPr>
          </a:p>
          <a:p>
            <a:pPr eaLnBrk="1" hangingPunct="1"/>
            <a:r>
              <a:rPr lang="en-US" sz="2400" dirty="0">
                <a:latin typeface="Times New Roman" pitchFamily="18" charset="0"/>
                <a:sym typeface="Symbol" pitchFamily="18" charset="2"/>
              </a:rPr>
              <a:t>// This program displays </a:t>
            </a:r>
            <a:r>
              <a:rPr lang="en-US" sz="2400" dirty="0" smtClean="0">
                <a:latin typeface="Times New Roman" pitchFamily="18" charset="0"/>
                <a:sym typeface="Symbol" pitchFamily="18" charset="2"/>
              </a:rPr>
              <a:t>60 </a:t>
            </a:r>
            <a:r>
              <a:rPr lang="en-US" sz="2400" dirty="0">
                <a:latin typeface="Times New Roman" pitchFamily="18" charset="0"/>
                <a:sym typeface="Symbol" pitchFamily="18" charset="2"/>
              </a:rPr>
              <a:t>identical lines efficiently</a:t>
            </a:r>
          </a:p>
          <a:p>
            <a:pPr eaLnBrk="1" hangingPunct="1"/>
            <a:r>
              <a:rPr lang="en-US" sz="2400" dirty="0">
                <a:latin typeface="Times New Roman" pitchFamily="18" charset="0"/>
                <a:sym typeface="Symbol" pitchFamily="18" charset="2"/>
              </a:rPr>
              <a:t>// with one println statement and a loop structure.</a:t>
            </a:r>
          </a:p>
          <a:p>
            <a:pPr eaLnBrk="1" hangingPunct="1"/>
            <a:endParaRPr lang="en-US" sz="2400" dirty="0">
              <a:latin typeface="Times New Roman" pitchFamily="18" charset="0"/>
              <a:sym typeface="Symbol" pitchFamily="18" charset="2"/>
            </a:endParaRPr>
          </a:p>
          <a:p>
            <a:pPr eaLnBrk="1" hangingPunct="1"/>
            <a:r>
              <a:rPr lang="en-US" sz="2400" dirty="0">
                <a:latin typeface="Times New Roman" pitchFamily="18" charset="0"/>
                <a:sym typeface="Symbol" pitchFamily="18" charset="2"/>
              </a:rPr>
              <a:t>public class </a:t>
            </a:r>
            <a:r>
              <a:rPr lang="en-US" sz="2400" dirty="0" smtClean="0">
                <a:latin typeface="Times New Roman" pitchFamily="18" charset="0"/>
                <a:sym typeface="Symbol" pitchFamily="18" charset="2"/>
              </a:rPr>
              <a:t>Java0507</a:t>
            </a:r>
            <a:endParaRPr lang="en-US" sz="2400" dirty="0">
              <a:latin typeface="Times New Roman" pitchFamily="18" charset="0"/>
              <a:sym typeface="Symbol" pitchFamily="18" charset="2"/>
            </a:endParaRPr>
          </a:p>
          <a:p>
            <a:pPr eaLnBrk="1" hangingPunct="1"/>
            <a:r>
              <a:rPr lang="en-US" sz="2400" dirty="0">
                <a:latin typeface="Times New Roman" pitchFamily="18" charset="0"/>
                <a:sym typeface="Symbol" pitchFamily="18" charset="2"/>
              </a:rPr>
              <a:t>{</a:t>
            </a:r>
          </a:p>
          <a:p>
            <a:pPr eaLnBrk="1" hangingPunct="1"/>
            <a:r>
              <a:rPr lang="en-US" sz="2400" dirty="0">
                <a:latin typeface="Times New Roman" pitchFamily="18" charset="0"/>
                <a:sym typeface="Symbol" pitchFamily="18" charset="2"/>
              </a:rPr>
              <a:t>	public static void main(String </a:t>
            </a:r>
            <a:r>
              <a:rPr lang="en-US" sz="2400" dirty="0" err="1">
                <a:latin typeface="Times New Roman" pitchFamily="18" charset="0"/>
                <a:sym typeface="Symbol" pitchFamily="18" charset="2"/>
              </a:rPr>
              <a:t>args</a:t>
            </a:r>
            <a:r>
              <a:rPr lang="en-US" sz="2400" dirty="0">
                <a:latin typeface="Times New Roman" pitchFamily="18" charset="0"/>
                <a:sym typeface="Symbol" pitchFamily="18" charset="2"/>
              </a:rPr>
              <a:t>[])</a:t>
            </a:r>
          </a:p>
          <a:p>
            <a:pPr eaLnBrk="1" hangingPunct="1"/>
            <a:r>
              <a:rPr lang="en-US" sz="2400" dirty="0">
                <a:latin typeface="Times New Roman" pitchFamily="18" charset="0"/>
                <a:sym typeface="Symbol" pitchFamily="18" charset="2"/>
              </a:rPr>
              <a:t>	</a:t>
            </a:r>
            <a:r>
              <a:rPr lang="pt-BR" sz="2400" dirty="0">
                <a:latin typeface="Times New Roman" pitchFamily="18" charset="0"/>
                <a:sym typeface="Symbol" pitchFamily="18" charset="2"/>
              </a:rPr>
              <a:t>{</a:t>
            </a:r>
          </a:p>
          <a:p>
            <a:pPr eaLnBrk="1" hangingPunct="1"/>
            <a:r>
              <a:rPr lang="pt-BR" sz="2400" dirty="0">
                <a:latin typeface="Times New Roman" pitchFamily="18" charset="0"/>
                <a:sym typeface="Symbol" pitchFamily="18" charset="2"/>
              </a:rPr>
              <a:t>		System.out.println("\</a:t>
            </a:r>
            <a:r>
              <a:rPr lang="pt-BR" sz="2400" dirty="0" smtClean="0">
                <a:latin typeface="Times New Roman" pitchFamily="18" charset="0"/>
                <a:sym typeface="Symbol" pitchFamily="18" charset="2"/>
              </a:rPr>
              <a:t>nJAVA0507.JAVA\n</a:t>
            </a:r>
            <a:r>
              <a:rPr lang="pt-BR" sz="2400" dirty="0">
                <a:latin typeface="Times New Roman" pitchFamily="18" charset="0"/>
                <a:sym typeface="Symbol" pitchFamily="18" charset="2"/>
              </a:rPr>
              <a:t>");</a:t>
            </a:r>
          </a:p>
          <a:p>
            <a:pPr eaLnBrk="1" hangingPunct="1"/>
            <a:r>
              <a:rPr lang="pt-BR" sz="2400" dirty="0">
                <a:latin typeface="Times New Roman" pitchFamily="18" charset="0"/>
                <a:sym typeface="Symbol" pitchFamily="18" charset="2"/>
              </a:rPr>
              <a:t>		</a:t>
            </a:r>
            <a:r>
              <a:rPr lang="en-US" sz="2400" dirty="0" err="1">
                <a:latin typeface="Times New Roman" pitchFamily="18" charset="0"/>
                <a:sym typeface="Symbol" pitchFamily="18" charset="2"/>
              </a:rPr>
              <a:t>int</a:t>
            </a:r>
            <a:r>
              <a:rPr lang="en-US" sz="2400" dirty="0">
                <a:latin typeface="Times New Roman" pitchFamily="18" charset="0"/>
                <a:sym typeface="Symbol" pitchFamily="18" charset="2"/>
              </a:rPr>
              <a:t> k;</a:t>
            </a:r>
          </a:p>
          <a:p>
            <a:pPr eaLnBrk="1" hangingPunct="1"/>
            <a:endParaRPr lang="en-US" sz="1400" dirty="0">
              <a:latin typeface="Times New Roman" pitchFamily="18" charset="0"/>
              <a:sym typeface="Symbol" pitchFamily="18" charset="2"/>
            </a:endParaRPr>
          </a:p>
          <a:p>
            <a:pPr eaLnBrk="1" hangingPunct="1"/>
            <a:r>
              <a:rPr lang="en-US" sz="2400" b="0" dirty="0">
                <a:sym typeface="Symbol" pitchFamily="18" charset="2"/>
              </a:rPr>
              <a:t>		for (k = 1; k &lt;= </a:t>
            </a:r>
            <a:r>
              <a:rPr lang="en-US" sz="2400" b="0" dirty="0" smtClean="0">
                <a:sym typeface="Symbol" pitchFamily="18" charset="2"/>
              </a:rPr>
              <a:t>60</a:t>
            </a:r>
            <a:r>
              <a:rPr lang="en-US" sz="2400" b="0" dirty="0">
                <a:sym typeface="Symbol" pitchFamily="18" charset="2"/>
              </a:rPr>
              <a:t>; </a:t>
            </a:r>
            <a:r>
              <a:rPr lang="en-US" sz="2400" b="0" dirty="0">
                <a:solidFill>
                  <a:srgbClr val="FF0000"/>
                </a:solidFill>
                <a:sym typeface="Symbol" pitchFamily="18" charset="2"/>
              </a:rPr>
              <a:t>k++</a:t>
            </a:r>
            <a:r>
              <a:rPr lang="en-US" sz="2400" b="0" dirty="0">
                <a:sym typeface="Symbol" pitchFamily="18" charset="2"/>
              </a:rPr>
              <a:t>)   </a:t>
            </a:r>
          </a:p>
          <a:p>
            <a:pPr eaLnBrk="1" hangingPunct="1"/>
            <a:r>
              <a:rPr lang="en-US" sz="2400" dirty="0">
                <a:latin typeface="Times New Roman" pitchFamily="18" charset="0"/>
                <a:sym typeface="Symbol" pitchFamily="18" charset="2"/>
              </a:rPr>
              <a:t>			</a:t>
            </a:r>
            <a:r>
              <a:rPr lang="en-US" sz="2100" dirty="0" err="1">
                <a:latin typeface="Arial Narrow" pitchFamily="34" charset="0"/>
                <a:sym typeface="Symbol" pitchFamily="18" charset="2"/>
              </a:rPr>
              <a:t>System.out.println</a:t>
            </a:r>
            <a:r>
              <a:rPr lang="en-US" sz="2100" dirty="0">
                <a:latin typeface="Arial Narrow" pitchFamily="34" charset="0"/>
                <a:sym typeface="Symbol" pitchFamily="18" charset="2"/>
              </a:rPr>
              <a:t>("Eat at Joe's friendly diner for the best lunch value");</a:t>
            </a:r>
          </a:p>
          <a:p>
            <a:pPr eaLnBrk="1" hangingPunct="1"/>
            <a:r>
              <a:rPr lang="en-US" sz="2400" dirty="0">
                <a:latin typeface="Times New Roman" pitchFamily="18" charset="0"/>
                <a:sym typeface="Symbol" pitchFamily="18" charset="2"/>
              </a:rPr>
              <a:t>	}</a:t>
            </a:r>
          </a:p>
          <a:p>
            <a:pPr eaLnBrk="1" hangingPunct="1"/>
            <a:r>
              <a:rPr lang="en-US" sz="2400" dirty="0">
                <a:latin typeface="Times New Roman" pitchFamily="18" charset="0"/>
                <a:sym typeface="Symbol" pitchFamily="18" charset="2"/>
              </a:rPr>
              <a:t>}</a:t>
            </a:r>
          </a:p>
          <a:p>
            <a:pPr eaLnBrk="1" hangingPunct="1"/>
            <a:endParaRPr lang="en-US" sz="2400" dirty="0">
              <a:latin typeface="Times New Roman" pitchFamily="18" charset="0"/>
              <a:sym typeface="Symbol" pitchFamily="18" charset="2"/>
            </a:endParaRPr>
          </a:p>
          <a:p>
            <a:pPr eaLnBrk="1" hangingPunct="1"/>
            <a:endParaRPr lang="en-US" sz="2400" dirty="0">
              <a:latin typeface="Times New Roman" pitchFamily="18" charset="0"/>
              <a:sym typeface="Symbol" pitchFamily="18" charset="2"/>
            </a:endParaRPr>
          </a:p>
          <a:p>
            <a:pPr eaLnBrk="1" hangingPunct="1"/>
            <a:endParaRPr lang="en-US" sz="2400" dirty="0">
              <a:latin typeface="Times New Roman" pitchFamily="18" charset="0"/>
              <a:sym typeface="Symbol" pitchFamily="18" charset="2"/>
            </a:endParaRPr>
          </a:p>
          <a:p>
            <a:pPr eaLnBrk="1" hangingPunct="1">
              <a:lnSpc>
                <a:spcPct val="80000"/>
              </a:lnSpc>
            </a:pPr>
            <a:endParaRPr lang="en-US" sz="2400" dirty="0">
              <a:latin typeface="Times New Roman" pitchFamily="18" charset="0"/>
              <a:sym typeface="Symbol" pitchFamily="18" charset="2"/>
            </a:endParaRPr>
          </a:p>
        </p:txBody>
      </p:sp>
      <p:sp>
        <p:nvSpPr>
          <p:cNvPr id="57347" name="WordArt 3"/>
          <p:cNvSpPr>
            <a:spLocks noChangeArrowheads="1" noChangeShapeType="1" noTextEdit="1"/>
          </p:cNvSpPr>
          <p:nvPr/>
        </p:nvSpPr>
        <p:spPr bwMode="auto">
          <a:xfrm>
            <a:off x="5638800" y="1219200"/>
            <a:ext cx="3200400" cy="1524000"/>
          </a:xfrm>
          <a:prstGeom prst="rect">
            <a:avLst/>
          </a:prstGeom>
        </p:spPr>
        <p:txBody>
          <a:bodyPr wrap="none" fromWordArt="1">
            <a:prstTxWarp prst="textSlantUp">
              <a:avLst>
                <a:gd name="adj" fmla="val 6444"/>
              </a:avLst>
            </a:prstTxWarp>
          </a:bodyPr>
          <a:lstStyle/>
          <a:p>
            <a:pPr algn="ctr"/>
            <a:r>
              <a:rPr lang="en-US" sz="3600" kern="10">
                <a:ln w="9525">
                  <a:solidFill>
                    <a:srgbClr val="CC99FF"/>
                  </a:solidFill>
                  <a:round/>
                  <a:headEnd/>
                  <a:tailEnd/>
                </a:ln>
                <a:gradFill rotWithShape="1">
                  <a:gsLst>
                    <a:gs pos="0">
                      <a:srgbClr val="6600CC"/>
                    </a:gs>
                    <a:gs pos="100000">
                      <a:srgbClr val="CC00CC"/>
                    </a:gs>
                  </a:gsLst>
                  <a:lin ang="5400000" scaled="1"/>
                </a:gradFill>
                <a:effectLst>
                  <a:outerShdw dist="53882" dir="2700000" algn="ctr" rotWithShape="0">
                    <a:srgbClr val="9999FF">
                      <a:alpha val="79999"/>
                    </a:srgbClr>
                  </a:outerShdw>
                </a:effectLst>
                <a:latin typeface="Impact"/>
              </a:rPr>
              <a:t>Another look</a:t>
            </a:r>
          </a:p>
          <a:p>
            <a:pPr algn="ctr"/>
            <a:r>
              <a:rPr lang="en-US" sz="3600" kern="10">
                <a:ln w="9525">
                  <a:solidFill>
                    <a:srgbClr val="CC99FF"/>
                  </a:solidFill>
                  <a:round/>
                  <a:headEnd/>
                  <a:tailEnd/>
                </a:ln>
                <a:gradFill rotWithShape="1">
                  <a:gsLst>
                    <a:gs pos="0">
                      <a:srgbClr val="6600CC"/>
                    </a:gs>
                    <a:gs pos="100000">
                      <a:srgbClr val="CC00CC"/>
                    </a:gs>
                  </a:gsLst>
                  <a:lin ang="5400000" scaled="1"/>
                </a:gradFill>
                <a:effectLst>
                  <a:outerShdw dist="53882" dir="2700000" algn="ctr" rotWithShape="0">
                    <a:srgbClr val="9999FF">
                      <a:alpha val="79999"/>
                    </a:srgbClr>
                  </a:outerShdw>
                </a:effectLst>
                <a:latin typeface="Impact"/>
              </a:rPr>
              <a:t>at the 3 parts</a:t>
            </a:r>
          </a:p>
          <a:p>
            <a:pPr algn="ctr"/>
            <a:r>
              <a:rPr lang="en-US" sz="3600" kern="10">
                <a:ln w="9525">
                  <a:solidFill>
                    <a:srgbClr val="CC99FF"/>
                  </a:solidFill>
                  <a:round/>
                  <a:headEnd/>
                  <a:tailEnd/>
                </a:ln>
                <a:gradFill rotWithShape="1">
                  <a:gsLst>
                    <a:gs pos="0">
                      <a:srgbClr val="6600CC"/>
                    </a:gs>
                    <a:gs pos="100000">
                      <a:srgbClr val="CC00CC"/>
                    </a:gs>
                  </a:gsLst>
                  <a:lin ang="5400000" scaled="1"/>
                </a:gradFill>
                <a:effectLst>
                  <a:outerShdw dist="53882" dir="2700000" algn="ctr" rotWithShape="0">
                    <a:srgbClr val="9999FF">
                      <a:alpha val="79999"/>
                    </a:srgbClr>
                  </a:outerShdw>
                </a:effectLst>
                <a:latin typeface="Impact"/>
              </a:rPr>
              <a:t>of a for loop</a:t>
            </a:r>
          </a:p>
        </p:txBody>
      </p:sp>
      <p:grpSp>
        <p:nvGrpSpPr>
          <p:cNvPr id="57348" name="Group 3"/>
          <p:cNvGrpSpPr>
            <a:grpSpLocks/>
          </p:cNvGrpSpPr>
          <p:nvPr/>
        </p:nvGrpSpPr>
        <p:grpSpPr bwMode="auto">
          <a:xfrm>
            <a:off x="304800" y="4267200"/>
            <a:ext cx="2667000" cy="2447925"/>
            <a:chOff x="304800" y="4267200"/>
            <a:chExt cx="2667000" cy="2447925"/>
          </a:xfrm>
        </p:grpSpPr>
        <p:sp>
          <p:nvSpPr>
            <p:cNvPr id="57360" name="Down Arrow 9"/>
            <p:cNvSpPr>
              <a:spLocks noChangeArrowheads="1"/>
            </p:cNvSpPr>
            <p:nvPr/>
          </p:nvSpPr>
          <p:spPr bwMode="auto">
            <a:xfrm flipV="1">
              <a:off x="1828800" y="4267200"/>
              <a:ext cx="457200" cy="990600"/>
            </a:xfrm>
            <a:prstGeom prst="downArrow">
              <a:avLst>
                <a:gd name="adj1" fmla="val 50000"/>
                <a:gd name="adj2" fmla="val 73336"/>
              </a:avLst>
            </a:prstGeom>
            <a:solidFill>
              <a:srgbClr val="FF99CC"/>
            </a:solidFill>
            <a:ln w="57150" algn="ctr">
              <a:solidFill>
                <a:schemeClr val="tx1"/>
              </a:solidFill>
              <a:round/>
              <a:headEnd/>
              <a:tailEnd/>
            </a:ln>
          </p:spPr>
          <p:txBody>
            <a:bodyPr/>
            <a:lstStyle/>
            <a:p>
              <a:endParaRPr lang="en-US" sz="1800">
                <a:latin typeface="Arial" charset="0"/>
              </a:endParaRPr>
            </a:p>
          </p:txBody>
        </p:sp>
        <p:sp>
          <p:nvSpPr>
            <p:cNvPr id="57361" name="Text Box 6"/>
            <p:cNvSpPr txBox="1">
              <a:spLocks noChangeArrowheads="1"/>
            </p:cNvSpPr>
            <p:nvPr/>
          </p:nvSpPr>
          <p:spPr bwMode="auto">
            <a:xfrm>
              <a:off x="304800" y="5105400"/>
              <a:ext cx="2667000" cy="1609725"/>
            </a:xfrm>
            <a:prstGeom prst="rect">
              <a:avLst/>
            </a:prstGeom>
            <a:solidFill>
              <a:srgbClr val="FF99CC"/>
            </a:solidFill>
            <a:ln w="57150">
              <a:solidFill>
                <a:schemeClr val="tx1"/>
              </a:solidFill>
              <a:miter lim="800000"/>
              <a:headEnd/>
              <a:tailEnd/>
            </a:ln>
          </p:spPr>
          <p:txBody>
            <a:bodyPr>
              <a:spAutoFit/>
            </a:bodyPr>
            <a:lstStyle>
              <a:lvl1pPr eaLnBrk="0" hangingPunct="0">
                <a:tabLst>
                  <a:tab pos="457200" algn="l"/>
                  <a:tab pos="914400" algn="l"/>
                  <a:tab pos="1143000" algn="l"/>
                  <a:tab pos="1371600" algn="l"/>
                  <a:tab pos="1660525" algn="l"/>
                  <a:tab pos="2286000" algn="l"/>
                  <a:tab pos="2636838" algn="l"/>
                </a:tabLst>
                <a:defRPr sz="1900" b="1">
                  <a:solidFill>
                    <a:schemeClr val="tx1"/>
                  </a:solidFill>
                  <a:latin typeface="Arial Black" pitchFamily="34" charset="0"/>
                </a:defRPr>
              </a:lvl1pPr>
              <a:lvl2pPr marL="742950" indent="-285750" eaLnBrk="0" hangingPunct="0">
                <a:tabLst>
                  <a:tab pos="457200" algn="l"/>
                  <a:tab pos="914400" algn="l"/>
                  <a:tab pos="1143000" algn="l"/>
                  <a:tab pos="1371600" algn="l"/>
                  <a:tab pos="1660525" algn="l"/>
                  <a:tab pos="2286000" algn="l"/>
                  <a:tab pos="2636838" algn="l"/>
                </a:tabLst>
                <a:defRPr sz="1900" b="1">
                  <a:solidFill>
                    <a:schemeClr val="tx1"/>
                  </a:solidFill>
                  <a:latin typeface="Arial Black" pitchFamily="34" charset="0"/>
                </a:defRPr>
              </a:lvl2pPr>
              <a:lvl3pPr marL="1143000" indent="-228600" eaLnBrk="0" hangingPunct="0">
                <a:tabLst>
                  <a:tab pos="457200" algn="l"/>
                  <a:tab pos="914400" algn="l"/>
                  <a:tab pos="1143000" algn="l"/>
                  <a:tab pos="1371600" algn="l"/>
                  <a:tab pos="1660525" algn="l"/>
                  <a:tab pos="2286000" algn="l"/>
                  <a:tab pos="2636838" algn="l"/>
                </a:tabLst>
                <a:defRPr sz="1900" b="1">
                  <a:solidFill>
                    <a:schemeClr val="tx1"/>
                  </a:solidFill>
                  <a:latin typeface="Arial Black" pitchFamily="34" charset="0"/>
                </a:defRPr>
              </a:lvl3pPr>
              <a:lvl4pPr marL="1600200" indent="-228600" eaLnBrk="0" hangingPunct="0">
                <a:tabLst>
                  <a:tab pos="457200" algn="l"/>
                  <a:tab pos="914400" algn="l"/>
                  <a:tab pos="1143000" algn="l"/>
                  <a:tab pos="1371600" algn="l"/>
                  <a:tab pos="1660525" algn="l"/>
                  <a:tab pos="2286000" algn="l"/>
                  <a:tab pos="2636838" algn="l"/>
                </a:tabLst>
                <a:defRPr sz="1900" b="1">
                  <a:solidFill>
                    <a:schemeClr val="tx1"/>
                  </a:solidFill>
                  <a:latin typeface="Arial Black" pitchFamily="34" charset="0"/>
                </a:defRPr>
              </a:lvl4pPr>
              <a:lvl5pPr marL="2057400" indent="-228600" eaLnBrk="0" hangingPunct="0">
                <a:tabLst>
                  <a:tab pos="457200" algn="l"/>
                  <a:tab pos="914400" algn="l"/>
                  <a:tab pos="1143000" algn="l"/>
                  <a:tab pos="1371600" algn="l"/>
                  <a:tab pos="1660525" algn="l"/>
                  <a:tab pos="2286000" algn="l"/>
                  <a:tab pos="2636838"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457200" algn="l"/>
                  <a:tab pos="914400" algn="l"/>
                  <a:tab pos="1143000" algn="l"/>
                  <a:tab pos="1371600" algn="l"/>
                  <a:tab pos="1660525" algn="l"/>
                  <a:tab pos="2286000" algn="l"/>
                  <a:tab pos="2636838"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457200" algn="l"/>
                  <a:tab pos="914400" algn="l"/>
                  <a:tab pos="1143000" algn="l"/>
                  <a:tab pos="1371600" algn="l"/>
                  <a:tab pos="1660525" algn="l"/>
                  <a:tab pos="2286000" algn="l"/>
                  <a:tab pos="2636838"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457200" algn="l"/>
                  <a:tab pos="914400" algn="l"/>
                  <a:tab pos="1143000" algn="l"/>
                  <a:tab pos="1371600" algn="l"/>
                  <a:tab pos="1660525" algn="l"/>
                  <a:tab pos="2286000" algn="l"/>
                  <a:tab pos="2636838"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457200" algn="l"/>
                  <a:tab pos="914400" algn="l"/>
                  <a:tab pos="1143000" algn="l"/>
                  <a:tab pos="1371600" algn="l"/>
                  <a:tab pos="1660525" algn="l"/>
                  <a:tab pos="2286000" algn="l"/>
                  <a:tab pos="2636838" algn="l"/>
                </a:tabLst>
                <a:defRPr sz="1900" b="1">
                  <a:solidFill>
                    <a:schemeClr val="tx1"/>
                  </a:solidFill>
                  <a:latin typeface="Arial Black" pitchFamily="34" charset="0"/>
                </a:defRPr>
              </a:lvl9pPr>
            </a:lstStyle>
            <a:p>
              <a:pPr eaLnBrk="1" hangingPunct="1"/>
              <a:r>
                <a:rPr lang="en-US" sz="2400">
                  <a:latin typeface="Arial Narrow" pitchFamily="34" charset="0"/>
                  <a:sym typeface="Symbol" pitchFamily="18" charset="2"/>
                </a:rPr>
                <a:t>Part 1 is used to </a:t>
              </a:r>
              <a:r>
                <a:rPr lang="en-US" sz="2400" i="1">
                  <a:latin typeface="Arial Narrow" pitchFamily="34" charset="0"/>
                  <a:sym typeface="Symbol" pitchFamily="18" charset="2"/>
                </a:rPr>
                <a:t>initialize</a:t>
              </a:r>
              <a:r>
                <a:rPr lang="en-US" sz="2400">
                  <a:latin typeface="Arial Narrow" pitchFamily="34" charset="0"/>
                  <a:sym typeface="Symbol" pitchFamily="18" charset="2"/>
                </a:rPr>
                <a:t> the </a:t>
              </a:r>
              <a:r>
                <a:rPr lang="en-US" sz="2400" i="1">
                  <a:latin typeface="Arial Narrow" pitchFamily="34" charset="0"/>
                  <a:sym typeface="Symbol" pitchFamily="18" charset="2"/>
                </a:rPr>
                <a:t>counter</a:t>
              </a:r>
              <a:r>
                <a:rPr lang="en-US" sz="2400">
                  <a:latin typeface="Arial Narrow" pitchFamily="34" charset="0"/>
                  <a:sym typeface="Symbol" pitchFamily="18" charset="2"/>
                </a:rPr>
                <a:t> </a:t>
              </a:r>
            </a:p>
            <a:p>
              <a:pPr eaLnBrk="1" hangingPunct="1"/>
              <a:r>
                <a:rPr lang="en-US" sz="2400">
                  <a:latin typeface="Arial Narrow" pitchFamily="34" charset="0"/>
                  <a:sym typeface="Symbol" pitchFamily="18" charset="2"/>
                </a:rPr>
                <a:t>(</a:t>
              </a:r>
              <a:r>
                <a:rPr lang="en-US" sz="2400" i="1">
                  <a:latin typeface="Arial Narrow" pitchFamily="34" charset="0"/>
                  <a:sym typeface="Symbol" pitchFamily="18" charset="2"/>
                </a:rPr>
                <a:t>Loop Control Variable</a:t>
              </a:r>
              <a:r>
                <a:rPr lang="en-US" sz="2400">
                  <a:latin typeface="Arial Narrow" pitchFamily="34" charset="0"/>
                  <a:sym typeface="Symbol" pitchFamily="18" charset="2"/>
                </a:rPr>
                <a:t>).</a:t>
              </a:r>
            </a:p>
          </p:txBody>
        </p:sp>
        <p:sp>
          <p:nvSpPr>
            <p:cNvPr id="57362" name="Rectangle 1"/>
            <p:cNvSpPr>
              <a:spLocks noChangeArrowheads="1"/>
            </p:cNvSpPr>
            <p:nvPr/>
          </p:nvSpPr>
          <p:spPr bwMode="auto">
            <a:xfrm>
              <a:off x="1975104" y="4910328"/>
              <a:ext cx="173736" cy="304800"/>
            </a:xfrm>
            <a:prstGeom prst="rect">
              <a:avLst/>
            </a:prstGeom>
            <a:solidFill>
              <a:srgbClr val="FF99CC"/>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endParaRPr lang="en-US" sz="1800">
                <a:latin typeface="Arial" charset="0"/>
              </a:endParaRPr>
            </a:p>
          </p:txBody>
        </p:sp>
      </p:grpSp>
      <p:grpSp>
        <p:nvGrpSpPr>
          <p:cNvPr id="57350" name="Group 4"/>
          <p:cNvGrpSpPr>
            <a:grpSpLocks/>
          </p:cNvGrpSpPr>
          <p:nvPr/>
        </p:nvGrpSpPr>
        <p:grpSpPr bwMode="auto">
          <a:xfrm>
            <a:off x="4511675" y="4887913"/>
            <a:ext cx="4403725" cy="1827212"/>
            <a:chOff x="4512203" y="4888393"/>
            <a:chExt cx="4403197" cy="1826732"/>
          </a:xfrm>
        </p:grpSpPr>
        <p:sp>
          <p:nvSpPr>
            <p:cNvPr id="57351" name="Down Arrow 14"/>
            <p:cNvSpPr>
              <a:spLocks noChangeArrowheads="1"/>
            </p:cNvSpPr>
            <p:nvPr/>
          </p:nvSpPr>
          <p:spPr bwMode="auto">
            <a:xfrm rot="17939340" flipV="1">
              <a:off x="6253373" y="3147223"/>
              <a:ext cx="457200" cy="3939540"/>
            </a:xfrm>
            <a:prstGeom prst="downArrow">
              <a:avLst>
                <a:gd name="adj1" fmla="val 50000"/>
                <a:gd name="adj2" fmla="val 73321"/>
              </a:avLst>
            </a:prstGeom>
            <a:solidFill>
              <a:srgbClr val="FF99CC"/>
            </a:solidFill>
            <a:ln w="57150" algn="ctr">
              <a:solidFill>
                <a:schemeClr val="tx1"/>
              </a:solidFill>
              <a:round/>
              <a:headEnd/>
              <a:tailEnd/>
            </a:ln>
          </p:spPr>
          <p:txBody>
            <a:bodyPr/>
            <a:lstStyle/>
            <a:p>
              <a:r>
                <a:rPr lang="en-US" sz="1800">
                  <a:latin typeface="Arial" charset="0"/>
                </a:rPr>
                <a:t> </a:t>
              </a:r>
            </a:p>
          </p:txBody>
        </p:sp>
        <p:sp>
          <p:nvSpPr>
            <p:cNvPr id="57352" name="Text Box 6"/>
            <p:cNvSpPr txBox="1">
              <a:spLocks noChangeArrowheads="1"/>
            </p:cNvSpPr>
            <p:nvPr/>
          </p:nvSpPr>
          <p:spPr bwMode="auto">
            <a:xfrm>
              <a:off x="6248400" y="5105400"/>
              <a:ext cx="2667000" cy="1609725"/>
            </a:xfrm>
            <a:prstGeom prst="rect">
              <a:avLst/>
            </a:prstGeom>
            <a:solidFill>
              <a:srgbClr val="FF99CC"/>
            </a:solidFill>
            <a:ln w="57150">
              <a:solidFill>
                <a:schemeClr val="tx1"/>
              </a:solidFill>
              <a:miter lim="800000"/>
              <a:headEnd/>
              <a:tailEnd/>
            </a:ln>
          </p:spPr>
          <p:txBody>
            <a:bodyPr>
              <a:spAutoFit/>
            </a:bodyPr>
            <a:lstStyle>
              <a:lvl1pPr eaLnBrk="0" hangingPunct="0">
                <a:tabLst>
                  <a:tab pos="457200" algn="l"/>
                  <a:tab pos="914400" algn="l"/>
                  <a:tab pos="1143000" algn="l"/>
                  <a:tab pos="1371600" algn="l"/>
                  <a:tab pos="1660525" algn="l"/>
                  <a:tab pos="2286000" algn="l"/>
                  <a:tab pos="2636838" algn="l"/>
                </a:tabLst>
                <a:defRPr sz="1900" b="1">
                  <a:solidFill>
                    <a:schemeClr val="tx1"/>
                  </a:solidFill>
                  <a:latin typeface="Arial Black" pitchFamily="34" charset="0"/>
                </a:defRPr>
              </a:lvl1pPr>
              <a:lvl2pPr marL="742950" indent="-285750" eaLnBrk="0" hangingPunct="0">
                <a:tabLst>
                  <a:tab pos="457200" algn="l"/>
                  <a:tab pos="914400" algn="l"/>
                  <a:tab pos="1143000" algn="l"/>
                  <a:tab pos="1371600" algn="l"/>
                  <a:tab pos="1660525" algn="l"/>
                  <a:tab pos="2286000" algn="l"/>
                  <a:tab pos="2636838" algn="l"/>
                </a:tabLst>
                <a:defRPr sz="1900" b="1">
                  <a:solidFill>
                    <a:schemeClr val="tx1"/>
                  </a:solidFill>
                  <a:latin typeface="Arial Black" pitchFamily="34" charset="0"/>
                </a:defRPr>
              </a:lvl2pPr>
              <a:lvl3pPr marL="1143000" indent="-228600" eaLnBrk="0" hangingPunct="0">
                <a:tabLst>
                  <a:tab pos="457200" algn="l"/>
                  <a:tab pos="914400" algn="l"/>
                  <a:tab pos="1143000" algn="l"/>
                  <a:tab pos="1371600" algn="l"/>
                  <a:tab pos="1660525" algn="l"/>
                  <a:tab pos="2286000" algn="l"/>
                  <a:tab pos="2636838" algn="l"/>
                </a:tabLst>
                <a:defRPr sz="1900" b="1">
                  <a:solidFill>
                    <a:schemeClr val="tx1"/>
                  </a:solidFill>
                  <a:latin typeface="Arial Black" pitchFamily="34" charset="0"/>
                </a:defRPr>
              </a:lvl3pPr>
              <a:lvl4pPr marL="1600200" indent="-228600" eaLnBrk="0" hangingPunct="0">
                <a:tabLst>
                  <a:tab pos="457200" algn="l"/>
                  <a:tab pos="914400" algn="l"/>
                  <a:tab pos="1143000" algn="l"/>
                  <a:tab pos="1371600" algn="l"/>
                  <a:tab pos="1660525" algn="l"/>
                  <a:tab pos="2286000" algn="l"/>
                  <a:tab pos="2636838" algn="l"/>
                </a:tabLst>
                <a:defRPr sz="1900" b="1">
                  <a:solidFill>
                    <a:schemeClr val="tx1"/>
                  </a:solidFill>
                  <a:latin typeface="Arial Black" pitchFamily="34" charset="0"/>
                </a:defRPr>
              </a:lvl4pPr>
              <a:lvl5pPr marL="2057400" indent="-228600" eaLnBrk="0" hangingPunct="0">
                <a:tabLst>
                  <a:tab pos="457200" algn="l"/>
                  <a:tab pos="914400" algn="l"/>
                  <a:tab pos="1143000" algn="l"/>
                  <a:tab pos="1371600" algn="l"/>
                  <a:tab pos="1660525" algn="l"/>
                  <a:tab pos="2286000" algn="l"/>
                  <a:tab pos="2636838"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457200" algn="l"/>
                  <a:tab pos="914400" algn="l"/>
                  <a:tab pos="1143000" algn="l"/>
                  <a:tab pos="1371600" algn="l"/>
                  <a:tab pos="1660525" algn="l"/>
                  <a:tab pos="2286000" algn="l"/>
                  <a:tab pos="2636838"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457200" algn="l"/>
                  <a:tab pos="914400" algn="l"/>
                  <a:tab pos="1143000" algn="l"/>
                  <a:tab pos="1371600" algn="l"/>
                  <a:tab pos="1660525" algn="l"/>
                  <a:tab pos="2286000" algn="l"/>
                  <a:tab pos="2636838"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457200" algn="l"/>
                  <a:tab pos="914400" algn="l"/>
                  <a:tab pos="1143000" algn="l"/>
                  <a:tab pos="1371600" algn="l"/>
                  <a:tab pos="1660525" algn="l"/>
                  <a:tab pos="2286000" algn="l"/>
                  <a:tab pos="2636838"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457200" algn="l"/>
                  <a:tab pos="914400" algn="l"/>
                  <a:tab pos="1143000" algn="l"/>
                  <a:tab pos="1371600" algn="l"/>
                  <a:tab pos="1660525" algn="l"/>
                  <a:tab pos="2286000" algn="l"/>
                  <a:tab pos="2636838" algn="l"/>
                </a:tabLst>
                <a:defRPr sz="1900" b="1">
                  <a:solidFill>
                    <a:schemeClr val="tx1"/>
                  </a:solidFill>
                  <a:latin typeface="Arial Black" pitchFamily="34" charset="0"/>
                </a:defRPr>
              </a:lvl9pPr>
            </a:lstStyle>
            <a:p>
              <a:pPr eaLnBrk="1" hangingPunct="1"/>
              <a:r>
                <a:rPr lang="en-US" sz="2400">
                  <a:latin typeface="Arial Narrow" pitchFamily="34" charset="0"/>
                  <a:sym typeface="Symbol" pitchFamily="18" charset="2"/>
                </a:rPr>
                <a:t>Part 3 indicates what the counter counts by. </a:t>
              </a:r>
              <a:r>
                <a:rPr lang="en-US" sz="2400">
                  <a:sym typeface="Symbol" pitchFamily="18" charset="2"/>
                </a:rPr>
                <a:t> </a:t>
              </a:r>
              <a:r>
                <a:rPr lang="en-US" sz="2400" b="0">
                  <a:sym typeface="Symbol" pitchFamily="18" charset="2"/>
                </a:rPr>
                <a:t>++</a:t>
              </a:r>
              <a:r>
                <a:rPr lang="en-US" sz="2400">
                  <a:latin typeface="Arial Narrow" pitchFamily="34" charset="0"/>
                  <a:sym typeface="Symbol" pitchFamily="18" charset="2"/>
                </a:rPr>
                <a:t> means count by 1.</a:t>
              </a:r>
            </a:p>
          </p:txBody>
        </p:sp>
        <p:sp>
          <p:nvSpPr>
            <p:cNvPr id="57353" name="Diamond 2"/>
            <p:cNvSpPr>
              <a:spLocks noChangeArrowheads="1"/>
            </p:cNvSpPr>
            <p:nvPr/>
          </p:nvSpPr>
          <p:spPr bwMode="auto">
            <a:xfrm>
              <a:off x="6163056" y="4937760"/>
              <a:ext cx="338328" cy="201168"/>
            </a:xfrm>
            <a:prstGeom prst="diamond">
              <a:avLst/>
            </a:prstGeom>
            <a:solidFill>
              <a:srgbClr val="FF99CC"/>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endParaRPr lang="en-US" sz="1800">
                <a:latin typeface="Arial" charset="0"/>
              </a:endParaRPr>
            </a:p>
          </p:txBody>
        </p:sp>
        <p:sp>
          <p:nvSpPr>
            <p:cNvPr id="57354" name="Diamond 20"/>
            <p:cNvSpPr>
              <a:spLocks noChangeArrowheads="1"/>
            </p:cNvSpPr>
            <p:nvPr/>
          </p:nvSpPr>
          <p:spPr bwMode="auto">
            <a:xfrm>
              <a:off x="6318504" y="5020056"/>
              <a:ext cx="338328" cy="201168"/>
            </a:xfrm>
            <a:prstGeom prst="diamond">
              <a:avLst/>
            </a:prstGeom>
            <a:solidFill>
              <a:srgbClr val="FF99CC"/>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endParaRPr lang="en-US" sz="1800">
                <a:latin typeface="Arial" charset="0"/>
              </a:endParaRPr>
            </a:p>
          </p:txBody>
        </p:sp>
        <p:sp>
          <p:nvSpPr>
            <p:cNvPr id="57355" name="Diamond 21"/>
            <p:cNvSpPr>
              <a:spLocks noChangeArrowheads="1"/>
            </p:cNvSpPr>
            <p:nvPr/>
          </p:nvSpPr>
          <p:spPr bwMode="auto">
            <a:xfrm>
              <a:off x="6345936" y="5038344"/>
              <a:ext cx="338328" cy="201168"/>
            </a:xfrm>
            <a:prstGeom prst="diamond">
              <a:avLst/>
            </a:prstGeom>
            <a:solidFill>
              <a:srgbClr val="FF99CC"/>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endParaRPr lang="en-US" sz="1800">
                <a:latin typeface="Arial" charset="0"/>
              </a:endParaRPr>
            </a:p>
          </p:txBody>
        </p:sp>
        <p:sp>
          <p:nvSpPr>
            <p:cNvPr id="57356" name="Rectangle 22"/>
            <p:cNvSpPr>
              <a:spLocks noChangeArrowheads="1"/>
            </p:cNvSpPr>
            <p:nvPr/>
          </p:nvSpPr>
          <p:spPr bwMode="auto">
            <a:xfrm>
              <a:off x="6281928" y="5020056"/>
              <a:ext cx="173736" cy="170688"/>
            </a:xfrm>
            <a:prstGeom prst="rect">
              <a:avLst/>
            </a:prstGeom>
            <a:solidFill>
              <a:srgbClr val="FF99CC"/>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endParaRPr lang="en-US" sz="1800">
                <a:latin typeface="Arial" charset="0"/>
              </a:endParaRPr>
            </a:p>
          </p:txBody>
        </p:sp>
      </p:grpSp>
      <p:grpSp>
        <p:nvGrpSpPr>
          <p:cNvPr id="19" name="Group 18"/>
          <p:cNvGrpSpPr/>
          <p:nvPr/>
        </p:nvGrpSpPr>
        <p:grpSpPr>
          <a:xfrm>
            <a:off x="3099816" y="4267200"/>
            <a:ext cx="2929128" cy="2447925"/>
            <a:chOff x="3099816" y="4267200"/>
            <a:chExt cx="2929128" cy="2447925"/>
          </a:xfrm>
        </p:grpSpPr>
        <p:sp>
          <p:nvSpPr>
            <p:cNvPr id="20" name="Down Arrow 19"/>
            <p:cNvSpPr/>
            <p:nvPr/>
          </p:nvSpPr>
          <p:spPr bwMode="auto">
            <a:xfrm flipV="1">
              <a:off x="3099816" y="4267200"/>
              <a:ext cx="457200" cy="990600"/>
            </a:xfrm>
            <a:prstGeom prst="downArrow">
              <a:avLst>
                <a:gd name="adj1" fmla="val 50000"/>
                <a:gd name="adj2" fmla="val 73333"/>
              </a:avLst>
            </a:prstGeom>
            <a:solidFill>
              <a:srgbClr val="FF99CC"/>
            </a:solidFill>
            <a:ln w="571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charset="0"/>
                </a:rPr>
                <a:t> </a:t>
              </a:r>
            </a:p>
          </p:txBody>
        </p:sp>
        <p:sp>
          <p:nvSpPr>
            <p:cNvPr id="21" name="Text Box 11"/>
            <p:cNvSpPr txBox="1">
              <a:spLocks noChangeArrowheads="1"/>
            </p:cNvSpPr>
            <p:nvPr/>
          </p:nvSpPr>
          <p:spPr bwMode="auto">
            <a:xfrm>
              <a:off x="3209544" y="5105400"/>
              <a:ext cx="2819400" cy="1609725"/>
            </a:xfrm>
            <a:prstGeom prst="rect">
              <a:avLst/>
            </a:prstGeom>
            <a:solidFill>
              <a:srgbClr val="FF99CC"/>
            </a:solidFill>
            <a:ln w="57150">
              <a:solidFill>
                <a:schemeClr val="tx1"/>
              </a:solidFill>
              <a:miter lim="800000"/>
              <a:headEnd/>
              <a:tailEnd/>
            </a:ln>
          </p:spPr>
          <p:txBody>
            <a:bodyPr>
              <a:spAutoFit/>
            </a:bodyPr>
            <a:lstStyle>
              <a:lvl1pPr eaLnBrk="0" hangingPunct="0">
                <a:tabLst>
                  <a:tab pos="457200" algn="l"/>
                  <a:tab pos="914400" algn="l"/>
                  <a:tab pos="1143000" algn="l"/>
                  <a:tab pos="1371600" algn="l"/>
                  <a:tab pos="1660525" algn="l"/>
                  <a:tab pos="2286000" algn="l"/>
                  <a:tab pos="2636838" algn="l"/>
                </a:tabLst>
                <a:defRPr b="1">
                  <a:solidFill>
                    <a:schemeClr val="tx1"/>
                  </a:solidFill>
                  <a:latin typeface="Arial" charset="0"/>
                </a:defRPr>
              </a:lvl1pPr>
              <a:lvl2pPr marL="742950" indent="-285750" eaLnBrk="0" hangingPunct="0">
                <a:tabLst>
                  <a:tab pos="457200" algn="l"/>
                  <a:tab pos="914400" algn="l"/>
                  <a:tab pos="1143000" algn="l"/>
                  <a:tab pos="1371600" algn="l"/>
                  <a:tab pos="1660525" algn="l"/>
                  <a:tab pos="2286000" algn="l"/>
                  <a:tab pos="2636838" algn="l"/>
                </a:tabLst>
                <a:defRPr b="1">
                  <a:solidFill>
                    <a:schemeClr val="tx1"/>
                  </a:solidFill>
                  <a:latin typeface="Arial" charset="0"/>
                </a:defRPr>
              </a:lvl2pPr>
              <a:lvl3pPr marL="1143000" indent="-228600" eaLnBrk="0" hangingPunct="0">
                <a:tabLst>
                  <a:tab pos="457200" algn="l"/>
                  <a:tab pos="914400" algn="l"/>
                  <a:tab pos="1143000" algn="l"/>
                  <a:tab pos="1371600" algn="l"/>
                  <a:tab pos="1660525" algn="l"/>
                  <a:tab pos="2286000" algn="l"/>
                  <a:tab pos="2636838" algn="l"/>
                </a:tabLst>
                <a:defRPr b="1">
                  <a:solidFill>
                    <a:schemeClr val="tx1"/>
                  </a:solidFill>
                  <a:latin typeface="Arial" charset="0"/>
                </a:defRPr>
              </a:lvl3pPr>
              <a:lvl4pPr marL="1600200" indent="-228600" eaLnBrk="0" hangingPunct="0">
                <a:tabLst>
                  <a:tab pos="457200" algn="l"/>
                  <a:tab pos="914400" algn="l"/>
                  <a:tab pos="1143000" algn="l"/>
                  <a:tab pos="1371600" algn="l"/>
                  <a:tab pos="1660525" algn="l"/>
                  <a:tab pos="2286000" algn="l"/>
                  <a:tab pos="2636838" algn="l"/>
                </a:tabLst>
                <a:defRPr b="1">
                  <a:solidFill>
                    <a:schemeClr val="tx1"/>
                  </a:solidFill>
                  <a:latin typeface="Arial" charset="0"/>
                </a:defRPr>
              </a:lvl4pPr>
              <a:lvl5pPr marL="2057400" indent="-228600" eaLnBrk="0" hangingPunct="0">
                <a:tabLst>
                  <a:tab pos="457200" algn="l"/>
                  <a:tab pos="914400" algn="l"/>
                  <a:tab pos="1143000" algn="l"/>
                  <a:tab pos="1371600" algn="l"/>
                  <a:tab pos="1660525" algn="l"/>
                  <a:tab pos="2286000" algn="l"/>
                  <a:tab pos="2636838" algn="l"/>
                </a:tabLst>
                <a:defRPr b="1">
                  <a:solidFill>
                    <a:schemeClr val="tx1"/>
                  </a:solidFill>
                  <a:latin typeface="Arial" charset="0"/>
                </a:defRPr>
              </a:lvl5pPr>
              <a:lvl6pPr marL="2514600" indent="-228600" eaLnBrk="0" fontAlgn="base" hangingPunct="0">
                <a:spcBef>
                  <a:spcPct val="0"/>
                </a:spcBef>
                <a:spcAft>
                  <a:spcPct val="0"/>
                </a:spcAft>
                <a:tabLst>
                  <a:tab pos="457200" algn="l"/>
                  <a:tab pos="914400" algn="l"/>
                  <a:tab pos="1143000" algn="l"/>
                  <a:tab pos="1371600" algn="l"/>
                  <a:tab pos="1660525" algn="l"/>
                  <a:tab pos="2286000" algn="l"/>
                  <a:tab pos="2636838" algn="l"/>
                </a:tabLst>
                <a:defRPr b="1">
                  <a:solidFill>
                    <a:schemeClr val="tx1"/>
                  </a:solidFill>
                  <a:latin typeface="Arial" charset="0"/>
                </a:defRPr>
              </a:lvl6pPr>
              <a:lvl7pPr marL="2971800" indent="-228600" eaLnBrk="0" fontAlgn="base" hangingPunct="0">
                <a:spcBef>
                  <a:spcPct val="0"/>
                </a:spcBef>
                <a:spcAft>
                  <a:spcPct val="0"/>
                </a:spcAft>
                <a:tabLst>
                  <a:tab pos="457200" algn="l"/>
                  <a:tab pos="914400" algn="l"/>
                  <a:tab pos="1143000" algn="l"/>
                  <a:tab pos="1371600" algn="l"/>
                  <a:tab pos="1660525" algn="l"/>
                  <a:tab pos="2286000" algn="l"/>
                  <a:tab pos="2636838" algn="l"/>
                </a:tabLst>
                <a:defRPr b="1">
                  <a:solidFill>
                    <a:schemeClr val="tx1"/>
                  </a:solidFill>
                  <a:latin typeface="Arial" charset="0"/>
                </a:defRPr>
              </a:lvl7pPr>
              <a:lvl8pPr marL="3429000" indent="-228600" eaLnBrk="0" fontAlgn="base" hangingPunct="0">
                <a:spcBef>
                  <a:spcPct val="0"/>
                </a:spcBef>
                <a:spcAft>
                  <a:spcPct val="0"/>
                </a:spcAft>
                <a:tabLst>
                  <a:tab pos="457200" algn="l"/>
                  <a:tab pos="914400" algn="l"/>
                  <a:tab pos="1143000" algn="l"/>
                  <a:tab pos="1371600" algn="l"/>
                  <a:tab pos="1660525" algn="l"/>
                  <a:tab pos="2286000" algn="l"/>
                  <a:tab pos="2636838" algn="l"/>
                </a:tabLst>
                <a:defRPr b="1">
                  <a:solidFill>
                    <a:schemeClr val="tx1"/>
                  </a:solidFill>
                  <a:latin typeface="Arial" charset="0"/>
                </a:defRPr>
              </a:lvl8pPr>
              <a:lvl9pPr marL="3886200" indent="-228600" eaLnBrk="0" fontAlgn="base" hangingPunct="0">
                <a:spcBef>
                  <a:spcPct val="0"/>
                </a:spcBef>
                <a:spcAft>
                  <a:spcPct val="0"/>
                </a:spcAft>
                <a:tabLst>
                  <a:tab pos="457200" algn="l"/>
                  <a:tab pos="914400" algn="l"/>
                  <a:tab pos="1143000" algn="l"/>
                  <a:tab pos="1371600" algn="l"/>
                  <a:tab pos="1660525" algn="l"/>
                  <a:tab pos="2286000" algn="l"/>
                  <a:tab pos="2636838" algn="l"/>
                </a:tabLst>
                <a:defRPr b="1">
                  <a:solidFill>
                    <a:schemeClr val="tx1"/>
                  </a:solidFill>
                  <a:latin typeface="Arial" charset="0"/>
                </a:defRPr>
              </a:lvl9pPr>
            </a:lstStyle>
            <a:p>
              <a:pPr eaLnBrk="1" hangingPunct="1"/>
              <a:r>
                <a:rPr lang="en-US" sz="2400" dirty="0">
                  <a:latin typeface="Arial Narrow" pitchFamily="34" charset="0"/>
                  <a:sym typeface="Symbol" pitchFamily="18" charset="2"/>
                </a:rPr>
                <a:t>Part 2 is a </a:t>
              </a:r>
              <a:r>
                <a:rPr lang="en-US" sz="2400" i="1" dirty="0">
                  <a:latin typeface="Arial Narrow" pitchFamily="34" charset="0"/>
                  <a:sym typeface="Symbol" pitchFamily="18" charset="2"/>
                </a:rPr>
                <a:t>condition</a:t>
              </a:r>
              <a:r>
                <a:rPr lang="en-US" sz="2400" dirty="0">
                  <a:latin typeface="Arial Narrow" pitchFamily="34" charset="0"/>
                  <a:sym typeface="Symbol" pitchFamily="18" charset="2"/>
                </a:rPr>
                <a:t>. As long as it is </a:t>
              </a:r>
              <a:r>
                <a:rPr lang="en-US" sz="2400" b="0" dirty="0">
                  <a:latin typeface="Arial Black" pitchFamily="34" charset="0"/>
                  <a:sym typeface="Symbol" pitchFamily="18" charset="2"/>
                </a:rPr>
                <a:t>true</a:t>
              </a:r>
              <a:r>
                <a:rPr lang="en-US" sz="2400" dirty="0">
                  <a:latin typeface="Arial Narrow" pitchFamily="34" charset="0"/>
                  <a:sym typeface="Symbol" pitchFamily="18" charset="2"/>
                </a:rPr>
                <a:t> the loop will keep repeating.</a:t>
              </a:r>
            </a:p>
          </p:txBody>
        </p:sp>
        <p:sp>
          <p:nvSpPr>
            <p:cNvPr id="22" name="Rectangle 21"/>
            <p:cNvSpPr/>
            <p:nvPr/>
          </p:nvSpPr>
          <p:spPr bwMode="auto">
            <a:xfrm>
              <a:off x="3246120" y="4910328"/>
              <a:ext cx="173736" cy="304800"/>
            </a:xfrm>
            <a:prstGeom prst="rect">
              <a:avLst/>
            </a:prstGeom>
            <a:solidFill>
              <a:srgbClr val="FF99CC"/>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smtClean="0">
                <a:ln>
                  <a:noFill/>
                </a:ln>
                <a:solidFill>
                  <a:schemeClr val="tx1"/>
                </a:solidFill>
                <a:effectLst/>
                <a:latin typeface="Arial" charset="0"/>
              </a:endParaRPr>
            </a:p>
          </p:txBody>
        </p:sp>
      </p:grpSp>
    </p:spTree>
  </p:cSld>
  <p:clrMapOvr>
    <a:masterClrMapping/>
  </p:clrMapOvr>
  <p:timing>
    <p:tnLst>
      <p:par>
        <p:cTn xmlns:p14="http://schemas.microsoft.com/office/powerpoint/2010/mai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 Box 2"/>
          <p:cNvSpPr txBox="1">
            <a:spLocks noChangeArrowheads="1"/>
          </p:cNvSpPr>
          <p:nvPr/>
        </p:nvSpPr>
        <p:spPr bwMode="auto">
          <a:xfrm>
            <a:off x="0" y="0"/>
            <a:ext cx="9144000" cy="6858000"/>
          </a:xfrm>
          <a:prstGeom prst="rect">
            <a:avLst/>
          </a:prstGeom>
          <a:solidFill>
            <a:srgbClr val="FFFF99"/>
          </a:solidFill>
          <a:ln w="57150">
            <a:solidFill>
              <a:schemeClr val="tx1"/>
            </a:solidFill>
            <a:miter lim="800000"/>
            <a:headEnd/>
            <a:tailEnd/>
          </a:ln>
        </p:spPr>
        <p:txBody>
          <a:bodyPr>
            <a:spAutoFit/>
          </a:bodyPr>
          <a:lstStyle>
            <a:lvl1pPr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1pPr>
            <a:lvl2pPr marL="742950" indent="-285750"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2pPr>
            <a:lvl3pPr marL="1143000" indent="-228600"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3pPr>
            <a:lvl4pPr marL="1600200" indent="-228600"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4pPr>
            <a:lvl5pPr marL="2057400" indent="-228600"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9pPr>
          </a:lstStyle>
          <a:p>
            <a:pPr eaLnBrk="1" hangingPunct="1"/>
            <a:r>
              <a:rPr lang="en-US" sz="2700" dirty="0">
                <a:latin typeface="Times New Roman" pitchFamily="18" charset="0"/>
                <a:sym typeface="Symbol" pitchFamily="18" charset="2"/>
              </a:rPr>
              <a:t>// </a:t>
            </a:r>
            <a:r>
              <a:rPr lang="en-US" sz="2700" dirty="0" smtClean="0">
                <a:latin typeface="Times New Roman" pitchFamily="18" charset="0"/>
                <a:sym typeface="Symbol" pitchFamily="18" charset="2"/>
              </a:rPr>
              <a:t>Java0508.java</a:t>
            </a:r>
            <a:endParaRPr lang="en-US" sz="2700" dirty="0">
              <a:latin typeface="Times New Roman" pitchFamily="18" charset="0"/>
              <a:sym typeface="Symbol" pitchFamily="18" charset="2"/>
            </a:endParaRPr>
          </a:p>
          <a:p>
            <a:pPr eaLnBrk="1" hangingPunct="1"/>
            <a:r>
              <a:rPr lang="en-US" sz="2700" dirty="0">
                <a:latin typeface="Times New Roman" pitchFamily="18" charset="0"/>
                <a:sym typeface="Symbol" pitchFamily="18" charset="2"/>
              </a:rPr>
              <a:t>// This program displays consecutive numbers 1 through 15.</a:t>
            </a:r>
          </a:p>
          <a:p>
            <a:pPr eaLnBrk="1" hangingPunct="1"/>
            <a:r>
              <a:rPr lang="en-US" sz="2700" dirty="0">
                <a:latin typeface="Times New Roman" pitchFamily="18" charset="0"/>
                <a:sym typeface="Symbol" pitchFamily="18" charset="2"/>
              </a:rPr>
              <a:t>// It also shows how the loop control variable may be </a:t>
            </a:r>
          </a:p>
          <a:p>
            <a:pPr eaLnBrk="1" hangingPunct="1"/>
            <a:r>
              <a:rPr lang="en-US" sz="2700" dirty="0">
                <a:latin typeface="Times New Roman" pitchFamily="18" charset="0"/>
                <a:sym typeface="Symbol" pitchFamily="18" charset="2"/>
              </a:rPr>
              <a:t>// defined inside the &lt;for&gt; program statement.</a:t>
            </a:r>
          </a:p>
          <a:p>
            <a:pPr eaLnBrk="1" hangingPunct="1"/>
            <a:endParaRPr lang="en-US" sz="2700" dirty="0" smtClean="0">
              <a:latin typeface="Times New Roman" pitchFamily="18" charset="0"/>
              <a:sym typeface="Symbol" pitchFamily="18" charset="2"/>
            </a:endParaRPr>
          </a:p>
          <a:p>
            <a:pPr eaLnBrk="1" hangingPunct="1"/>
            <a:r>
              <a:rPr lang="en-US" sz="2700" dirty="0" smtClean="0">
                <a:latin typeface="Times New Roman" pitchFamily="18" charset="0"/>
                <a:sym typeface="Symbol" pitchFamily="18" charset="2"/>
              </a:rPr>
              <a:t>public </a:t>
            </a:r>
            <a:r>
              <a:rPr lang="en-US" sz="2700" dirty="0">
                <a:latin typeface="Times New Roman" pitchFamily="18" charset="0"/>
                <a:sym typeface="Symbol" pitchFamily="18" charset="2"/>
              </a:rPr>
              <a:t>class </a:t>
            </a:r>
            <a:r>
              <a:rPr lang="en-US" sz="2700" dirty="0" smtClean="0">
                <a:latin typeface="Times New Roman" pitchFamily="18" charset="0"/>
                <a:sym typeface="Symbol" pitchFamily="18" charset="2"/>
              </a:rPr>
              <a:t>Java0508</a:t>
            </a:r>
            <a:endParaRPr lang="en-US" sz="2700" dirty="0">
              <a:latin typeface="Times New Roman" pitchFamily="18" charset="0"/>
              <a:sym typeface="Symbol" pitchFamily="18" charset="2"/>
            </a:endParaRPr>
          </a:p>
          <a:p>
            <a:pPr eaLnBrk="1" hangingPunct="1"/>
            <a:r>
              <a:rPr lang="en-US" sz="2700" dirty="0">
                <a:latin typeface="Times New Roman" pitchFamily="18" charset="0"/>
                <a:sym typeface="Symbol" pitchFamily="18" charset="2"/>
              </a:rPr>
              <a:t>{</a:t>
            </a:r>
          </a:p>
          <a:p>
            <a:pPr eaLnBrk="1" hangingPunct="1"/>
            <a:r>
              <a:rPr lang="en-US" sz="2700" dirty="0">
                <a:latin typeface="Times New Roman" pitchFamily="18" charset="0"/>
                <a:sym typeface="Symbol" pitchFamily="18" charset="2"/>
              </a:rPr>
              <a:t>	public static void main(String </a:t>
            </a:r>
            <a:r>
              <a:rPr lang="en-US" sz="2700" dirty="0" err="1">
                <a:latin typeface="Times New Roman" pitchFamily="18" charset="0"/>
                <a:sym typeface="Symbol" pitchFamily="18" charset="2"/>
              </a:rPr>
              <a:t>args</a:t>
            </a:r>
            <a:r>
              <a:rPr lang="en-US" sz="2700" dirty="0">
                <a:latin typeface="Times New Roman" pitchFamily="18" charset="0"/>
                <a:sym typeface="Symbol" pitchFamily="18" charset="2"/>
              </a:rPr>
              <a:t>[])</a:t>
            </a:r>
          </a:p>
          <a:p>
            <a:pPr eaLnBrk="1" hangingPunct="1"/>
            <a:r>
              <a:rPr lang="en-US" sz="2700" dirty="0">
                <a:latin typeface="Times New Roman" pitchFamily="18" charset="0"/>
                <a:sym typeface="Symbol" pitchFamily="18" charset="2"/>
              </a:rPr>
              <a:t>	{</a:t>
            </a:r>
          </a:p>
          <a:p>
            <a:pPr eaLnBrk="1" hangingPunct="1"/>
            <a:r>
              <a:rPr lang="en-US" sz="2700" dirty="0">
                <a:latin typeface="Times New Roman" pitchFamily="18" charset="0"/>
                <a:sym typeface="Symbol" pitchFamily="18" charset="2"/>
              </a:rPr>
              <a:t>		</a:t>
            </a:r>
            <a:r>
              <a:rPr lang="en-US" sz="2700" dirty="0" err="1">
                <a:latin typeface="Times New Roman" pitchFamily="18" charset="0"/>
                <a:sym typeface="Symbol" pitchFamily="18" charset="2"/>
              </a:rPr>
              <a:t>System.out.println</a:t>
            </a:r>
            <a:r>
              <a:rPr lang="en-US" sz="2700" dirty="0">
                <a:latin typeface="Times New Roman" pitchFamily="18" charset="0"/>
                <a:sym typeface="Symbol" pitchFamily="18" charset="2"/>
              </a:rPr>
              <a:t>("\</a:t>
            </a:r>
            <a:r>
              <a:rPr lang="en-US" sz="2700" dirty="0" smtClean="0">
                <a:latin typeface="Times New Roman" pitchFamily="18" charset="0"/>
                <a:sym typeface="Symbol" pitchFamily="18" charset="2"/>
              </a:rPr>
              <a:t>nJAVA0508.JAVA\n");</a:t>
            </a:r>
          </a:p>
          <a:p>
            <a:pPr eaLnBrk="1" hangingPunct="1"/>
            <a:endParaRPr lang="en-US" sz="1800" dirty="0">
              <a:latin typeface="Times New Roman" pitchFamily="18" charset="0"/>
              <a:sym typeface="Symbol" pitchFamily="18" charset="2"/>
            </a:endParaRPr>
          </a:p>
          <a:p>
            <a:pPr eaLnBrk="1" hangingPunct="1"/>
            <a:r>
              <a:rPr lang="en-US" sz="2700" b="0" dirty="0">
                <a:sym typeface="Symbol" pitchFamily="18" charset="2"/>
              </a:rPr>
              <a:t>		for (</a:t>
            </a:r>
            <a:r>
              <a:rPr lang="en-US" sz="2700" b="0" dirty="0" err="1">
                <a:sym typeface="Symbol" pitchFamily="18" charset="2"/>
              </a:rPr>
              <a:t>int</a:t>
            </a:r>
            <a:r>
              <a:rPr lang="en-US" sz="2700" b="0" dirty="0">
                <a:sym typeface="Symbol" pitchFamily="18" charset="2"/>
              </a:rPr>
              <a:t> k = 1; k &lt;= 15; k++)   </a:t>
            </a:r>
          </a:p>
          <a:p>
            <a:pPr eaLnBrk="1" hangingPunct="1"/>
            <a:r>
              <a:rPr lang="en-US" sz="2700" b="0" dirty="0">
                <a:sym typeface="Symbol" pitchFamily="18" charset="2"/>
              </a:rPr>
              <a:t>			</a:t>
            </a:r>
            <a:r>
              <a:rPr lang="en-US" sz="2700" b="0" dirty="0" err="1">
                <a:sym typeface="Symbol" pitchFamily="18" charset="2"/>
              </a:rPr>
              <a:t>System.out.print</a:t>
            </a:r>
            <a:r>
              <a:rPr lang="en-US" sz="2700" b="0" dirty="0">
                <a:sym typeface="Symbol" pitchFamily="18" charset="2"/>
              </a:rPr>
              <a:t>(k + "  </a:t>
            </a:r>
            <a:r>
              <a:rPr lang="en-US" sz="2700" b="0" dirty="0" smtClean="0">
                <a:sym typeface="Symbol" pitchFamily="18" charset="2"/>
              </a:rPr>
              <a:t>");</a:t>
            </a:r>
          </a:p>
          <a:p>
            <a:pPr eaLnBrk="1" hangingPunct="1"/>
            <a:endParaRPr lang="en-US" sz="1800" b="0" dirty="0">
              <a:sym typeface="Symbol" pitchFamily="18" charset="2"/>
            </a:endParaRPr>
          </a:p>
          <a:p>
            <a:pPr eaLnBrk="1" hangingPunct="1"/>
            <a:r>
              <a:rPr lang="en-US" sz="2700" dirty="0">
                <a:latin typeface="Times New Roman" pitchFamily="18" charset="0"/>
                <a:sym typeface="Symbol" pitchFamily="18" charset="2"/>
              </a:rPr>
              <a:t>		</a:t>
            </a:r>
            <a:r>
              <a:rPr lang="en-US" sz="2700" dirty="0" err="1">
                <a:latin typeface="Times New Roman" pitchFamily="18" charset="0"/>
                <a:sym typeface="Symbol" pitchFamily="18" charset="2"/>
              </a:rPr>
              <a:t>System.out.println</a:t>
            </a:r>
            <a:r>
              <a:rPr lang="en-US" sz="2700" dirty="0">
                <a:latin typeface="Times New Roman" pitchFamily="18" charset="0"/>
                <a:sym typeface="Symbol" pitchFamily="18" charset="2"/>
              </a:rPr>
              <a:t>();</a:t>
            </a:r>
          </a:p>
          <a:p>
            <a:pPr eaLnBrk="1" hangingPunct="1"/>
            <a:r>
              <a:rPr lang="en-US" sz="2700" dirty="0">
                <a:latin typeface="Times New Roman" pitchFamily="18" charset="0"/>
                <a:sym typeface="Symbol" pitchFamily="18" charset="2"/>
              </a:rPr>
              <a:t>	}	</a:t>
            </a:r>
          </a:p>
          <a:p>
            <a:pPr eaLnBrk="1" hangingPunct="1"/>
            <a:r>
              <a:rPr lang="en-US" sz="2700" dirty="0">
                <a:latin typeface="Times New Roman" pitchFamily="18" charset="0"/>
                <a:sym typeface="Symbol" pitchFamily="18" charset="2"/>
              </a:rPr>
              <a:t>}	</a:t>
            </a:r>
          </a:p>
          <a:p>
            <a:pPr eaLnBrk="1" hangingPunct="1">
              <a:lnSpc>
                <a:spcPct val="20000"/>
              </a:lnSpc>
            </a:pPr>
            <a:endParaRPr lang="en-US" sz="2700" dirty="0">
              <a:latin typeface="Times New Roman" pitchFamily="18" charset="0"/>
              <a:sym typeface="Symbol" pitchFamily="18" charset="2"/>
            </a:endParaRPr>
          </a:p>
        </p:txBody>
      </p:sp>
      <p:sp>
        <p:nvSpPr>
          <p:cNvPr id="5" name="TextBox 4"/>
          <p:cNvSpPr txBox="1"/>
          <p:nvPr/>
        </p:nvSpPr>
        <p:spPr>
          <a:xfrm>
            <a:off x="0" y="0"/>
            <a:ext cx="9144000" cy="1862048"/>
          </a:xfrm>
          <a:prstGeom prst="rect">
            <a:avLst/>
          </a:prstGeom>
          <a:solidFill>
            <a:schemeClr val="accent6">
              <a:lumMod val="20000"/>
              <a:lumOff val="80000"/>
            </a:schemeClr>
          </a:solidFill>
          <a:ln w="57150">
            <a:solidFill>
              <a:schemeClr val="tx1"/>
            </a:solidFill>
          </a:ln>
        </p:spPr>
        <p:txBody>
          <a:bodyPr wrap="square" rtlCol="0">
            <a:spAutoFit/>
          </a:bodyPr>
          <a:lstStyle/>
          <a:p>
            <a:endParaRPr lang="en-US" sz="2300" spc="-10" dirty="0" smtClean="0">
              <a:latin typeface="Courier New" panose="02070309020205020404" pitchFamily="49" charset="0"/>
              <a:cs typeface="Courier New" panose="02070309020205020404" pitchFamily="49" charset="0"/>
            </a:endParaRPr>
          </a:p>
          <a:p>
            <a:r>
              <a:rPr lang="en-US" sz="2300" dirty="0">
                <a:latin typeface="Courier New" panose="02070309020205020404" pitchFamily="49" charset="0"/>
                <a:cs typeface="Courier New" panose="02070309020205020404" pitchFamily="49" charset="0"/>
              </a:rPr>
              <a:t>JAVA0508.JAVA</a:t>
            </a:r>
          </a:p>
          <a:p>
            <a:r>
              <a:rPr lang="en-US" sz="2300" dirty="0">
                <a:latin typeface="Courier New" panose="02070309020205020404" pitchFamily="49" charset="0"/>
                <a:cs typeface="Courier New" panose="02070309020205020404" pitchFamily="49" charset="0"/>
              </a:rPr>
              <a:t> </a:t>
            </a:r>
          </a:p>
          <a:p>
            <a:r>
              <a:rPr lang="en-US" sz="2300" dirty="0">
                <a:latin typeface="Courier New" panose="02070309020205020404" pitchFamily="49" charset="0"/>
                <a:cs typeface="Courier New" panose="02070309020205020404" pitchFamily="49" charset="0"/>
              </a:rPr>
              <a:t>1  2  3  4  5  6  7  8  9  10  11  12  13  14  15</a:t>
            </a:r>
          </a:p>
          <a:p>
            <a:endParaRPr lang="en-US" sz="2300" spc="-10" dirty="0" smtClean="0">
              <a:latin typeface="Courier New" panose="02070309020205020404" pitchFamily="49" charset="0"/>
              <a:cs typeface="Courier New" panose="02070309020205020404" pitchFamily="49" charset="0"/>
            </a:endParaRPr>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to="" calcmode="lin" valueType="num">
                                      <p:cBhvr>
                                        <p:cTn id="7" dur="1" fill="hold"/>
                                        <p:tgtEl>
                                          <p:spTgt spid="5"/>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0" y="0"/>
            <a:ext cx="9144000" cy="1219200"/>
          </a:xfrm>
        </p:spPr>
        <p:txBody>
          <a:bodyPr/>
          <a:lstStyle/>
          <a:p>
            <a:r>
              <a:rPr lang="en-US" sz="5100" b="1" smtClean="0">
                <a:latin typeface="Arial Narrow" pitchFamily="34" charset="0"/>
              </a:rPr>
              <a:t>Defining the Loop Control Variable</a:t>
            </a:r>
          </a:p>
        </p:txBody>
      </p:sp>
      <p:sp>
        <p:nvSpPr>
          <p:cNvPr id="59395" name="Text Box 3"/>
          <p:cNvSpPr txBox="1">
            <a:spLocks noChangeArrowheads="1"/>
          </p:cNvSpPr>
          <p:nvPr/>
        </p:nvSpPr>
        <p:spPr bwMode="auto">
          <a:xfrm>
            <a:off x="228600" y="1401763"/>
            <a:ext cx="8686800" cy="5262562"/>
          </a:xfrm>
          <a:prstGeom prst="rect">
            <a:avLst/>
          </a:prstGeom>
          <a:solidFill>
            <a:srgbClr val="00FFCC"/>
          </a:solidFill>
          <a:ln w="57150">
            <a:solidFill>
              <a:schemeClr val="tx1"/>
            </a:solidFill>
            <a:miter lim="800000"/>
            <a:headEnd/>
            <a:tailEnd/>
          </a:ln>
        </p:spPr>
        <p:txBody>
          <a:bodyPr>
            <a:spAutoFit/>
          </a:bodyPr>
          <a:lstStyle>
            <a:lvl1pPr eaLnBrk="0" hangingPunct="0">
              <a:tabLst>
                <a:tab pos="633413" algn="l"/>
              </a:tabLst>
              <a:defRPr sz="1900" b="1">
                <a:solidFill>
                  <a:schemeClr val="tx1"/>
                </a:solidFill>
                <a:latin typeface="Arial Black" pitchFamily="34" charset="0"/>
              </a:defRPr>
            </a:lvl1pPr>
            <a:lvl2pPr marL="742950" indent="-285750" eaLnBrk="0" hangingPunct="0">
              <a:tabLst>
                <a:tab pos="633413" algn="l"/>
              </a:tabLst>
              <a:defRPr sz="1900" b="1">
                <a:solidFill>
                  <a:schemeClr val="tx1"/>
                </a:solidFill>
                <a:latin typeface="Arial Black" pitchFamily="34" charset="0"/>
              </a:defRPr>
            </a:lvl2pPr>
            <a:lvl3pPr marL="1143000" indent="-228600" eaLnBrk="0" hangingPunct="0">
              <a:tabLst>
                <a:tab pos="633413" algn="l"/>
              </a:tabLst>
              <a:defRPr sz="1900" b="1">
                <a:solidFill>
                  <a:schemeClr val="tx1"/>
                </a:solidFill>
                <a:latin typeface="Arial Black" pitchFamily="34" charset="0"/>
              </a:defRPr>
            </a:lvl3pPr>
            <a:lvl4pPr marL="1600200" indent="-228600" eaLnBrk="0" hangingPunct="0">
              <a:tabLst>
                <a:tab pos="633413" algn="l"/>
              </a:tabLst>
              <a:defRPr sz="1900" b="1">
                <a:solidFill>
                  <a:schemeClr val="tx1"/>
                </a:solidFill>
                <a:latin typeface="Arial Black" pitchFamily="34" charset="0"/>
              </a:defRPr>
            </a:lvl4pPr>
            <a:lvl5pPr marL="2057400" indent="-228600" eaLnBrk="0" hangingPunct="0">
              <a:tabLst>
                <a:tab pos="633413"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633413"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633413"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633413"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633413" algn="l"/>
              </a:tabLst>
              <a:defRPr sz="1900" b="1">
                <a:solidFill>
                  <a:schemeClr val="tx1"/>
                </a:solidFill>
                <a:latin typeface="Arial Black" pitchFamily="34" charset="0"/>
              </a:defRPr>
            </a:lvl9pPr>
          </a:lstStyle>
          <a:p>
            <a:r>
              <a:rPr lang="en-US" sz="2800" u="sng">
                <a:latin typeface="Arial" charset="0"/>
              </a:rPr>
              <a:t>Before the loop heading  (not used much)</a:t>
            </a:r>
            <a:endParaRPr lang="en-US" sz="2800">
              <a:latin typeface="Arial" charset="0"/>
            </a:endParaRPr>
          </a:p>
          <a:p>
            <a:r>
              <a:rPr lang="en-US" sz="2800">
                <a:latin typeface="Arial" charset="0"/>
              </a:rPr>
              <a:t> </a:t>
            </a:r>
          </a:p>
          <a:p>
            <a:endParaRPr lang="en-US" sz="2800">
              <a:latin typeface="Arial" charset="0"/>
            </a:endParaRPr>
          </a:p>
          <a:p>
            <a:endParaRPr lang="en-US" sz="2800">
              <a:latin typeface="Arial" charset="0"/>
            </a:endParaRPr>
          </a:p>
          <a:p>
            <a:endParaRPr lang="en-US" sz="2800">
              <a:latin typeface="Arial" charset="0"/>
            </a:endParaRPr>
          </a:p>
          <a:p>
            <a:endParaRPr lang="en-US" sz="2800">
              <a:latin typeface="Arial" charset="0"/>
            </a:endParaRPr>
          </a:p>
          <a:p>
            <a:endParaRPr lang="en-US" sz="2800" u="sng">
              <a:latin typeface="Arial" charset="0"/>
            </a:endParaRPr>
          </a:p>
          <a:p>
            <a:r>
              <a:rPr lang="en-US" sz="2800" u="sng">
                <a:latin typeface="Arial" charset="0"/>
              </a:rPr>
              <a:t>Inside the loop heading  (preferred approach)</a:t>
            </a:r>
            <a:endParaRPr lang="en-US" sz="2800">
              <a:latin typeface="Arial" charset="0"/>
            </a:endParaRPr>
          </a:p>
          <a:p>
            <a:endParaRPr lang="en-US" sz="2800">
              <a:latin typeface="Arial" charset="0"/>
            </a:endParaRPr>
          </a:p>
          <a:p>
            <a:endParaRPr lang="en-US" sz="2800">
              <a:latin typeface="Arial" charset="0"/>
            </a:endParaRPr>
          </a:p>
          <a:p>
            <a:endParaRPr lang="en-US" sz="2800">
              <a:latin typeface="Arial" charset="0"/>
            </a:endParaRPr>
          </a:p>
          <a:p>
            <a:endParaRPr lang="en-US" sz="2800">
              <a:latin typeface="Arial" charset="0"/>
            </a:endParaRPr>
          </a:p>
        </p:txBody>
      </p:sp>
      <p:sp>
        <p:nvSpPr>
          <p:cNvPr id="59396" name="Text Box 3"/>
          <p:cNvSpPr txBox="1">
            <a:spLocks noChangeArrowheads="1"/>
          </p:cNvSpPr>
          <p:nvPr/>
        </p:nvSpPr>
        <p:spPr bwMode="auto">
          <a:xfrm>
            <a:off x="457200" y="2103438"/>
            <a:ext cx="8229600" cy="1858962"/>
          </a:xfrm>
          <a:prstGeom prst="rect">
            <a:avLst/>
          </a:prstGeom>
          <a:solidFill>
            <a:srgbClr val="FFFF99"/>
          </a:solidFill>
          <a:ln w="57150">
            <a:solidFill>
              <a:schemeClr val="tx1"/>
            </a:solidFill>
            <a:miter lim="800000"/>
            <a:headEnd/>
            <a:tailEnd/>
          </a:ln>
        </p:spPr>
        <p:txBody>
          <a:bodyPr>
            <a:spAutoFit/>
          </a:bodyPr>
          <a:lstStyle>
            <a:lvl1pPr eaLnBrk="0" hangingPunct="0">
              <a:tabLst>
                <a:tab pos="633413" algn="l"/>
              </a:tabLst>
              <a:defRPr sz="1900" b="1">
                <a:solidFill>
                  <a:schemeClr val="tx1"/>
                </a:solidFill>
                <a:latin typeface="Arial Black" pitchFamily="34" charset="0"/>
              </a:defRPr>
            </a:lvl1pPr>
            <a:lvl2pPr marL="742950" indent="-285750" eaLnBrk="0" hangingPunct="0">
              <a:tabLst>
                <a:tab pos="633413" algn="l"/>
              </a:tabLst>
              <a:defRPr sz="1900" b="1">
                <a:solidFill>
                  <a:schemeClr val="tx1"/>
                </a:solidFill>
                <a:latin typeface="Arial Black" pitchFamily="34" charset="0"/>
              </a:defRPr>
            </a:lvl2pPr>
            <a:lvl3pPr marL="1143000" indent="-228600" eaLnBrk="0" hangingPunct="0">
              <a:tabLst>
                <a:tab pos="633413" algn="l"/>
              </a:tabLst>
              <a:defRPr sz="1900" b="1">
                <a:solidFill>
                  <a:schemeClr val="tx1"/>
                </a:solidFill>
                <a:latin typeface="Arial Black" pitchFamily="34" charset="0"/>
              </a:defRPr>
            </a:lvl3pPr>
            <a:lvl4pPr marL="1600200" indent="-228600" eaLnBrk="0" hangingPunct="0">
              <a:tabLst>
                <a:tab pos="633413" algn="l"/>
              </a:tabLst>
              <a:defRPr sz="1900" b="1">
                <a:solidFill>
                  <a:schemeClr val="tx1"/>
                </a:solidFill>
                <a:latin typeface="Arial Black" pitchFamily="34" charset="0"/>
              </a:defRPr>
            </a:lvl4pPr>
            <a:lvl5pPr marL="2057400" indent="-228600" eaLnBrk="0" hangingPunct="0">
              <a:tabLst>
                <a:tab pos="633413"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633413"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633413"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633413"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633413" algn="l"/>
              </a:tabLst>
              <a:defRPr sz="1900" b="1">
                <a:solidFill>
                  <a:schemeClr val="tx1"/>
                </a:solidFill>
                <a:latin typeface="Arial Black" pitchFamily="34" charset="0"/>
              </a:defRPr>
            </a:lvl9pPr>
          </a:lstStyle>
          <a:p>
            <a:r>
              <a:rPr lang="en-US" sz="2800" b="0">
                <a:cs typeface="Courier New" pitchFamily="49" charset="0"/>
              </a:rPr>
              <a:t>int k;</a:t>
            </a:r>
          </a:p>
          <a:p>
            <a:r>
              <a:rPr lang="en-US" sz="2800">
                <a:latin typeface="Courier New" pitchFamily="49" charset="0"/>
                <a:cs typeface="Courier New" pitchFamily="49" charset="0"/>
              </a:rPr>
              <a:t>for (k = 1; k &lt;= 10; k++) </a:t>
            </a:r>
          </a:p>
          <a:p>
            <a:pPr>
              <a:lnSpc>
                <a:spcPct val="70000"/>
              </a:lnSpc>
            </a:pPr>
            <a:r>
              <a:rPr lang="en-US" sz="2800">
                <a:latin typeface="Courier New" pitchFamily="49" charset="0"/>
                <a:cs typeface="Courier New" pitchFamily="49" charset="0"/>
              </a:rPr>
              <a:t>{		  </a:t>
            </a:r>
          </a:p>
          <a:p>
            <a:pPr>
              <a:lnSpc>
                <a:spcPct val="70000"/>
              </a:lnSpc>
            </a:pPr>
            <a:r>
              <a:rPr lang="en-US" sz="2800">
                <a:latin typeface="Courier New" pitchFamily="49" charset="0"/>
                <a:cs typeface="Courier New" pitchFamily="49" charset="0"/>
              </a:rPr>
              <a:t>	System.out.println("Hello World");</a:t>
            </a:r>
          </a:p>
          <a:p>
            <a:pPr>
              <a:lnSpc>
                <a:spcPct val="70000"/>
              </a:lnSpc>
            </a:pPr>
            <a:r>
              <a:rPr lang="en-US" sz="2800">
                <a:latin typeface="Courier New" pitchFamily="49" charset="0"/>
                <a:cs typeface="Courier New" pitchFamily="49" charset="0"/>
              </a:rPr>
              <a:t>}</a:t>
            </a:r>
          </a:p>
        </p:txBody>
      </p:sp>
      <p:sp>
        <p:nvSpPr>
          <p:cNvPr id="59397" name="Text Box 3"/>
          <p:cNvSpPr txBox="1">
            <a:spLocks noChangeArrowheads="1"/>
          </p:cNvSpPr>
          <p:nvPr/>
        </p:nvSpPr>
        <p:spPr bwMode="auto">
          <a:xfrm>
            <a:off x="457200" y="5048250"/>
            <a:ext cx="8229600" cy="1428750"/>
          </a:xfrm>
          <a:prstGeom prst="rect">
            <a:avLst/>
          </a:prstGeom>
          <a:solidFill>
            <a:srgbClr val="FFFF99"/>
          </a:solidFill>
          <a:ln w="57150">
            <a:solidFill>
              <a:schemeClr val="tx1"/>
            </a:solidFill>
            <a:miter lim="800000"/>
            <a:headEnd/>
            <a:tailEnd/>
          </a:ln>
        </p:spPr>
        <p:txBody>
          <a:bodyPr>
            <a:spAutoFit/>
          </a:bodyPr>
          <a:lstStyle>
            <a:lvl1pPr eaLnBrk="0" hangingPunct="0">
              <a:tabLst>
                <a:tab pos="633413" algn="l"/>
              </a:tabLst>
              <a:defRPr sz="1900" b="1">
                <a:solidFill>
                  <a:schemeClr val="tx1"/>
                </a:solidFill>
                <a:latin typeface="Arial Black" pitchFamily="34" charset="0"/>
              </a:defRPr>
            </a:lvl1pPr>
            <a:lvl2pPr marL="742950" indent="-285750" eaLnBrk="0" hangingPunct="0">
              <a:tabLst>
                <a:tab pos="633413" algn="l"/>
              </a:tabLst>
              <a:defRPr sz="1900" b="1">
                <a:solidFill>
                  <a:schemeClr val="tx1"/>
                </a:solidFill>
                <a:latin typeface="Arial Black" pitchFamily="34" charset="0"/>
              </a:defRPr>
            </a:lvl2pPr>
            <a:lvl3pPr marL="1143000" indent="-228600" eaLnBrk="0" hangingPunct="0">
              <a:tabLst>
                <a:tab pos="633413" algn="l"/>
              </a:tabLst>
              <a:defRPr sz="1900" b="1">
                <a:solidFill>
                  <a:schemeClr val="tx1"/>
                </a:solidFill>
                <a:latin typeface="Arial Black" pitchFamily="34" charset="0"/>
              </a:defRPr>
            </a:lvl3pPr>
            <a:lvl4pPr marL="1600200" indent="-228600" eaLnBrk="0" hangingPunct="0">
              <a:tabLst>
                <a:tab pos="633413" algn="l"/>
              </a:tabLst>
              <a:defRPr sz="1900" b="1">
                <a:solidFill>
                  <a:schemeClr val="tx1"/>
                </a:solidFill>
                <a:latin typeface="Arial Black" pitchFamily="34" charset="0"/>
              </a:defRPr>
            </a:lvl4pPr>
            <a:lvl5pPr marL="2057400" indent="-228600" eaLnBrk="0" hangingPunct="0">
              <a:tabLst>
                <a:tab pos="633413"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633413"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633413"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633413"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633413" algn="l"/>
              </a:tabLst>
              <a:defRPr sz="1900" b="1">
                <a:solidFill>
                  <a:schemeClr val="tx1"/>
                </a:solidFill>
                <a:latin typeface="Arial Black" pitchFamily="34" charset="0"/>
              </a:defRPr>
            </a:lvl9pPr>
          </a:lstStyle>
          <a:p>
            <a:r>
              <a:rPr lang="en-US" sz="2800">
                <a:latin typeface="Courier New" pitchFamily="49" charset="0"/>
                <a:cs typeface="Courier New" pitchFamily="49" charset="0"/>
              </a:rPr>
              <a:t>for (</a:t>
            </a:r>
            <a:r>
              <a:rPr lang="en-US" sz="2800">
                <a:cs typeface="Courier New" pitchFamily="49" charset="0"/>
              </a:rPr>
              <a:t>int</a:t>
            </a:r>
            <a:r>
              <a:rPr lang="en-US" sz="2800">
                <a:latin typeface="Courier New" pitchFamily="49" charset="0"/>
                <a:cs typeface="Courier New" pitchFamily="49" charset="0"/>
              </a:rPr>
              <a:t> k = 1; k &lt;= 10; k++) </a:t>
            </a:r>
          </a:p>
          <a:p>
            <a:pPr>
              <a:lnSpc>
                <a:spcPct val="70000"/>
              </a:lnSpc>
            </a:pPr>
            <a:r>
              <a:rPr lang="en-US" sz="2800">
                <a:latin typeface="Courier New" pitchFamily="49" charset="0"/>
                <a:cs typeface="Courier New" pitchFamily="49" charset="0"/>
              </a:rPr>
              <a:t>{		  </a:t>
            </a:r>
          </a:p>
          <a:p>
            <a:pPr>
              <a:lnSpc>
                <a:spcPct val="70000"/>
              </a:lnSpc>
            </a:pPr>
            <a:r>
              <a:rPr lang="en-US" sz="2800">
                <a:latin typeface="Courier New" pitchFamily="49" charset="0"/>
                <a:cs typeface="Courier New" pitchFamily="49" charset="0"/>
              </a:rPr>
              <a:t>	System.out.println("Hello World");</a:t>
            </a:r>
          </a:p>
          <a:p>
            <a:pPr>
              <a:lnSpc>
                <a:spcPct val="70000"/>
              </a:lnSpc>
            </a:pPr>
            <a:r>
              <a:rPr lang="en-US" sz="2800">
                <a:latin typeface="Courier New" pitchFamily="49" charset="0"/>
                <a:cs typeface="Courier New" pitchFamily="49" charset="0"/>
              </a:rPr>
              <a:t>}</a:t>
            </a:r>
          </a:p>
        </p:txBody>
      </p:sp>
    </p:spTree>
  </p:cSld>
  <p:clrMapOvr>
    <a:masterClrMapping/>
  </p:clrMapOvr>
  <p:timing>
    <p:tnLst>
      <p:par>
        <p:cTn xmlns:p14="http://schemas.microsoft.com/office/powerpoint/2010/mai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ext Box 2"/>
          <p:cNvSpPr txBox="1">
            <a:spLocks noChangeArrowheads="1"/>
          </p:cNvSpPr>
          <p:nvPr/>
        </p:nvSpPr>
        <p:spPr bwMode="auto">
          <a:xfrm>
            <a:off x="0" y="0"/>
            <a:ext cx="9144000" cy="6858000"/>
          </a:xfrm>
          <a:prstGeom prst="rect">
            <a:avLst/>
          </a:prstGeom>
          <a:solidFill>
            <a:srgbClr val="FFFF99"/>
          </a:solidFill>
          <a:ln w="57150">
            <a:solidFill>
              <a:schemeClr val="tx1"/>
            </a:solidFill>
            <a:miter lim="800000"/>
            <a:headEnd/>
            <a:tailEnd/>
          </a:ln>
        </p:spPr>
        <p:txBody>
          <a:bodyPr>
            <a:spAutoFit/>
          </a:bodyPr>
          <a:lstStyle>
            <a:lvl1pPr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1pPr>
            <a:lvl2pPr marL="742950" indent="-285750"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2pPr>
            <a:lvl3pPr marL="1143000" indent="-228600"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3pPr>
            <a:lvl4pPr marL="1600200" indent="-228600"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4pPr>
            <a:lvl5pPr marL="2057400" indent="-228600"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9pPr>
          </a:lstStyle>
          <a:p>
            <a:pPr eaLnBrk="1" hangingPunct="1">
              <a:lnSpc>
                <a:spcPct val="114000"/>
              </a:lnSpc>
            </a:pPr>
            <a:r>
              <a:rPr lang="en-US" sz="2000" dirty="0">
                <a:latin typeface="Times New Roman" pitchFamily="18" charset="0"/>
                <a:sym typeface="Symbol" pitchFamily="18" charset="2"/>
              </a:rPr>
              <a:t>// </a:t>
            </a:r>
            <a:r>
              <a:rPr lang="en-US" sz="2000" dirty="0" smtClean="0">
                <a:latin typeface="Times New Roman" pitchFamily="18" charset="0"/>
                <a:sym typeface="Symbol" pitchFamily="18" charset="2"/>
              </a:rPr>
              <a:t>Java0509.java</a:t>
            </a:r>
            <a:endParaRPr lang="en-US" sz="2000" dirty="0">
              <a:latin typeface="Times New Roman" pitchFamily="18" charset="0"/>
              <a:sym typeface="Symbol" pitchFamily="18" charset="2"/>
            </a:endParaRPr>
          </a:p>
          <a:p>
            <a:pPr eaLnBrk="1" hangingPunct="1">
              <a:lnSpc>
                <a:spcPct val="114000"/>
              </a:lnSpc>
            </a:pPr>
            <a:r>
              <a:rPr lang="en-US" sz="2000" dirty="0">
                <a:latin typeface="Times New Roman" pitchFamily="18" charset="0"/>
                <a:sym typeface="Symbol" pitchFamily="18" charset="2"/>
              </a:rPr>
              <a:t>// This program demonstrates how to use block structure</a:t>
            </a:r>
          </a:p>
          <a:p>
            <a:pPr eaLnBrk="1" hangingPunct="1">
              <a:lnSpc>
                <a:spcPct val="114000"/>
              </a:lnSpc>
            </a:pPr>
            <a:r>
              <a:rPr lang="en-US" sz="2000" dirty="0">
                <a:latin typeface="Times New Roman" pitchFamily="18" charset="0"/>
                <a:sym typeface="Symbol" pitchFamily="18" charset="2"/>
              </a:rPr>
              <a:t>// with a &lt;for&gt; loop control structure.</a:t>
            </a:r>
          </a:p>
          <a:p>
            <a:pPr eaLnBrk="1" hangingPunct="1">
              <a:lnSpc>
                <a:spcPct val="114000"/>
              </a:lnSpc>
            </a:pPr>
            <a:endParaRPr lang="en-US" sz="2800" dirty="0" smtClean="0">
              <a:latin typeface="Times New Roman" pitchFamily="18" charset="0"/>
              <a:sym typeface="Symbol" pitchFamily="18" charset="2"/>
            </a:endParaRPr>
          </a:p>
          <a:p>
            <a:pPr eaLnBrk="1" hangingPunct="1">
              <a:lnSpc>
                <a:spcPct val="114000"/>
              </a:lnSpc>
            </a:pPr>
            <a:r>
              <a:rPr lang="en-US" sz="2000" dirty="0" smtClean="0">
                <a:latin typeface="Times New Roman" pitchFamily="18" charset="0"/>
                <a:sym typeface="Symbol" pitchFamily="18" charset="2"/>
              </a:rPr>
              <a:t>public </a:t>
            </a:r>
            <a:r>
              <a:rPr lang="en-US" sz="2000" dirty="0">
                <a:latin typeface="Times New Roman" pitchFamily="18" charset="0"/>
                <a:sym typeface="Symbol" pitchFamily="18" charset="2"/>
              </a:rPr>
              <a:t>class </a:t>
            </a:r>
            <a:r>
              <a:rPr lang="en-US" sz="2000" dirty="0" smtClean="0">
                <a:latin typeface="Times New Roman" pitchFamily="18" charset="0"/>
                <a:sym typeface="Symbol" pitchFamily="18" charset="2"/>
              </a:rPr>
              <a:t>Java0509</a:t>
            </a:r>
            <a:endParaRPr lang="en-US" sz="2000" dirty="0">
              <a:latin typeface="Times New Roman" pitchFamily="18" charset="0"/>
              <a:sym typeface="Symbol" pitchFamily="18" charset="2"/>
            </a:endParaRPr>
          </a:p>
          <a:p>
            <a:pPr eaLnBrk="1" hangingPunct="1">
              <a:lnSpc>
                <a:spcPct val="114000"/>
              </a:lnSpc>
            </a:pPr>
            <a:r>
              <a:rPr lang="en-US" sz="2000" dirty="0">
                <a:latin typeface="Times New Roman" pitchFamily="18" charset="0"/>
                <a:sym typeface="Symbol" pitchFamily="18" charset="2"/>
              </a:rPr>
              <a:t>{</a:t>
            </a:r>
          </a:p>
          <a:p>
            <a:pPr eaLnBrk="1" hangingPunct="1">
              <a:lnSpc>
                <a:spcPct val="114000"/>
              </a:lnSpc>
            </a:pPr>
            <a:r>
              <a:rPr lang="en-US" sz="2000" dirty="0">
                <a:latin typeface="Times New Roman" pitchFamily="18" charset="0"/>
                <a:sym typeface="Symbol" pitchFamily="18" charset="2"/>
              </a:rPr>
              <a:t>	public static void main(String </a:t>
            </a:r>
            <a:r>
              <a:rPr lang="en-US" sz="2000" dirty="0" err="1">
                <a:latin typeface="Times New Roman" pitchFamily="18" charset="0"/>
                <a:sym typeface="Symbol" pitchFamily="18" charset="2"/>
              </a:rPr>
              <a:t>args</a:t>
            </a:r>
            <a:r>
              <a:rPr lang="en-US" sz="2000" dirty="0">
                <a:latin typeface="Times New Roman" pitchFamily="18" charset="0"/>
                <a:sym typeface="Symbol" pitchFamily="18" charset="2"/>
              </a:rPr>
              <a:t>[])</a:t>
            </a:r>
          </a:p>
          <a:p>
            <a:pPr eaLnBrk="1" hangingPunct="1">
              <a:lnSpc>
                <a:spcPct val="114000"/>
              </a:lnSpc>
            </a:pPr>
            <a:r>
              <a:rPr lang="en-US" sz="2000" dirty="0">
                <a:latin typeface="Times New Roman" pitchFamily="18" charset="0"/>
                <a:sym typeface="Symbol" pitchFamily="18" charset="2"/>
              </a:rPr>
              <a:t>	{</a:t>
            </a:r>
          </a:p>
          <a:p>
            <a:pPr eaLnBrk="1" hangingPunct="1">
              <a:lnSpc>
                <a:spcPct val="114000"/>
              </a:lnSpc>
            </a:pPr>
            <a:r>
              <a:rPr lang="en-US" sz="2000" dirty="0">
                <a:latin typeface="Times New Roman" pitchFamily="18" charset="0"/>
                <a:sym typeface="Symbol" pitchFamily="18" charset="2"/>
              </a:rPr>
              <a:t>		</a:t>
            </a:r>
            <a:r>
              <a:rPr lang="en-US" sz="2000" dirty="0" err="1">
                <a:latin typeface="Times New Roman" pitchFamily="18" charset="0"/>
                <a:sym typeface="Symbol" pitchFamily="18" charset="2"/>
              </a:rPr>
              <a:t>System.out.println</a:t>
            </a:r>
            <a:r>
              <a:rPr lang="en-US" sz="2000" dirty="0">
                <a:latin typeface="Times New Roman" pitchFamily="18" charset="0"/>
                <a:sym typeface="Symbol" pitchFamily="18" charset="2"/>
              </a:rPr>
              <a:t>("\</a:t>
            </a:r>
            <a:r>
              <a:rPr lang="en-US" sz="2000" dirty="0" smtClean="0">
                <a:latin typeface="Times New Roman" pitchFamily="18" charset="0"/>
                <a:sym typeface="Symbol" pitchFamily="18" charset="2"/>
              </a:rPr>
              <a:t>nJAVA0509.JAVA\n");</a:t>
            </a:r>
          </a:p>
          <a:p>
            <a:pPr eaLnBrk="1" hangingPunct="1">
              <a:lnSpc>
                <a:spcPct val="114000"/>
              </a:lnSpc>
            </a:pPr>
            <a:endParaRPr lang="en-US" sz="2000" dirty="0">
              <a:latin typeface="Times New Roman" pitchFamily="18" charset="0"/>
              <a:sym typeface="Symbol" pitchFamily="18" charset="2"/>
            </a:endParaRPr>
          </a:p>
          <a:p>
            <a:pPr eaLnBrk="1" hangingPunct="1">
              <a:lnSpc>
                <a:spcPct val="114000"/>
              </a:lnSpc>
            </a:pPr>
            <a:r>
              <a:rPr lang="en-US" sz="2000" b="0" dirty="0">
                <a:sym typeface="Symbol" pitchFamily="18" charset="2"/>
              </a:rPr>
              <a:t>		for (</a:t>
            </a:r>
            <a:r>
              <a:rPr lang="en-US" sz="2000" b="0" dirty="0" err="1">
                <a:sym typeface="Symbol" pitchFamily="18" charset="2"/>
              </a:rPr>
              <a:t>int</a:t>
            </a:r>
            <a:r>
              <a:rPr lang="en-US" sz="2000" b="0" dirty="0">
                <a:sym typeface="Symbol" pitchFamily="18" charset="2"/>
              </a:rPr>
              <a:t> k = 1; k &lt;= 5; k++)   </a:t>
            </a:r>
          </a:p>
          <a:p>
            <a:pPr eaLnBrk="1" hangingPunct="1">
              <a:lnSpc>
                <a:spcPct val="114000"/>
              </a:lnSpc>
            </a:pPr>
            <a:r>
              <a:rPr lang="en-US" sz="2000" b="0" dirty="0">
                <a:sym typeface="Symbol" pitchFamily="18" charset="2"/>
              </a:rPr>
              <a:t>		{</a:t>
            </a:r>
          </a:p>
          <a:p>
            <a:pPr eaLnBrk="1" hangingPunct="1">
              <a:lnSpc>
                <a:spcPct val="114000"/>
              </a:lnSpc>
            </a:pPr>
            <a:r>
              <a:rPr lang="en-US" sz="2000" b="0" dirty="0">
                <a:sym typeface="Symbol" pitchFamily="18" charset="2"/>
              </a:rPr>
              <a:t>			</a:t>
            </a:r>
            <a:r>
              <a:rPr lang="en-US" sz="2000" b="0" dirty="0" err="1">
                <a:sym typeface="Symbol" pitchFamily="18" charset="2"/>
              </a:rPr>
              <a:t>System.out.println</a:t>
            </a:r>
            <a:r>
              <a:rPr lang="en-US" sz="2000" b="0" dirty="0" smtClean="0">
                <a:sym typeface="Symbol" pitchFamily="18" charset="2"/>
              </a:rPr>
              <a:t>("##########################");</a:t>
            </a:r>
            <a:endParaRPr lang="en-US" sz="2000" b="0" dirty="0">
              <a:sym typeface="Symbol" pitchFamily="18" charset="2"/>
            </a:endParaRPr>
          </a:p>
          <a:p>
            <a:pPr eaLnBrk="1" hangingPunct="1">
              <a:lnSpc>
                <a:spcPct val="114000"/>
              </a:lnSpc>
            </a:pPr>
            <a:r>
              <a:rPr lang="en-US" sz="2000" b="0" dirty="0">
                <a:sym typeface="Symbol" pitchFamily="18" charset="2"/>
              </a:rPr>
              <a:t>			</a:t>
            </a:r>
            <a:r>
              <a:rPr lang="en-US" sz="2000" b="0" dirty="0" err="1">
                <a:sym typeface="Symbol" pitchFamily="18" charset="2"/>
              </a:rPr>
              <a:t>System.out.println</a:t>
            </a:r>
            <a:r>
              <a:rPr lang="en-US" sz="2000" b="0" dirty="0">
                <a:sym typeface="Symbol" pitchFamily="18" charset="2"/>
              </a:rPr>
              <a:t>("Line Number " + k);</a:t>
            </a:r>
          </a:p>
          <a:p>
            <a:pPr eaLnBrk="1" hangingPunct="1">
              <a:lnSpc>
                <a:spcPct val="114000"/>
              </a:lnSpc>
            </a:pPr>
            <a:r>
              <a:rPr lang="en-US" sz="2000" b="0" dirty="0">
                <a:sym typeface="Symbol" pitchFamily="18" charset="2"/>
              </a:rPr>
              <a:t>		}</a:t>
            </a:r>
          </a:p>
          <a:p>
            <a:pPr eaLnBrk="1" hangingPunct="1">
              <a:lnSpc>
                <a:spcPct val="114000"/>
              </a:lnSpc>
            </a:pPr>
            <a:endParaRPr lang="en-US" sz="2000" dirty="0" smtClean="0">
              <a:latin typeface="Times New Roman" pitchFamily="18" charset="0"/>
              <a:sym typeface="Symbol" pitchFamily="18" charset="2"/>
            </a:endParaRPr>
          </a:p>
          <a:p>
            <a:pPr eaLnBrk="1" hangingPunct="1">
              <a:lnSpc>
                <a:spcPct val="114000"/>
              </a:lnSpc>
            </a:pPr>
            <a:r>
              <a:rPr lang="en-US" sz="2000" dirty="0">
                <a:latin typeface="Times New Roman" pitchFamily="18" charset="0"/>
                <a:sym typeface="Symbol" pitchFamily="18" charset="2"/>
              </a:rPr>
              <a:t>		</a:t>
            </a:r>
            <a:r>
              <a:rPr lang="en-US" sz="2000" dirty="0" err="1">
                <a:latin typeface="Times New Roman" pitchFamily="18" charset="0"/>
                <a:sym typeface="Symbol" pitchFamily="18" charset="2"/>
              </a:rPr>
              <a:t>System.out.println</a:t>
            </a:r>
            <a:r>
              <a:rPr lang="en-US" sz="2000" dirty="0">
                <a:latin typeface="Times New Roman" pitchFamily="18" charset="0"/>
                <a:sym typeface="Symbol" pitchFamily="18" charset="2"/>
              </a:rPr>
              <a:t>();</a:t>
            </a:r>
          </a:p>
          <a:p>
            <a:pPr eaLnBrk="1" hangingPunct="1">
              <a:lnSpc>
                <a:spcPct val="114000"/>
              </a:lnSpc>
            </a:pPr>
            <a:r>
              <a:rPr lang="en-US" sz="2000" dirty="0">
                <a:latin typeface="Times New Roman" pitchFamily="18" charset="0"/>
                <a:sym typeface="Symbol" pitchFamily="18" charset="2"/>
              </a:rPr>
              <a:t>	}</a:t>
            </a:r>
          </a:p>
          <a:p>
            <a:pPr eaLnBrk="1" hangingPunct="1">
              <a:lnSpc>
                <a:spcPct val="114000"/>
              </a:lnSpc>
            </a:pPr>
            <a:r>
              <a:rPr lang="en-US" sz="2000" dirty="0" smtClean="0">
                <a:latin typeface="Times New Roman" pitchFamily="18" charset="0"/>
                <a:sym typeface="Symbol" pitchFamily="18" charset="2"/>
              </a:rPr>
              <a:t>}</a:t>
            </a:r>
            <a:endParaRPr lang="en-US" sz="1800" dirty="0">
              <a:latin typeface="Times New Roman" pitchFamily="18" charset="0"/>
              <a:sym typeface="Symbol" pitchFamily="18" charset="2"/>
            </a:endParaRPr>
          </a:p>
          <a:p>
            <a:pPr eaLnBrk="1" hangingPunct="1"/>
            <a:endParaRPr lang="en-US" sz="2000" dirty="0">
              <a:latin typeface="Times New Roman" pitchFamily="18" charset="0"/>
              <a:sym typeface="Symbol" pitchFamily="18" charset="2"/>
            </a:endParaRPr>
          </a:p>
        </p:txBody>
      </p:sp>
      <p:sp>
        <p:nvSpPr>
          <p:cNvPr id="5" name="TextBox 4"/>
          <p:cNvSpPr txBox="1"/>
          <p:nvPr/>
        </p:nvSpPr>
        <p:spPr>
          <a:xfrm>
            <a:off x="4800600" y="0"/>
            <a:ext cx="4343400" cy="4247317"/>
          </a:xfrm>
          <a:prstGeom prst="rect">
            <a:avLst/>
          </a:prstGeom>
          <a:solidFill>
            <a:schemeClr val="accent6">
              <a:lumMod val="20000"/>
              <a:lumOff val="80000"/>
            </a:schemeClr>
          </a:solidFill>
          <a:ln w="57150">
            <a:solidFill>
              <a:schemeClr val="tx1"/>
            </a:solidFill>
          </a:ln>
        </p:spPr>
        <p:txBody>
          <a:bodyPr wrap="square" rtlCol="0">
            <a:spAutoFit/>
          </a:bodyPr>
          <a:lstStyle/>
          <a:p>
            <a:endParaRPr lang="en-US" sz="1400" spc="-10" dirty="0" smtClean="0">
              <a:latin typeface="Courier New" panose="02070309020205020404" pitchFamily="49" charset="0"/>
              <a:cs typeface="Courier New" panose="02070309020205020404" pitchFamily="49" charset="0"/>
            </a:endParaRPr>
          </a:p>
          <a:p>
            <a:r>
              <a:rPr lang="en-US" sz="2000" dirty="0">
                <a:latin typeface="Courier New" panose="02070309020205020404" pitchFamily="49" charset="0"/>
                <a:cs typeface="Courier New" panose="02070309020205020404" pitchFamily="49" charset="0"/>
              </a:rPr>
              <a:t>JAVA0509.JAVA</a:t>
            </a:r>
          </a:p>
          <a:p>
            <a:r>
              <a:rPr lang="en-US" sz="1800" dirty="0">
                <a:latin typeface="Courier New" panose="02070309020205020404" pitchFamily="49" charset="0"/>
                <a:cs typeface="Courier New" panose="02070309020205020404" pitchFamily="49" charset="0"/>
              </a:rPr>
              <a:t> </a:t>
            </a:r>
          </a:p>
          <a:p>
            <a:r>
              <a:rPr lang="en-US" sz="2000" dirty="0">
                <a:latin typeface="Courier New" panose="02070309020205020404" pitchFamily="49" charset="0"/>
                <a:cs typeface="Courier New" panose="02070309020205020404" pitchFamily="49" charset="0"/>
              </a:rPr>
              <a:t>####################</a:t>
            </a:r>
          </a:p>
          <a:p>
            <a:r>
              <a:rPr lang="en-US" sz="2000" dirty="0">
                <a:latin typeface="Courier New" panose="02070309020205020404" pitchFamily="49" charset="0"/>
                <a:cs typeface="Courier New" panose="02070309020205020404" pitchFamily="49" charset="0"/>
              </a:rPr>
              <a:t>Line Number 1</a:t>
            </a:r>
          </a:p>
          <a:p>
            <a:r>
              <a:rPr lang="en-US" sz="2000" dirty="0">
                <a:latin typeface="Courier New" panose="02070309020205020404" pitchFamily="49" charset="0"/>
                <a:cs typeface="Courier New" panose="02070309020205020404" pitchFamily="49" charset="0"/>
              </a:rPr>
              <a:t>####################</a:t>
            </a:r>
          </a:p>
          <a:p>
            <a:r>
              <a:rPr lang="en-US" sz="2000" dirty="0">
                <a:latin typeface="Courier New" panose="02070309020205020404" pitchFamily="49" charset="0"/>
                <a:cs typeface="Courier New" panose="02070309020205020404" pitchFamily="49" charset="0"/>
              </a:rPr>
              <a:t>Line Number 2</a:t>
            </a:r>
          </a:p>
          <a:p>
            <a:r>
              <a:rPr lang="en-US" sz="2000" dirty="0">
                <a:latin typeface="Courier New" panose="02070309020205020404" pitchFamily="49" charset="0"/>
                <a:cs typeface="Courier New" panose="02070309020205020404" pitchFamily="49" charset="0"/>
              </a:rPr>
              <a:t>####################</a:t>
            </a:r>
          </a:p>
          <a:p>
            <a:r>
              <a:rPr lang="en-US" sz="2000" dirty="0">
                <a:latin typeface="Courier New" panose="02070309020205020404" pitchFamily="49" charset="0"/>
                <a:cs typeface="Courier New" panose="02070309020205020404" pitchFamily="49" charset="0"/>
              </a:rPr>
              <a:t>Line Number 3</a:t>
            </a:r>
          </a:p>
          <a:p>
            <a:r>
              <a:rPr lang="en-US" sz="2000" dirty="0">
                <a:latin typeface="Courier New" panose="02070309020205020404" pitchFamily="49" charset="0"/>
                <a:cs typeface="Courier New" panose="02070309020205020404" pitchFamily="49" charset="0"/>
              </a:rPr>
              <a:t>####################</a:t>
            </a:r>
          </a:p>
          <a:p>
            <a:r>
              <a:rPr lang="en-US" sz="2000" dirty="0">
                <a:latin typeface="Courier New" panose="02070309020205020404" pitchFamily="49" charset="0"/>
                <a:cs typeface="Courier New" panose="02070309020205020404" pitchFamily="49" charset="0"/>
              </a:rPr>
              <a:t>Line Number 4</a:t>
            </a:r>
          </a:p>
          <a:p>
            <a:r>
              <a:rPr lang="en-US" sz="2000" dirty="0">
                <a:latin typeface="Courier New" panose="02070309020205020404" pitchFamily="49" charset="0"/>
                <a:cs typeface="Courier New" panose="02070309020205020404" pitchFamily="49" charset="0"/>
              </a:rPr>
              <a:t>####################</a:t>
            </a:r>
          </a:p>
          <a:p>
            <a:r>
              <a:rPr lang="en-US" sz="2000" dirty="0">
                <a:latin typeface="Courier New" panose="02070309020205020404" pitchFamily="49" charset="0"/>
                <a:cs typeface="Courier New" panose="02070309020205020404" pitchFamily="49" charset="0"/>
              </a:rPr>
              <a:t>Line Number 5</a:t>
            </a:r>
          </a:p>
          <a:p>
            <a:endParaRPr lang="en-US" sz="1400" spc="-10" dirty="0" smtClean="0">
              <a:latin typeface="Courier New" panose="02070309020205020404" pitchFamily="49" charset="0"/>
              <a:cs typeface="Courier New" panose="02070309020205020404" pitchFamily="49" charset="0"/>
            </a:endParaRPr>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to="" calcmode="lin" valueType="num">
                                      <p:cBhvr>
                                        <p:cTn id="7" dur="1" fill="hold"/>
                                        <p:tgtEl>
                                          <p:spTgt spid="5"/>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ext Box 2"/>
          <p:cNvSpPr txBox="1">
            <a:spLocks noChangeArrowheads="1"/>
          </p:cNvSpPr>
          <p:nvPr/>
        </p:nvSpPr>
        <p:spPr bwMode="auto">
          <a:xfrm>
            <a:off x="0" y="0"/>
            <a:ext cx="9144000" cy="6859588"/>
          </a:xfrm>
          <a:prstGeom prst="rect">
            <a:avLst/>
          </a:prstGeom>
          <a:solidFill>
            <a:srgbClr val="FFFF99"/>
          </a:solidFill>
          <a:ln w="57150">
            <a:solidFill>
              <a:schemeClr val="tx1"/>
            </a:solidFill>
            <a:miter lim="800000"/>
            <a:headEnd/>
            <a:tailEnd/>
          </a:ln>
        </p:spPr>
        <p:txBody>
          <a:bodyPr>
            <a:spAutoFit/>
          </a:bodyPr>
          <a:lstStyle>
            <a:lvl1pPr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1pPr>
            <a:lvl2pPr marL="742950" indent="-285750"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2pPr>
            <a:lvl3pPr marL="1143000" indent="-228600"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3pPr>
            <a:lvl4pPr marL="1600200" indent="-228600"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4pPr>
            <a:lvl5pPr marL="2057400" indent="-228600"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9pPr>
          </a:lstStyle>
          <a:p>
            <a:pPr eaLnBrk="1" hangingPunct="1">
              <a:lnSpc>
                <a:spcPct val="90000"/>
              </a:lnSpc>
            </a:pPr>
            <a:r>
              <a:rPr lang="en-US" dirty="0">
                <a:latin typeface="Times New Roman" pitchFamily="18" charset="0"/>
                <a:sym typeface="Symbol" pitchFamily="18" charset="2"/>
              </a:rPr>
              <a:t>// </a:t>
            </a:r>
            <a:r>
              <a:rPr lang="en-US" dirty="0" smtClean="0">
                <a:latin typeface="Times New Roman" pitchFamily="18" charset="0"/>
                <a:sym typeface="Symbol" pitchFamily="18" charset="2"/>
              </a:rPr>
              <a:t>Java0519.java</a:t>
            </a:r>
            <a:endParaRPr lang="en-US" dirty="0">
              <a:latin typeface="Times New Roman" pitchFamily="18" charset="0"/>
              <a:sym typeface="Symbol" pitchFamily="18" charset="2"/>
            </a:endParaRPr>
          </a:p>
          <a:p>
            <a:pPr eaLnBrk="1" hangingPunct="1">
              <a:lnSpc>
                <a:spcPct val="90000"/>
              </a:lnSpc>
            </a:pPr>
            <a:r>
              <a:rPr lang="en-US" dirty="0">
                <a:latin typeface="Times New Roman" pitchFamily="18" charset="0"/>
                <a:sym typeface="Symbol" pitchFamily="18" charset="2"/>
              </a:rPr>
              <a:t>// This program displays various counting schemes.</a:t>
            </a:r>
          </a:p>
          <a:p>
            <a:pPr eaLnBrk="1" hangingPunct="1">
              <a:lnSpc>
                <a:spcPct val="90000"/>
              </a:lnSpc>
            </a:pPr>
            <a:r>
              <a:rPr lang="en-US" dirty="0">
                <a:latin typeface="Times New Roman" pitchFamily="18" charset="0"/>
                <a:sym typeface="Symbol" pitchFamily="18" charset="2"/>
              </a:rPr>
              <a:t>// It also demonstrates the versatility of the &lt;for&gt; loop.</a:t>
            </a:r>
          </a:p>
          <a:p>
            <a:pPr eaLnBrk="1" hangingPunct="1">
              <a:lnSpc>
                <a:spcPct val="70000"/>
              </a:lnSpc>
            </a:pPr>
            <a:endParaRPr lang="en-US" dirty="0">
              <a:latin typeface="Times New Roman" pitchFamily="18" charset="0"/>
              <a:sym typeface="Symbol" pitchFamily="18" charset="2"/>
            </a:endParaRPr>
          </a:p>
          <a:p>
            <a:pPr eaLnBrk="1" hangingPunct="1">
              <a:lnSpc>
                <a:spcPct val="90000"/>
              </a:lnSpc>
            </a:pPr>
            <a:r>
              <a:rPr lang="en-US" dirty="0">
                <a:latin typeface="Times New Roman" pitchFamily="18" charset="0"/>
                <a:sym typeface="Symbol" pitchFamily="18" charset="2"/>
              </a:rPr>
              <a:t>public class </a:t>
            </a:r>
            <a:r>
              <a:rPr lang="en-US" dirty="0" smtClean="0">
                <a:latin typeface="Times New Roman" pitchFamily="18" charset="0"/>
                <a:sym typeface="Symbol" pitchFamily="18" charset="2"/>
              </a:rPr>
              <a:t>Java0519</a:t>
            </a:r>
            <a:endParaRPr lang="en-US" dirty="0">
              <a:latin typeface="Times New Roman" pitchFamily="18" charset="0"/>
              <a:sym typeface="Symbol" pitchFamily="18" charset="2"/>
            </a:endParaRPr>
          </a:p>
          <a:p>
            <a:pPr eaLnBrk="1" hangingPunct="1">
              <a:lnSpc>
                <a:spcPct val="90000"/>
              </a:lnSpc>
            </a:pPr>
            <a:r>
              <a:rPr lang="en-US" dirty="0">
                <a:latin typeface="Times New Roman" pitchFamily="18" charset="0"/>
                <a:sym typeface="Symbol" pitchFamily="18" charset="2"/>
              </a:rPr>
              <a:t>{</a:t>
            </a:r>
          </a:p>
          <a:p>
            <a:pPr eaLnBrk="1" hangingPunct="1">
              <a:lnSpc>
                <a:spcPct val="90000"/>
              </a:lnSpc>
            </a:pPr>
            <a:r>
              <a:rPr lang="en-US" dirty="0">
                <a:latin typeface="Times New Roman" pitchFamily="18" charset="0"/>
                <a:sym typeface="Symbol" pitchFamily="18" charset="2"/>
              </a:rPr>
              <a:t>	public static void main(String </a:t>
            </a:r>
            <a:r>
              <a:rPr lang="en-US" dirty="0" err="1">
                <a:latin typeface="Times New Roman" pitchFamily="18" charset="0"/>
                <a:sym typeface="Symbol" pitchFamily="18" charset="2"/>
              </a:rPr>
              <a:t>args</a:t>
            </a:r>
            <a:r>
              <a:rPr lang="en-US" dirty="0">
                <a:latin typeface="Times New Roman" pitchFamily="18" charset="0"/>
                <a:sym typeface="Symbol" pitchFamily="18" charset="2"/>
              </a:rPr>
              <a:t>[])</a:t>
            </a:r>
          </a:p>
          <a:p>
            <a:pPr eaLnBrk="1" hangingPunct="1">
              <a:lnSpc>
                <a:spcPct val="90000"/>
              </a:lnSpc>
            </a:pPr>
            <a:r>
              <a:rPr lang="en-US" dirty="0">
                <a:latin typeface="Times New Roman" pitchFamily="18" charset="0"/>
                <a:sym typeface="Symbol" pitchFamily="18" charset="2"/>
              </a:rPr>
              <a:t>	{</a:t>
            </a:r>
          </a:p>
          <a:p>
            <a:pPr eaLnBrk="1" hangingPunct="1">
              <a:lnSpc>
                <a:spcPct val="90000"/>
              </a:lnSpc>
            </a:pPr>
            <a:r>
              <a:rPr lang="en-US" dirty="0">
                <a:latin typeface="Times New Roman" pitchFamily="18" charset="0"/>
                <a:sym typeface="Symbol" pitchFamily="18" charset="2"/>
              </a:rPr>
              <a:t>		</a:t>
            </a:r>
            <a:r>
              <a:rPr lang="en-US" dirty="0" err="1">
                <a:latin typeface="Times New Roman" pitchFamily="18" charset="0"/>
                <a:sym typeface="Symbol" pitchFamily="18" charset="2"/>
              </a:rPr>
              <a:t>System.out.println</a:t>
            </a:r>
            <a:r>
              <a:rPr lang="en-US" dirty="0">
                <a:latin typeface="Times New Roman" pitchFamily="18" charset="0"/>
                <a:sym typeface="Symbol" pitchFamily="18" charset="2"/>
              </a:rPr>
              <a:t>("\</a:t>
            </a:r>
            <a:r>
              <a:rPr lang="en-US" dirty="0" smtClean="0">
                <a:latin typeface="Times New Roman" pitchFamily="18" charset="0"/>
                <a:sym typeface="Symbol" pitchFamily="18" charset="2"/>
              </a:rPr>
              <a:t>nJAVA0519.JAVA\n</a:t>
            </a:r>
            <a:r>
              <a:rPr lang="en-US" dirty="0">
                <a:latin typeface="Times New Roman" pitchFamily="18" charset="0"/>
                <a:sym typeface="Symbol" pitchFamily="18" charset="2"/>
              </a:rPr>
              <a:t>");</a:t>
            </a:r>
          </a:p>
          <a:p>
            <a:pPr eaLnBrk="1" hangingPunct="1">
              <a:lnSpc>
                <a:spcPct val="90000"/>
              </a:lnSpc>
            </a:pPr>
            <a:r>
              <a:rPr lang="en-US" dirty="0">
                <a:latin typeface="Times New Roman" pitchFamily="18" charset="0"/>
                <a:sym typeface="Symbol" pitchFamily="18" charset="2"/>
              </a:rPr>
              <a:t>		for (</a:t>
            </a:r>
            <a:r>
              <a:rPr lang="en-US" dirty="0" err="1">
                <a:latin typeface="Times New Roman" pitchFamily="18" charset="0"/>
                <a:sym typeface="Symbol" pitchFamily="18" charset="2"/>
              </a:rPr>
              <a:t>int</a:t>
            </a:r>
            <a:r>
              <a:rPr lang="en-US" dirty="0">
                <a:latin typeface="Times New Roman" pitchFamily="18" charset="0"/>
                <a:sym typeface="Symbol" pitchFamily="18" charset="2"/>
              </a:rPr>
              <a:t> p = 1; p &lt;= 15; p++)</a:t>
            </a:r>
          </a:p>
          <a:p>
            <a:pPr eaLnBrk="1" hangingPunct="1">
              <a:lnSpc>
                <a:spcPct val="90000"/>
              </a:lnSpc>
            </a:pPr>
            <a:r>
              <a:rPr lang="en-US" dirty="0">
                <a:latin typeface="Times New Roman" pitchFamily="18" charset="0"/>
                <a:sym typeface="Symbol" pitchFamily="18" charset="2"/>
              </a:rPr>
              <a:t>	   		</a:t>
            </a:r>
            <a:r>
              <a:rPr lang="en-US" dirty="0" err="1">
                <a:latin typeface="Times New Roman" pitchFamily="18" charset="0"/>
                <a:sym typeface="Symbol" pitchFamily="18" charset="2"/>
              </a:rPr>
              <a:t>System.out.print</a:t>
            </a:r>
            <a:r>
              <a:rPr lang="en-US" dirty="0">
                <a:latin typeface="Times New Roman" pitchFamily="18" charset="0"/>
                <a:sym typeface="Symbol" pitchFamily="18" charset="2"/>
              </a:rPr>
              <a:t>(p + "  ");</a:t>
            </a:r>
          </a:p>
          <a:p>
            <a:pPr eaLnBrk="1" hangingPunct="1">
              <a:lnSpc>
                <a:spcPct val="90000"/>
              </a:lnSpc>
            </a:pPr>
            <a:r>
              <a:rPr lang="en-US" dirty="0">
                <a:latin typeface="Times New Roman" pitchFamily="18" charset="0"/>
                <a:sym typeface="Symbol" pitchFamily="18" charset="2"/>
              </a:rPr>
              <a:t>		</a:t>
            </a:r>
            <a:r>
              <a:rPr lang="en-US" dirty="0" err="1">
                <a:latin typeface="Times New Roman" pitchFamily="18" charset="0"/>
                <a:sym typeface="Symbol" pitchFamily="18" charset="2"/>
              </a:rPr>
              <a:t>System.out.println</a:t>
            </a:r>
            <a:r>
              <a:rPr lang="en-US" dirty="0" smtClean="0">
                <a:latin typeface="Times New Roman" pitchFamily="18" charset="0"/>
                <a:sym typeface="Symbol" pitchFamily="18" charset="2"/>
              </a:rPr>
              <a:t>("\n");</a:t>
            </a:r>
            <a:endParaRPr lang="en-US" dirty="0">
              <a:latin typeface="Times New Roman" pitchFamily="18" charset="0"/>
              <a:sym typeface="Symbol" pitchFamily="18" charset="2"/>
            </a:endParaRPr>
          </a:p>
          <a:p>
            <a:pPr eaLnBrk="1" hangingPunct="1">
              <a:lnSpc>
                <a:spcPct val="90000"/>
              </a:lnSpc>
            </a:pPr>
            <a:r>
              <a:rPr lang="en-US" dirty="0">
                <a:latin typeface="Times New Roman" pitchFamily="18" charset="0"/>
                <a:sym typeface="Symbol" pitchFamily="18" charset="2"/>
              </a:rPr>
              <a:t>		for (</a:t>
            </a:r>
            <a:r>
              <a:rPr lang="en-US" dirty="0" err="1">
                <a:latin typeface="Times New Roman" pitchFamily="18" charset="0"/>
                <a:sym typeface="Symbol" pitchFamily="18" charset="2"/>
              </a:rPr>
              <a:t>int</a:t>
            </a:r>
            <a:r>
              <a:rPr lang="en-US" dirty="0">
                <a:latin typeface="Times New Roman" pitchFamily="18" charset="0"/>
                <a:sym typeface="Symbol" pitchFamily="18" charset="2"/>
              </a:rPr>
              <a:t> q = 1; q &lt;= 15; q+=3)   </a:t>
            </a:r>
          </a:p>
          <a:p>
            <a:pPr eaLnBrk="1" hangingPunct="1">
              <a:lnSpc>
                <a:spcPct val="90000"/>
              </a:lnSpc>
            </a:pPr>
            <a:r>
              <a:rPr lang="en-US" dirty="0">
                <a:latin typeface="Times New Roman" pitchFamily="18" charset="0"/>
                <a:sym typeface="Symbol" pitchFamily="18" charset="2"/>
              </a:rPr>
              <a:t>			</a:t>
            </a:r>
            <a:r>
              <a:rPr lang="en-US" dirty="0" err="1">
                <a:latin typeface="Times New Roman" pitchFamily="18" charset="0"/>
                <a:sym typeface="Symbol" pitchFamily="18" charset="2"/>
              </a:rPr>
              <a:t>System.out.print</a:t>
            </a:r>
            <a:r>
              <a:rPr lang="en-US" dirty="0">
                <a:latin typeface="Times New Roman" pitchFamily="18" charset="0"/>
                <a:sym typeface="Symbol" pitchFamily="18" charset="2"/>
              </a:rPr>
              <a:t>(q + "  ");</a:t>
            </a:r>
          </a:p>
          <a:p>
            <a:pPr eaLnBrk="1" hangingPunct="1">
              <a:lnSpc>
                <a:spcPct val="90000"/>
              </a:lnSpc>
            </a:pPr>
            <a:r>
              <a:rPr lang="en-US" dirty="0">
                <a:latin typeface="Times New Roman" pitchFamily="18" charset="0"/>
                <a:sym typeface="Symbol" pitchFamily="18" charset="2"/>
              </a:rPr>
              <a:t>		</a:t>
            </a:r>
            <a:r>
              <a:rPr lang="en-US" dirty="0" err="1">
                <a:latin typeface="Times New Roman" pitchFamily="18" charset="0"/>
                <a:sym typeface="Symbol" pitchFamily="18" charset="2"/>
              </a:rPr>
              <a:t>System.out.println</a:t>
            </a:r>
            <a:r>
              <a:rPr lang="en-US" dirty="0">
                <a:latin typeface="Times New Roman" pitchFamily="18" charset="0"/>
                <a:sym typeface="Symbol" pitchFamily="18" charset="2"/>
              </a:rPr>
              <a:t>("\n");</a:t>
            </a:r>
          </a:p>
          <a:p>
            <a:pPr eaLnBrk="1" hangingPunct="1">
              <a:lnSpc>
                <a:spcPct val="90000"/>
              </a:lnSpc>
            </a:pPr>
            <a:r>
              <a:rPr lang="en-US" dirty="0">
                <a:latin typeface="Times New Roman" pitchFamily="18" charset="0"/>
                <a:sym typeface="Symbol" pitchFamily="18" charset="2"/>
              </a:rPr>
              <a:t>		for (</a:t>
            </a:r>
            <a:r>
              <a:rPr lang="en-US" dirty="0" err="1">
                <a:latin typeface="Times New Roman" pitchFamily="18" charset="0"/>
                <a:sym typeface="Symbol" pitchFamily="18" charset="2"/>
              </a:rPr>
              <a:t>int</a:t>
            </a:r>
            <a:r>
              <a:rPr lang="en-US" dirty="0">
                <a:latin typeface="Times New Roman" pitchFamily="18" charset="0"/>
                <a:sym typeface="Symbol" pitchFamily="18" charset="2"/>
              </a:rPr>
              <a:t> r = 15; r &gt;= 1; r--)   </a:t>
            </a:r>
          </a:p>
          <a:p>
            <a:pPr eaLnBrk="1" hangingPunct="1">
              <a:lnSpc>
                <a:spcPct val="90000"/>
              </a:lnSpc>
            </a:pPr>
            <a:r>
              <a:rPr lang="en-US" dirty="0">
                <a:latin typeface="Times New Roman" pitchFamily="18" charset="0"/>
                <a:sym typeface="Symbol" pitchFamily="18" charset="2"/>
              </a:rPr>
              <a:t>			</a:t>
            </a:r>
            <a:r>
              <a:rPr lang="en-US" dirty="0" err="1">
                <a:latin typeface="Times New Roman" pitchFamily="18" charset="0"/>
                <a:sym typeface="Symbol" pitchFamily="18" charset="2"/>
              </a:rPr>
              <a:t>System.out.print</a:t>
            </a:r>
            <a:r>
              <a:rPr lang="en-US" dirty="0">
                <a:latin typeface="Times New Roman" pitchFamily="18" charset="0"/>
                <a:sym typeface="Symbol" pitchFamily="18" charset="2"/>
              </a:rPr>
              <a:t>(r + "  ");</a:t>
            </a:r>
          </a:p>
          <a:p>
            <a:pPr eaLnBrk="1" hangingPunct="1">
              <a:lnSpc>
                <a:spcPct val="90000"/>
              </a:lnSpc>
            </a:pPr>
            <a:r>
              <a:rPr lang="en-US" dirty="0">
                <a:latin typeface="Times New Roman" pitchFamily="18" charset="0"/>
                <a:sym typeface="Symbol" pitchFamily="18" charset="2"/>
              </a:rPr>
              <a:t>		</a:t>
            </a:r>
            <a:r>
              <a:rPr lang="en-US" dirty="0" err="1">
                <a:latin typeface="Times New Roman" pitchFamily="18" charset="0"/>
                <a:sym typeface="Symbol" pitchFamily="18" charset="2"/>
              </a:rPr>
              <a:t>System.out.println</a:t>
            </a:r>
            <a:r>
              <a:rPr lang="en-US" dirty="0">
                <a:latin typeface="Times New Roman" pitchFamily="18" charset="0"/>
                <a:sym typeface="Symbol" pitchFamily="18" charset="2"/>
              </a:rPr>
              <a:t>("\n");</a:t>
            </a:r>
          </a:p>
          <a:p>
            <a:pPr eaLnBrk="1" hangingPunct="1">
              <a:lnSpc>
                <a:spcPct val="90000"/>
              </a:lnSpc>
            </a:pPr>
            <a:r>
              <a:rPr lang="en-US" dirty="0">
                <a:latin typeface="Times New Roman" pitchFamily="18" charset="0"/>
                <a:sym typeface="Symbol" pitchFamily="18" charset="2"/>
              </a:rPr>
              <a:t>		for (double s = 0; s &lt;= 3; s+=0.5)   </a:t>
            </a:r>
          </a:p>
          <a:p>
            <a:pPr eaLnBrk="1" hangingPunct="1">
              <a:lnSpc>
                <a:spcPct val="90000"/>
              </a:lnSpc>
            </a:pPr>
            <a:r>
              <a:rPr lang="en-US" dirty="0">
                <a:latin typeface="Times New Roman" pitchFamily="18" charset="0"/>
                <a:sym typeface="Symbol" pitchFamily="18" charset="2"/>
              </a:rPr>
              <a:t>			</a:t>
            </a:r>
            <a:r>
              <a:rPr lang="en-US" dirty="0" err="1">
                <a:latin typeface="Times New Roman" pitchFamily="18" charset="0"/>
                <a:sym typeface="Symbol" pitchFamily="18" charset="2"/>
              </a:rPr>
              <a:t>System.out.print</a:t>
            </a:r>
            <a:r>
              <a:rPr lang="en-US" dirty="0">
                <a:latin typeface="Times New Roman" pitchFamily="18" charset="0"/>
                <a:sym typeface="Symbol" pitchFamily="18" charset="2"/>
              </a:rPr>
              <a:t>(s + "  ");</a:t>
            </a:r>
          </a:p>
          <a:p>
            <a:pPr eaLnBrk="1" hangingPunct="1">
              <a:lnSpc>
                <a:spcPct val="90000"/>
              </a:lnSpc>
            </a:pPr>
            <a:r>
              <a:rPr lang="en-US" dirty="0">
                <a:latin typeface="Times New Roman" pitchFamily="18" charset="0"/>
                <a:sym typeface="Symbol" pitchFamily="18" charset="2"/>
              </a:rPr>
              <a:t>		</a:t>
            </a:r>
            <a:r>
              <a:rPr lang="en-US" dirty="0" err="1">
                <a:latin typeface="Times New Roman" pitchFamily="18" charset="0"/>
                <a:sym typeface="Symbol" pitchFamily="18" charset="2"/>
              </a:rPr>
              <a:t>System.out.println</a:t>
            </a:r>
            <a:r>
              <a:rPr lang="en-US" dirty="0">
                <a:latin typeface="Times New Roman" pitchFamily="18" charset="0"/>
                <a:sym typeface="Symbol" pitchFamily="18" charset="2"/>
              </a:rPr>
              <a:t>("\n");</a:t>
            </a:r>
          </a:p>
          <a:p>
            <a:pPr eaLnBrk="1" hangingPunct="1">
              <a:lnSpc>
                <a:spcPct val="90000"/>
              </a:lnSpc>
            </a:pPr>
            <a:r>
              <a:rPr lang="en-US" dirty="0">
                <a:latin typeface="Times New Roman" pitchFamily="18" charset="0"/>
                <a:sym typeface="Symbol" pitchFamily="18" charset="2"/>
              </a:rPr>
              <a:t>		for (char t = 'A'; t &lt;= 'Z'; t++)</a:t>
            </a:r>
          </a:p>
          <a:p>
            <a:pPr eaLnBrk="1" hangingPunct="1">
              <a:lnSpc>
                <a:spcPct val="90000"/>
              </a:lnSpc>
            </a:pPr>
            <a:r>
              <a:rPr lang="en-US" dirty="0">
                <a:latin typeface="Times New Roman" pitchFamily="18" charset="0"/>
                <a:sym typeface="Symbol" pitchFamily="18" charset="2"/>
              </a:rPr>
              <a:t>			</a:t>
            </a:r>
            <a:r>
              <a:rPr lang="en-US" dirty="0" err="1">
                <a:latin typeface="Times New Roman" pitchFamily="18" charset="0"/>
                <a:sym typeface="Symbol" pitchFamily="18" charset="2"/>
              </a:rPr>
              <a:t>System.out.print</a:t>
            </a:r>
            <a:r>
              <a:rPr lang="en-US" dirty="0">
                <a:latin typeface="Times New Roman" pitchFamily="18" charset="0"/>
                <a:sym typeface="Symbol" pitchFamily="18" charset="2"/>
              </a:rPr>
              <a:t>(t + "  ");</a:t>
            </a:r>
          </a:p>
          <a:p>
            <a:pPr eaLnBrk="1" hangingPunct="1">
              <a:lnSpc>
                <a:spcPct val="90000"/>
              </a:lnSpc>
            </a:pPr>
            <a:r>
              <a:rPr lang="en-US" dirty="0">
                <a:latin typeface="Times New Roman" pitchFamily="18" charset="0"/>
                <a:sym typeface="Symbol" pitchFamily="18" charset="2"/>
              </a:rPr>
              <a:t>		</a:t>
            </a:r>
            <a:r>
              <a:rPr lang="en-US" dirty="0" err="1">
                <a:latin typeface="Times New Roman" pitchFamily="18" charset="0"/>
                <a:sym typeface="Symbol" pitchFamily="18" charset="2"/>
              </a:rPr>
              <a:t>System.out.println</a:t>
            </a:r>
            <a:r>
              <a:rPr lang="en-US" dirty="0">
                <a:latin typeface="Times New Roman" pitchFamily="18" charset="0"/>
                <a:sym typeface="Symbol" pitchFamily="18" charset="2"/>
              </a:rPr>
              <a:t>("\n\n");</a:t>
            </a:r>
          </a:p>
          <a:p>
            <a:pPr eaLnBrk="1" hangingPunct="1">
              <a:lnSpc>
                <a:spcPct val="90000"/>
              </a:lnSpc>
            </a:pPr>
            <a:r>
              <a:rPr lang="en-US" dirty="0">
                <a:latin typeface="Times New Roman" pitchFamily="18" charset="0"/>
                <a:sym typeface="Symbol" pitchFamily="18" charset="2"/>
              </a:rPr>
              <a:t>	}</a:t>
            </a:r>
          </a:p>
          <a:p>
            <a:pPr eaLnBrk="1" hangingPunct="1">
              <a:lnSpc>
                <a:spcPct val="90000"/>
              </a:lnSpc>
            </a:pPr>
            <a:r>
              <a:rPr lang="en-US" dirty="0">
                <a:latin typeface="Times New Roman" pitchFamily="18" charset="0"/>
                <a:sym typeface="Symbol" pitchFamily="18" charset="2"/>
              </a:rPr>
              <a:t>}</a:t>
            </a:r>
          </a:p>
        </p:txBody>
      </p:sp>
      <p:sp>
        <p:nvSpPr>
          <p:cNvPr id="5" name="Text Box 7"/>
          <p:cNvSpPr txBox="1">
            <a:spLocks noChangeArrowheads="1"/>
          </p:cNvSpPr>
          <p:nvPr/>
        </p:nvSpPr>
        <p:spPr bwMode="auto">
          <a:xfrm>
            <a:off x="4800600" y="2536825"/>
            <a:ext cx="4114800" cy="4092575"/>
          </a:xfrm>
          <a:prstGeom prst="rect">
            <a:avLst/>
          </a:prstGeom>
          <a:solidFill>
            <a:srgbClr val="FF99CC"/>
          </a:solidFill>
          <a:ln w="57150">
            <a:solidFill>
              <a:schemeClr val="tx1"/>
            </a:solidFill>
            <a:miter lim="800000"/>
            <a:headEnd/>
            <a:tailEnd/>
          </a:ln>
        </p:spPr>
        <p:txBody>
          <a:bodyPr>
            <a:spAutoFit/>
          </a:bodyPr>
          <a:lstStyle>
            <a:lvl1pPr eaLnBrk="0" hangingPunct="0">
              <a:tabLst>
                <a:tab pos="457200" algn="l"/>
                <a:tab pos="914400" algn="l"/>
                <a:tab pos="1143000" algn="l"/>
                <a:tab pos="1371600" algn="l"/>
                <a:tab pos="1660525" algn="l"/>
                <a:tab pos="2286000" algn="l"/>
                <a:tab pos="2636838" algn="l"/>
              </a:tabLst>
              <a:defRPr sz="1900" b="1">
                <a:solidFill>
                  <a:schemeClr val="tx1"/>
                </a:solidFill>
                <a:latin typeface="Arial Black" pitchFamily="34" charset="0"/>
              </a:defRPr>
            </a:lvl1pPr>
            <a:lvl2pPr marL="742950" indent="-285750" eaLnBrk="0" hangingPunct="0">
              <a:tabLst>
                <a:tab pos="457200" algn="l"/>
                <a:tab pos="914400" algn="l"/>
                <a:tab pos="1143000" algn="l"/>
                <a:tab pos="1371600" algn="l"/>
                <a:tab pos="1660525" algn="l"/>
                <a:tab pos="2286000" algn="l"/>
                <a:tab pos="2636838" algn="l"/>
              </a:tabLst>
              <a:defRPr sz="1900" b="1">
                <a:solidFill>
                  <a:schemeClr val="tx1"/>
                </a:solidFill>
                <a:latin typeface="Arial Black" pitchFamily="34" charset="0"/>
              </a:defRPr>
            </a:lvl2pPr>
            <a:lvl3pPr marL="1143000" indent="-228600" eaLnBrk="0" hangingPunct="0">
              <a:tabLst>
                <a:tab pos="457200" algn="l"/>
                <a:tab pos="914400" algn="l"/>
                <a:tab pos="1143000" algn="l"/>
                <a:tab pos="1371600" algn="l"/>
                <a:tab pos="1660525" algn="l"/>
                <a:tab pos="2286000" algn="l"/>
                <a:tab pos="2636838" algn="l"/>
              </a:tabLst>
              <a:defRPr sz="1900" b="1">
                <a:solidFill>
                  <a:schemeClr val="tx1"/>
                </a:solidFill>
                <a:latin typeface="Arial Black" pitchFamily="34" charset="0"/>
              </a:defRPr>
            </a:lvl3pPr>
            <a:lvl4pPr marL="1600200" indent="-228600" eaLnBrk="0" hangingPunct="0">
              <a:tabLst>
                <a:tab pos="457200" algn="l"/>
                <a:tab pos="914400" algn="l"/>
                <a:tab pos="1143000" algn="l"/>
                <a:tab pos="1371600" algn="l"/>
                <a:tab pos="1660525" algn="l"/>
                <a:tab pos="2286000" algn="l"/>
                <a:tab pos="2636838" algn="l"/>
              </a:tabLst>
              <a:defRPr sz="1900" b="1">
                <a:solidFill>
                  <a:schemeClr val="tx1"/>
                </a:solidFill>
                <a:latin typeface="Arial Black" pitchFamily="34" charset="0"/>
              </a:defRPr>
            </a:lvl4pPr>
            <a:lvl5pPr marL="2057400" indent="-228600" eaLnBrk="0" hangingPunct="0">
              <a:tabLst>
                <a:tab pos="457200" algn="l"/>
                <a:tab pos="914400" algn="l"/>
                <a:tab pos="1143000" algn="l"/>
                <a:tab pos="1371600" algn="l"/>
                <a:tab pos="1660525" algn="l"/>
                <a:tab pos="2286000" algn="l"/>
                <a:tab pos="2636838"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457200" algn="l"/>
                <a:tab pos="914400" algn="l"/>
                <a:tab pos="1143000" algn="l"/>
                <a:tab pos="1371600" algn="l"/>
                <a:tab pos="1660525" algn="l"/>
                <a:tab pos="2286000" algn="l"/>
                <a:tab pos="2636838"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457200" algn="l"/>
                <a:tab pos="914400" algn="l"/>
                <a:tab pos="1143000" algn="l"/>
                <a:tab pos="1371600" algn="l"/>
                <a:tab pos="1660525" algn="l"/>
                <a:tab pos="2286000" algn="l"/>
                <a:tab pos="2636838"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457200" algn="l"/>
                <a:tab pos="914400" algn="l"/>
                <a:tab pos="1143000" algn="l"/>
                <a:tab pos="1371600" algn="l"/>
                <a:tab pos="1660525" algn="l"/>
                <a:tab pos="2286000" algn="l"/>
                <a:tab pos="2636838"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457200" algn="l"/>
                <a:tab pos="914400" algn="l"/>
                <a:tab pos="1143000" algn="l"/>
                <a:tab pos="1371600" algn="l"/>
                <a:tab pos="1660525" algn="l"/>
                <a:tab pos="2286000" algn="l"/>
                <a:tab pos="2636838" algn="l"/>
              </a:tabLst>
              <a:defRPr sz="1900" b="1">
                <a:solidFill>
                  <a:schemeClr val="tx1"/>
                </a:solidFill>
                <a:latin typeface="Arial Black" pitchFamily="34" charset="0"/>
              </a:defRPr>
            </a:lvl9pPr>
          </a:lstStyle>
          <a:p>
            <a:pPr eaLnBrk="1" hangingPunct="1">
              <a:lnSpc>
                <a:spcPct val="90000"/>
              </a:lnSpc>
            </a:pPr>
            <a:r>
              <a:rPr lang="en-US" sz="2400">
                <a:latin typeface="Arial Narrow" pitchFamily="34" charset="0"/>
                <a:sym typeface="Symbol" pitchFamily="18" charset="2"/>
              </a:rPr>
              <a:t>You do NOT always have to use </a:t>
            </a:r>
            <a:r>
              <a:rPr lang="en-US" sz="2400" b="0">
                <a:latin typeface="Arial" charset="0"/>
                <a:sym typeface="Symbol" pitchFamily="18" charset="2"/>
              </a:rPr>
              <a:t>++</a:t>
            </a:r>
            <a:r>
              <a:rPr lang="en-US" sz="2400">
                <a:latin typeface="Arial Narrow" pitchFamily="34" charset="0"/>
                <a:sym typeface="Symbol" pitchFamily="18" charset="2"/>
              </a:rPr>
              <a:t> in the 3</a:t>
            </a:r>
            <a:r>
              <a:rPr lang="en-US" sz="2400" baseline="30000">
                <a:latin typeface="Arial Narrow" pitchFamily="34" charset="0"/>
                <a:sym typeface="Symbol" pitchFamily="18" charset="2"/>
              </a:rPr>
              <a:t>rd</a:t>
            </a:r>
            <a:r>
              <a:rPr lang="en-US" sz="2400">
                <a:latin typeface="Arial Narrow" pitchFamily="34" charset="0"/>
                <a:sym typeface="Symbol" pitchFamily="18" charset="2"/>
              </a:rPr>
              <a:t> part of a </a:t>
            </a:r>
            <a:r>
              <a:rPr lang="en-US" sz="2400" b="0">
                <a:sym typeface="Symbol" pitchFamily="18" charset="2"/>
              </a:rPr>
              <a:t>for</a:t>
            </a:r>
            <a:r>
              <a:rPr lang="en-US" sz="2400" b="0" i="1">
                <a:latin typeface="Arial" charset="0"/>
                <a:sym typeface="Symbol" pitchFamily="18" charset="2"/>
              </a:rPr>
              <a:t> </a:t>
            </a:r>
            <a:r>
              <a:rPr lang="en-US" sz="2400">
                <a:latin typeface="Arial Narrow" pitchFamily="34" charset="0"/>
                <a:sym typeface="Symbol" pitchFamily="18" charset="2"/>
              </a:rPr>
              <a:t> loop.</a:t>
            </a:r>
          </a:p>
          <a:p>
            <a:pPr eaLnBrk="1" hangingPunct="1">
              <a:lnSpc>
                <a:spcPct val="90000"/>
              </a:lnSpc>
            </a:pPr>
            <a:endParaRPr lang="en-US" sz="2400">
              <a:latin typeface="Arial Narrow" pitchFamily="34" charset="0"/>
              <a:sym typeface="Symbol" pitchFamily="18" charset="2"/>
            </a:endParaRPr>
          </a:p>
          <a:p>
            <a:pPr eaLnBrk="1" hangingPunct="1">
              <a:lnSpc>
                <a:spcPct val="90000"/>
              </a:lnSpc>
            </a:pPr>
            <a:r>
              <a:rPr lang="en-US" sz="2400">
                <a:latin typeface="Arial Narrow" pitchFamily="34" charset="0"/>
                <a:sym typeface="Symbol" pitchFamily="18" charset="2"/>
              </a:rPr>
              <a:t>You can count by any amount. </a:t>
            </a:r>
          </a:p>
          <a:p>
            <a:pPr eaLnBrk="1" hangingPunct="1">
              <a:lnSpc>
                <a:spcPct val="90000"/>
              </a:lnSpc>
            </a:pPr>
            <a:endParaRPr lang="en-US" sz="2400">
              <a:latin typeface="Arial Narrow" pitchFamily="34" charset="0"/>
              <a:sym typeface="Symbol" pitchFamily="18" charset="2"/>
            </a:endParaRPr>
          </a:p>
          <a:p>
            <a:pPr eaLnBrk="1" hangingPunct="1">
              <a:lnSpc>
                <a:spcPct val="90000"/>
              </a:lnSpc>
            </a:pPr>
            <a:r>
              <a:rPr lang="en-US" sz="2400">
                <a:latin typeface="Arial Narrow" pitchFamily="34" charset="0"/>
                <a:sym typeface="Symbol" pitchFamily="18" charset="2"/>
              </a:rPr>
              <a:t>You can count backwards.  </a:t>
            </a:r>
          </a:p>
          <a:p>
            <a:pPr eaLnBrk="1" hangingPunct="1">
              <a:lnSpc>
                <a:spcPct val="90000"/>
              </a:lnSpc>
            </a:pPr>
            <a:endParaRPr lang="en-US" sz="2400">
              <a:latin typeface="Arial Narrow" pitchFamily="34" charset="0"/>
              <a:sym typeface="Symbol" pitchFamily="18" charset="2"/>
            </a:endParaRPr>
          </a:p>
          <a:p>
            <a:pPr eaLnBrk="1" hangingPunct="1">
              <a:lnSpc>
                <a:spcPct val="90000"/>
              </a:lnSpc>
            </a:pPr>
            <a:r>
              <a:rPr lang="en-US" sz="2400">
                <a:latin typeface="Arial Narrow" pitchFamily="34" charset="0"/>
                <a:sym typeface="Symbol" pitchFamily="18" charset="2"/>
              </a:rPr>
              <a:t>You can count by fractional amounts.  </a:t>
            </a:r>
          </a:p>
          <a:p>
            <a:pPr eaLnBrk="1" hangingPunct="1">
              <a:lnSpc>
                <a:spcPct val="90000"/>
              </a:lnSpc>
            </a:pPr>
            <a:endParaRPr lang="en-US" sz="2400">
              <a:latin typeface="Arial Narrow" pitchFamily="34" charset="0"/>
              <a:sym typeface="Symbol" pitchFamily="18" charset="2"/>
            </a:endParaRPr>
          </a:p>
          <a:p>
            <a:pPr eaLnBrk="1" hangingPunct="1">
              <a:lnSpc>
                <a:spcPct val="90000"/>
              </a:lnSpc>
            </a:pPr>
            <a:r>
              <a:rPr lang="en-US" sz="2400">
                <a:latin typeface="Arial Narrow" pitchFamily="34" charset="0"/>
                <a:sym typeface="Symbol" pitchFamily="18" charset="2"/>
              </a:rPr>
              <a:t>You can even count with characters.</a:t>
            </a:r>
          </a:p>
        </p:txBody>
      </p:sp>
      <p:sp>
        <p:nvSpPr>
          <p:cNvPr id="6" name="TextBox 5"/>
          <p:cNvSpPr txBox="1"/>
          <p:nvPr/>
        </p:nvSpPr>
        <p:spPr>
          <a:xfrm>
            <a:off x="0" y="0"/>
            <a:ext cx="9144000" cy="2308324"/>
          </a:xfrm>
          <a:prstGeom prst="rect">
            <a:avLst/>
          </a:prstGeom>
          <a:solidFill>
            <a:schemeClr val="accent6">
              <a:lumMod val="20000"/>
              <a:lumOff val="80000"/>
            </a:schemeClr>
          </a:solidFill>
          <a:ln w="57150">
            <a:solidFill>
              <a:schemeClr val="tx1"/>
            </a:solidFill>
          </a:ln>
        </p:spPr>
        <p:txBody>
          <a:bodyPr wrap="square" rtlCol="0">
            <a:spAutoFit/>
          </a:bodyPr>
          <a:lstStyle/>
          <a:p>
            <a:r>
              <a:rPr lang="en-US" sz="1500" dirty="0" smtClean="0">
                <a:latin typeface="Courier New" panose="02070309020205020404" pitchFamily="49" charset="0"/>
                <a:cs typeface="Courier New" panose="02070309020205020404" pitchFamily="49" charset="0"/>
              </a:rPr>
              <a:t>JAVA0510.JAVA</a:t>
            </a:r>
            <a:endParaRPr lang="en-US" sz="1500" dirty="0">
              <a:latin typeface="Courier New" panose="02070309020205020404" pitchFamily="49" charset="0"/>
              <a:cs typeface="Courier New" panose="02070309020205020404" pitchFamily="49" charset="0"/>
            </a:endParaRPr>
          </a:p>
          <a:p>
            <a:r>
              <a:rPr lang="en-US" sz="1100" dirty="0">
                <a:latin typeface="Courier New" panose="02070309020205020404" pitchFamily="49" charset="0"/>
                <a:cs typeface="Courier New" panose="02070309020205020404" pitchFamily="49" charset="0"/>
              </a:rPr>
              <a:t> </a:t>
            </a:r>
          </a:p>
          <a:p>
            <a:r>
              <a:rPr lang="en-US" sz="1500" dirty="0">
                <a:latin typeface="Courier New" panose="02070309020205020404" pitchFamily="49" charset="0"/>
                <a:cs typeface="Courier New" panose="02070309020205020404" pitchFamily="49" charset="0"/>
              </a:rPr>
              <a:t>1  2  3  4  5  6  7  8  9  10  11  12  13  14  15  </a:t>
            </a:r>
          </a:p>
          <a:p>
            <a:r>
              <a:rPr lang="en-US" sz="1100" dirty="0">
                <a:latin typeface="Courier New" panose="02070309020205020404" pitchFamily="49" charset="0"/>
                <a:cs typeface="Courier New" panose="02070309020205020404" pitchFamily="49" charset="0"/>
              </a:rPr>
              <a:t> </a:t>
            </a:r>
          </a:p>
          <a:p>
            <a:r>
              <a:rPr lang="en-US" sz="1500" dirty="0">
                <a:latin typeface="Courier New" panose="02070309020205020404" pitchFamily="49" charset="0"/>
                <a:cs typeface="Courier New" panose="02070309020205020404" pitchFamily="49" charset="0"/>
              </a:rPr>
              <a:t>1  4  7  10  13  </a:t>
            </a:r>
          </a:p>
          <a:p>
            <a:r>
              <a:rPr lang="en-US" sz="1100" dirty="0">
                <a:latin typeface="Courier New" panose="02070309020205020404" pitchFamily="49" charset="0"/>
                <a:cs typeface="Courier New" panose="02070309020205020404" pitchFamily="49" charset="0"/>
              </a:rPr>
              <a:t> </a:t>
            </a:r>
          </a:p>
          <a:p>
            <a:r>
              <a:rPr lang="en-US" sz="1500" dirty="0">
                <a:latin typeface="Courier New" panose="02070309020205020404" pitchFamily="49" charset="0"/>
                <a:cs typeface="Courier New" panose="02070309020205020404" pitchFamily="49" charset="0"/>
              </a:rPr>
              <a:t>15  14  13  12  11  10  9  8  7  6  5  4  3  2  1  </a:t>
            </a:r>
          </a:p>
          <a:p>
            <a:r>
              <a:rPr lang="en-US" sz="1100" dirty="0">
                <a:latin typeface="Courier New" panose="02070309020205020404" pitchFamily="49" charset="0"/>
                <a:cs typeface="Courier New" panose="02070309020205020404" pitchFamily="49" charset="0"/>
              </a:rPr>
              <a:t> </a:t>
            </a:r>
          </a:p>
          <a:p>
            <a:r>
              <a:rPr lang="en-US" sz="1500" dirty="0">
                <a:latin typeface="Courier New" panose="02070309020205020404" pitchFamily="49" charset="0"/>
                <a:cs typeface="Courier New" panose="02070309020205020404" pitchFamily="49" charset="0"/>
              </a:rPr>
              <a:t>0.0  0.5  1.0  1.5  2.0  2.5  3.0  </a:t>
            </a:r>
          </a:p>
          <a:p>
            <a:r>
              <a:rPr lang="en-US" sz="1100" dirty="0">
                <a:latin typeface="Courier New" panose="02070309020205020404" pitchFamily="49" charset="0"/>
                <a:cs typeface="Courier New" panose="02070309020205020404" pitchFamily="49" charset="0"/>
              </a:rPr>
              <a:t> </a:t>
            </a:r>
          </a:p>
          <a:p>
            <a:r>
              <a:rPr lang="en-US" sz="1500" dirty="0">
                <a:latin typeface="Courier New" panose="02070309020205020404" pitchFamily="49" charset="0"/>
                <a:cs typeface="Courier New" panose="02070309020205020404" pitchFamily="49" charset="0"/>
              </a:rPr>
              <a:t>A  B  C  D  E  F  G  H  I  J  K  L  M  N  O  P  Q  R  S  T  U  V  W  X  Y  Z  </a:t>
            </a:r>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to="" calcmode="lin" valueType="num">
                                      <p:cBhvr>
                                        <p:cTn id="7" dur="1" fill="hold"/>
                                        <p:tgtEl>
                                          <p:spTgt spid="6"/>
                                        </p:tgtEl>
                                        <p:attrNameLst>
                                          <p:attrName/>
                                        </p:attrNameLst>
                                      </p:cBhvr>
                                    </p:anim>
                                  </p:childTnLst>
                                </p:cTn>
                              </p:par>
                            </p:childTnLst>
                          </p:cTn>
                        </p:par>
                        <p:par>
                          <p:cTn id="8" fill="hold">
                            <p:stCondLst>
                              <p:cond delay="0"/>
                            </p:stCondLst>
                            <p:childTnLst>
                              <p:par>
                                <p:cTn id="9" presetID="24"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 to="" calcmode="lin" valueType="num">
                                      <p:cBhvr>
                                        <p:cTn id="11" dur="1" fill="hold"/>
                                        <p:tgtEl>
                                          <p:spTgt spid="5"/>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0" y="0"/>
            <a:ext cx="9144000" cy="965200"/>
          </a:xfrm>
        </p:spPr>
        <p:txBody>
          <a:bodyPr/>
          <a:lstStyle/>
          <a:p>
            <a:r>
              <a:rPr lang="en-US" sz="4800" smtClean="0">
                <a:latin typeface="Arial Black" pitchFamily="34" charset="0"/>
              </a:rPr>
              <a:t>Fixed Repetition</a:t>
            </a:r>
          </a:p>
        </p:txBody>
      </p:sp>
      <p:sp>
        <p:nvSpPr>
          <p:cNvPr id="63491" name="Text Box 3"/>
          <p:cNvSpPr txBox="1">
            <a:spLocks noChangeArrowheads="1"/>
          </p:cNvSpPr>
          <p:nvPr/>
        </p:nvSpPr>
        <p:spPr bwMode="auto">
          <a:xfrm>
            <a:off x="228600" y="965200"/>
            <a:ext cx="8763000" cy="5823197"/>
          </a:xfrm>
          <a:prstGeom prst="rect">
            <a:avLst/>
          </a:prstGeom>
          <a:solidFill>
            <a:srgbClr val="00FFCC"/>
          </a:solidFill>
          <a:ln w="57150">
            <a:solidFill>
              <a:schemeClr val="tx1"/>
            </a:solidFill>
            <a:miter lim="800000"/>
            <a:headEnd/>
            <a:tailEnd/>
          </a:ln>
        </p:spPr>
        <p:txBody>
          <a:bodyPr>
            <a:spAutoFit/>
          </a:bodyPr>
          <a:lstStyle>
            <a:lvl1pPr eaLnBrk="0" hangingPunct="0">
              <a:tabLst>
                <a:tab pos="457200" algn="l"/>
                <a:tab pos="914400" algn="l"/>
                <a:tab pos="1371600" algn="l"/>
                <a:tab pos="1828800" algn="l"/>
                <a:tab pos="2286000" algn="l"/>
              </a:tabLst>
              <a:defRPr sz="1900" b="1">
                <a:solidFill>
                  <a:schemeClr val="tx1"/>
                </a:solidFill>
                <a:latin typeface="Arial Black" pitchFamily="34" charset="0"/>
              </a:defRPr>
            </a:lvl1pPr>
            <a:lvl2pPr marL="742950" indent="-285750" eaLnBrk="0" hangingPunct="0">
              <a:tabLst>
                <a:tab pos="457200" algn="l"/>
                <a:tab pos="914400" algn="l"/>
                <a:tab pos="1371600" algn="l"/>
                <a:tab pos="1828800" algn="l"/>
                <a:tab pos="2286000" algn="l"/>
              </a:tabLst>
              <a:defRPr sz="1900" b="1">
                <a:solidFill>
                  <a:schemeClr val="tx1"/>
                </a:solidFill>
                <a:latin typeface="Arial Black" pitchFamily="34" charset="0"/>
              </a:defRPr>
            </a:lvl2pPr>
            <a:lvl3pPr marL="1143000" indent="-228600" eaLnBrk="0" hangingPunct="0">
              <a:tabLst>
                <a:tab pos="457200" algn="l"/>
                <a:tab pos="914400" algn="l"/>
                <a:tab pos="1371600" algn="l"/>
                <a:tab pos="1828800" algn="l"/>
                <a:tab pos="2286000" algn="l"/>
              </a:tabLst>
              <a:defRPr sz="1900" b="1">
                <a:solidFill>
                  <a:schemeClr val="tx1"/>
                </a:solidFill>
                <a:latin typeface="Arial Black" pitchFamily="34" charset="0"/>
              </a:defRPr>
            </a:lvl3pPr>
            <a:lvl4pPr marL="1600200" indent="-228600" eaLnBrk="0" hangingPunct="0">
              <a:tabLst>
                <a:tab pos="457200" algn="l"/>
                <a:tab pos="914400" algn="l"/>
                <a:tab pos="1371600" algn="l"/>
                <a:tab pos="1828800" algn="l"/>
                <a:tab pos="2286000" algn="l"/>
              </a:tabLst>
              <a:defRPr sz="1900" b="1">
                <a:solidFill>
                  <a:schemeClr val="tx1"/>
                </a:solidFill>
                <a:latin typeface="Arial Black" pitchFamily="34" charset="0"/>
              </a:defRPr>
            </a:lvl4pPr>
            <a:lvl5pPr marL="2057400" indent="-228600" eaLnBrk="0" hangingPunct="0">
              <a:tabLst>
                <a:tab pos="457200" algn="l"/>
                <a:tab pos="914400" algn="l"/>
                <a:tab pos="1371600" algn="l"/>
                <a:tab pos="1828800" algn="l"/>
                <a:tab pos="2286000"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457200" algn="l"/>
                <a:tab pos="914400" algn="l"/>
                <a:tab pos="1371600" algn="l"/>
                <a:tab pos="1828800" algn="l"/>
                <a:tab pos="2286000"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457200" algn="l"/>
                <a:tab pos="914400" algn="l"/>
                <a:tab pos="1371600" algn="l"/>
                <a:tab pos="1828800" algn="l"/>
                <a:tab pos="2286000"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457200" algn="l"/>
                <a:tab pos="914400" algn="l"/>
                <a:tab pos="1371600" algn="l"/>
                <a:tab pos="1828800" algn="l"/>
                <a:tab pos="2286000"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457200" algn="l"/>
                <a:tab pos="914400" algn="l"/>
                <a:tab pos="1371600" algn="l"/>
                <a:tab pos="1828800" algn="l"/>
                <a:tab pos="2286000" algn="l"/>
              </a:tabLst>
              <a:defRPr sz="1900" b="1">
                <a:solidFill>
                  <a:schemeClr val="tx1"/>
                </a:solidFill>
                <a:latin typeface="Arial Black" pitchFamily="34" charset="0"/>
              </a:defRPr>
            </a:lvl9pPr>
          </a:lstStyle>
          <a:p>
            <a:pPr eaLnBrk="1" hangingPunct="1"/>
            <a:r>
              <a:rPr lang="en-US" sz="2000" dirty="0">
                <a:latin typeface="Arial" charset="0"/>
                <a:sym typeface="Symbol" pitchFamily="18" charset="2"/>
              </a:rPr>
              <a:t>Java has a variety of control structures for repetition.</a:t>
            </a:r>
          </a:p>
          <a:p>
            <a:pPr eaLnBrk="1" hangingPunct="1">
              <a:lnSpc>
                <a:spcPct val="70000"/>
              </a:lnSpc>
            </a:pPr>
            <a:endParaRPr lang="en-US" sz="2000" dirty="0">
              <a:latin typeface="Arial" charset="0"/>
              <a:sym typeface="Symbol" pitchFamily="18" charset="2"/>
            </a:endParaRPr>
          </a:p>
          <a:p>
            <a:pPr eaLnBrk="1" hangingPunct="1"/>
            <a:r>
              <a:rPr lang="en-US" sz="2000" dirty="0">
                <a:latin typeface="Arial" charset="0"/>
                <a:sym typeface="Symbol" pitchFamily="18" charset="2"/>
              </a:rPr>
              <a:t>Other computer science terms for </a:t>
            </a:r>
            <a:r>
              <a:rPr lang="en-US" sz="2000" i="1" dirty="0">
                <a:latin typeface="Arial" charset="0"/>
                <a:sym typeface="Symbol" pitchFamily="18" charset="2"/>
              </a:rPr>
              <a:t>repetition</a:t>
            </a:r>
            <a:r>
              <a:rPr lang="en-US" sz="2000" dirty="0">
                <a:latin typeface="Arial" charset="0"/>
                <a:sym typeface="Symbol" pitchFamily="18" charset="2"/>
              </a:rPr>
              <a:t> are </a:t>
            </a:r>
            <a:r>
              <a:rPr lang="en-US" sz="2000" i="1" dirty="0">
                <a:latin typeface="Arial" charset="0"/>
                <a:cs typeface="Arial" charset="0"/>
                <a:sym typeface="Symbol" pitchFamily="18" charset="2"/>
              </a:rPr>
              <a:t>looping</a:t>
            </a:r>
            <a:r>
              <a:rPr lang="en-US" sz="2000" dirty="0">
                <a:latin typeface="Arial" charset="0"/>
                <a:cs typeface="Arial" charset="0"/>
                <a:sym typeface="Symbol" pitchFamily="18" charset="2"/>
              </a:rPr>
              <a:t> and </a:t>
            </a:r>
            <a:r>
              <a:rPr lang="en-US" sz="2000" i="1" dirty="0">
                <a:latin typeface="Arial" charset="0"/>
                <a:cs typeface="Arial" charset="0"/>
                <a:sym typeface="Symbol" pitchFamily="18" charset="2"/>
              </a:rPr>
              <a:t>iteration</a:t>
            </a:r>
            <a:r>
              <a:rPr lang="en-US" sz="2000" dirty="0">
                <a:latin typeface="Arial" charset="0"/>
                <a:sym typeface="Symbol" pitchFamily="18" charset="2"/>
              </a:rPr>
              <a:t>.</a:t>
            </a:r>
          </a:p>
          <a:p>
            <a:pPr eaLnBrk="1" hangingPunct="1">
              <a:lnSpc>
                <a:spcPct val="70000"/>
              </a:lnSpc>
            </a:pPr>
            <a:endParaRPr lang="en-US" sz="2000" dirty="0">
              <a:latin typeface="Arial" charset="0"/>
              <a:sym typeface="Symbol" pitchFamily="18" charset="2"/>
            </a:endParaRPr>
          </a:p>
          <a:p>
            <a:pPr eaLnBrk="1" hangingPunct="1"/>
            <a:r>
              <a:rPr lang="en-US" sz="2000" i="1" dirty="0">
                <a:latin typeface="Arial" charset="0"/>
                <a:cs typeface="Arial" charset="0"/>
                <a:sym typeface="Symbol" pitchFamily="18" charset="2"/>
              </a:rPr>
              <a:t>Fixed </a:t>
            </a:r>
            <a:r>
              <a:rPr lang="en-US" sz="2000" i="1" dirty="0" smtClean="0">
                <a:latin typeface="Arial" charset="0"/>
                <a:cs typeface="Arial" charset="0"/>
                <a:sym typeface="Symbol" pitchFamily="18" charset="2"/>
              </a:rPr>
              <a:t>Repetition </a:t>
            </a:r>
            <a:r>
              <a:rPr lang="en-US" sz="2000" dirty="0" smtClean="0">
                <a:latin typeface="Arial" charset="0"/>
                <a:sym typeface="Symbol" pitchFamily="18" charset="2"/>
              </a:rPr>
              <a:t>is </a:t>
            </a:r>
            <a:r>
              <a:rPr lang="en-US" sz="2000" dirty="0">
                <a:latin typeface="Arial" charset="0"/>
                <a:sym typeface="Symbol" pitchFamily="18" charset="2"/>
              </a:rPr>
              <a:t>done with the </a:t>
            </a:r>
            <a:r>
              <a:rPr lang="en-US" sz="2000" b="0" dirty="0">
                <a:sym typeface="Symbol" pitchFamily="18" charset="2"/>
              </a:rPr>
              <a:t>for</a:t>
            </a:r>
            <a:r>
              <a:rPr lang="en-US" sz="2000" dirty="0">
                <a:latin typeface="Arial" charset="0"/>
                <a:sym typeface="Symbol" pitchFamily="18" charset="2"/>
              </a:rPr>
              <a:t>  loop structure.</a:t>
            </a:r>
          </a:p>
          <a:p>
            <a:pPr eaLnBrk="1" hangingPunct="1">
              <a:lnSpc>
                <a:spcPct val="70000"/>
              </a:lnSpc>
            </a:pPr>
            <a:endParaRPr lang="en-US" sz="2000" dirty="0">
              <a:latin typeface="Arial" charset="0"/>
              <a:sym typeface="Symbol" pitchFamily="18" charset="2"/>
            </a:endParaRPr>
          </a:p>
          <a:p>
            <a:pPr eaLnBrk="1" hangingPunct="1"/>
            <a:r>
              <a:rPr lang="en-US" sz="2000" b="0" dirty="0">
                <a:sym typeface="Symbol" pitchFamily="18" charset="2"/>
              </a:rPr>
              <a:t>General Syntax:</a:t>
            </a:r>
          </a:p>
          <a:p>
            <a:pPr eaLnBrk="1" hangingPunct="1">
              <a:lnSpc>
                <a:spcPct val="70000"/>
              </a:lnSpc>
            </a:pPr>
            <a:endParaRPr lang="en-US" sz="2000" dirty="0">
              <a:latin typeface="Arial" charset="0"/>
              <a:sym typeface="Symbol" pitchFamily="18" charset="2"/>
            </a:endParaRPr>
          </a:p>
          <a:p>
            <a:pPr eaLnBrk="1" hangingPunct="1"/>
            <a:endParaRPr lang="en-US" sz="2000" dirty="0">
              <a:latin typeface="Times New Roman" pitchFamily="18" charset="0"/>
              <a:sym typeface="Symbol" pitchFamily="18" charset="2"/>
            </a:endParaRPr>
          </a:p>
          <a:p>
            <a:pPr eaLnBrk="1" hangingPunct="1">
              <a:lnSpc>
                <a:spcPct val="70000"/>
              </a:lnSpc>
            </a:pPr>
            <a:endParaRPr lang="en-US" sz="2000" dirty="0">
              <a:latin typeface="Times New Roman" pitchFamily="18" charset="0"/>
              <a:sym typeface="Symbol" pitchFamily="18" charset="2"/>
            </a:endParaRPr>
          </a:p>
          <a:p>
            <a:pPr eaLnBrk="1" hangingPunct="1"/>
            <a:r>
              <a:rPr lang="en-US" sz="2000" dirty="0">
                <a:latin typeface="Arial" charset="0"/>
                <a:sym typeface="Symbol" pitchFamily="18" charset="2"/>
              </a:rPr>
              <a:t>The </a:t>
            </a:r>
            <a:r>
              <a:rPr lang="en-US" sz="2000" b="0" dirty="0">
                <a:sym typeface="Symbol" pitchFamily="18" charset="2"/>
              </a:rPr>
              <a:t>for</a:t>
            </a:r>
            <a:r>
              <a:rPr lang="en-US" sz="2000" dirty="0">
                <a:latin typeface="Arial" charset="0"/>
                <a:sym typeface="Symbol" pitchFamily="18" charset="2"/>
              </a:rPr>
              <a:t> </a:t>
            </a:r>
            <a:r>
              <a:rPr lang="en-US" sz="1400" dirty="0">
                <a:latin typeface="Arial" charset="0"/>
                <a:sym typeface="Symbol" pitchFamily="18" charset="2"/>
              </a:rPr>
              <a:t> </a:t>
            </a:r>
            <a:r>
              <a:rPr lang="en-US" sz="2000" dirty="0">
                <a:latin typeface="Arial" charset="0"/>
                <a:sym typeface="Symbol" pitchFamily="18" charset="2"/>
              </a:rPr>
              <a:t>loop has three distinct parts:</a:t>
            </a:r>
          </a:p>
          <a:p>
            <a:pPr eaLnBrk="1" hangingPunct="1">
              <a:lnSpc>
                <a:spcPct val="70000"/>
              </a:lnSpc>
            </a:pPr>
            <a:endParaRPr lang="en-US" sz="2000" dirty="0">
              <a:latin typeface="Arial" charset="0"/>
              <a:sym typeface="Symbol" pitchFamily="18" charset="2"/>
            </a:endParaRPr>
          </a:p>
          <a:p>
            <a:pPr eaLnBrk="1" hangingPunct="1"/>
            <a:r>
              <a:rPr lang="en-US" sz="2000" i="1" dirty="0">
                <a:latin typeface="Arial" charset="0"/>
                <a:cs typeface="Arial" charset="0"/>
                <a:sym typeface="Symbol" pitchFamily="18" charset="2"/>
              </a:rPr>
              <a:t>Part1</a:t>
            </a:r>
            <a:r>
              <a:rPr lang="en-US" sz="2000" dirty="0">
                <a:latin typeface="Arial" charset="0"/>
                <a:cs typeface="Arial" charset="0"/>
                <a:sym typeface="Symbol" pitchFamily="18" charset="2"/>
              </a:rPr>
              <a:t> </a:t>
            </a:r>
            <a:r>
              <a:rPr lang="en-US" sz="1400" dirty="0">
                <a:latin typeface="Arial" charset="0"/>
                <a:cs typeface="Arial" charset="0"/>
                <a:sym typeface="Symbol" pitchFamily="18" charset="2"/>
              </a:rPr>
              <a:t> </a:t>
            </a:r>
            <a:r>
              <a:rPr lang="en-US" sz="2000" dirty="0">
                <a:latin typeface="Arial" charset="0"/>
                <a:cs typeface="Arial" charset="0"/>
                <a:sym typeface="Symbol" pitchFamily="18" charset="2"/>
              </a:rPr>
              <a:t>initializes the Loop Control Variable.</a:t>
            </a:r>
          </a:p>
          <a:p>
            <a:pPr eaLnBrk="1" hangingPunct="1"/>
            <a:r>
              <a:rPr lang="en-US" sz="2000" i="1" dirty="0">
                <a:latin typeface="Arial" charset="0"/>
                <a:cs typeface="Arial" charset="0"/>
                <a:sym typeface="Symbol" pitchFamily="18" charset="2"/>
              </a:rPr>
              <a:t>Part2</a:t>
            </a:r>
            <a:r>
              <a:rPr lang="en-US" sz="2000" dirty="0">
                <a:latin typeface="Arial" charset="0"/>
                <a:cs typeface="Arial" charset="0"/>
                <a:sym typeface="Symbol" pitchFamily="18" charset="2"/>
              </a:rPr>
              <a:t> </a:t>
            </a:r>
            <a:r>
              <a:rPr lang="en-US" sz="1400" dirty="0">
                <a:latin typeface="Arial" charset="0"/>
                <a:cs typeface="Arial" charset="0"/>
                <a:sym typeface="Symbol" pitchFamily="18" charset="2"/>
              </a:rPr>
              <a:t> </a:t>
            </a:r>
            <a:r>
              <a:rPr lang="en-US" sz="2000" dirty="0">
                <a:latin typeface="Arial" charset="0"/>
                <a:cs typeface="Arial" charset="0"/>
                <a:sym typeface="Symbol" pitchFamily="18" charset="2"/>
              </a:rPr>
              <a:t>sets the exit condition for the loop.</a:t>
            </a:r>
          </a:p>
          <a:p>
            <a:pPr eaLnBrk="1" hangingPunct="1"/>
            <a:r>
              <a:rPr lang="en-US" sz="2000" i="1" dirty="0">
                <a:latin typeface="Arial" charset="0"/>
                <a:cs typeface="Arial" charset="0"/>
                <a:sym typeface="Symbol" pitchFamily="18" charset="2"/>
              </a:rPr>
              <a:t>Part3</a:t>
            </a:r>
            <a:r>
              <a:rPr lang="en-US" sz="2000" dirty="0">
                <a:latin typeface="Arial" charset="0"/>
                <a:cs typeface="Arial" charset="0"/>
                <a:sym typeface="Symbol" pitchFamily="18" charset="2"/>
              </a:rPr>
              <a:t> </a:t>
            </a:r>
            <a:r>
              <a:rPr lang="en-US" sz="1400" dirty="0">
                <a:latin typeface="Arial" charset="0"/>
                <a:cs typeface="Arial" charset="0"/>
                <a:sym typeface="Symbol" pitchFamily="18" charset="2"/>
              </a:rPr>
              <a:t> </a:t>
            </a:r>
            <a:r>
              <a:rPr lang="en-US" sz="2000" dirty="0">
                <a:latin typeface="Arial" charset="0"/>
                <a:cs typeface="Arial" charset="0"/>
                <a:sym typeface="Symbol" pitchFamily="18" charset="2"/>
              </a:rPr>
              <a:t>determines </a:t>
            </a:r>
            <a:r>
              <a:rPr lang="en-US" sz="2000" dirty="0">
                <a:latin typeface="Arial" charset="0"/>
                <a:sym typeface="Symbol" pitchFamily="18" charset="2"/>
              </a:rPr>
              <a:t>how the LCV changes.</a:t>
            </a:r>
          </a:p>
          <a:p>
            <a:pPr eaLnBrk="1" hangingPunct="1"/>
            <a:endParaRPr lang="en-US" sz="2000" dirty="0">
              <a:latin typeface="Arial" charset="0"/>
              <a:sym typeface="Symbol" pitchFamily="18" charset="2"/>
            </a:endParaRPr>
          </a:p>
          <a:p>
            <a:pPr eaLnBrk="1" hangingPunct="1"/>
            <a:r>
              <a:rPr lang="en-US" sz="2000" b="0" dirty="0">
                <a:sym typeface="Symbol" pitchFamily="18" charset="2"/>
              </a:rPr>
              <a:t>Specific Example:</a:t>
            </a:r>
          </a:p>
          <a:p>
            <a:pPr eaLnBrk="1" hangingPunct="1"/>
            <a:endParaRPr lang="en-US" sz="2000" dirty="0">
              <a:latin typeface="Arial" charset="0"/>
              <a:sym typeface="Symbol" pitchFamily="18" charset="2"/>
            </a:endParaRPr>
          </a:p>
          <a:p>
            <a:pPr eaLnBrk="1" hangingPunct="1">
              <a:lnSpc>
                <a:spcPct val="70000"/>
              </a:lnSpc>
            </a:pPr>
            <a:endParaRPr lang="en-US" sz="2000" dirty="0">
              <a:latin typeface="Arial" charset="0"/>
              <a:sym typeface="Symbol" pitchFamily="18" charset="2"/>
            </a:endParaRPr>
          </a:p>
          <a:p>
            <a:pPr eaLnBrk="1" hangingPunct="1"/>
            <a:endParaRPr lang="en-US" sz="2000" dirty="0">
              <a:latin typeface="Times New Roman" pitchFamily="18" charset="0"/>
              <a:sym typeface="Symbol" pitchFamily="18" charset="2"/>
            </a:endParaRPr>
          </a:p>
          <a:p>
            <a:pPr eaLnBrk="1" hangingPunct="1">
              <a:lnSpc>
                <a:spcPct val="70000"/>
              </a:lnSpc>
            </a:pPr>
            <a:endParaRPr lang="en-US" sz="2000" dirty="0">
              <a:latin typeface="Times New Roman" pitchFamily="18" charset="0"/>
              <a:sym typeface="Symbol" pitchFamily="18" charset="2"/>
            </a:endParaRPr>
          </a:p>
        </p:txBody>
      </p:sp>
      <p:sp>
        <p:nvSpPr>
          <p:cNvPr id="54276" name="Text Box 4"/>
          <p:cNvSpPr txBox="1">
            <a:spLocks noChangeArrowheads="1"/>
          </p:cNvSpPr>
          <p:nvPr/>
        </p:nvSpPr>
        <p:spPr bwMode="auto">
          <a:xfrm>
            <a:off x="2895600" y="2590800"/>
            <a:ext cx="3733800" cy="830263"/>
          </a:xfrm>
          <a:prstGeom prst="rect">
            <a:avLst/>
          </a:prstGeom>
          <a:solidFill>
            <a:srgbClr val="FFFF99"/>
          </a:solidFill>
          <a:ln w="57150">
            <a:solidFill>
              <a:schemeClr val="tx1"/>
            </a:solidFill>
            <a:miter lim="800000"/>
            <a:headEnd/>
            <a:tailEnd/>
          </a:ln>
        </p:spPr>
        <p:txBody>
          <a:bodyPr>
            <a:spAutoFit/>
          </a:bodyPr>
          <a:lstStyle>
            <a:lvl1pPr eaLnBrk="0" hangingPunct="0">
              <a:tabLst>
                <a:tab pos="457200" algn="l"/>
                <a:tab pos="914400" algn="l"/>
                <a:tab pos="1371600" algn="l"/>
                <a:tab pos="1828800" algn="l"/>
                <a:tab pos="2286000" algn="l"/>
              </a:tabLst>
              <a:defRPr b="1">
                <a:solidFill>
                  <a:schemeClr val="tx1"/>
                </a:solidFill>
                <a:latin typeface="Arial" charset="0"/>
              </a:defRPr>
            </a:lvl1pPr>
            <a:lvl2pPr marL="742950" indent="-285750" eaLnBrk="0" hangingPunct="0">
              <a:tabLst>
                <a:tab pos="457200" algn="l"/>
                <a:tab pos="914400" algn="l"/>
                <a:tab pos="1371600" algn="l"/>
                <a:tab pos="1828800" algn="l"/>
                <a:tab pos="2286000" algn="l"/>
              </a:tabLst>
              <a:defRPr b="1">
                <a:solidFill>
                  <a:schemeClr val="tx1"/>
                </a:solidFill>
                <a:latin typeface="Arial" charset="0"/>
              </a:defRPr>
            </a:lvl2pPr>
            <a:lvl3pPr marL="1143000" indent="-228600" eaLnBrk="0" hangingPunct="0">
              <a:tabLst>
                <a:tab pos="457200" algn="l"/>
                <a:tab pos="914400" algn="l"/>
                <a:tab pos="1371600" algn="l"/>
                <a:tab pos="1828800" algn="l"/>
                <a:tab pos="2286000" algn="l"/>
              </a:tabLst>
              <a:defRPr b="1">
                <a:solidFill>
                  <a:schemeClr val="tx1"/>
                </a:solidFill>
                <a:latin typeface="Arial" charset="0"/>
              </a:defRPr>
            </a:lvl3pPr>
            <a:lvl4pPr marL="1600200" indent="-228600" eaLnBrk="0" hangingPunct="0">
              <a:tabLst>
                <a:tab pos="457200" algn="l"/>
                <a:tab pos="914400" algn="l"/>
                <a:tab pos="1371600" algn="l"/>
                <a:tab pos="1828800" algn="l"/>
                <a:tab pos="2286000" algn="l"/>
              </a:tabLst>
              <a:defRPr b="1">
                <a:solidFill>
                  <a:schemeClr val="tx1"/>
                </a:solidFill>
                <a:latin typeface="Arial" charset="0"/>
              </a:defRPr>
            </a:lvl4pPr>
            <a:lvl5pPr marL="2057400" indent="-228600" eaLnBrk="0" hangingPunct="0">
              <a:tabLst>
                <a:tab pos="457200" algn="l"/>
                <a:tab pos="914400" algn="l"/>
                <a:tab pos="1371600" algn="l"/>
                <a:tab pos="1828800" algn="l"/>
                <a:tab pos="2286000" algn="l"/>
              </a:tabLst>
              <a:defRPr b="1">
                <a:solidFill>
                  <a:schemeClr val="tx1"/>
                </a:solidFill>
                <a:latin typeface="Arial" charset="0"/>
              </a:defRPr>
            </a:lvl5pPr>
            <a:lvl6pPr marL="2514600" indent="-228600" eaLnBrk="0" fontAlgn="base" hangingPunct="0">
              <a:spcBef>
                <a:spcPct val="0"/>
              </a:spcBef>
              <a:spcAft>
                <a:spcPct val="0"/>
              </a:spcAft>
              <a:tabLst>
                <a:tab pos="457200" algn="l"/>
                <a:tab pos="914400" algn="l"/>
                <a:tab pos="1371600" algn="l"/>
                <a:tab pos="1828800" algn="l"/>
                <a:tab pos="2286000" algn="l"/>
              </a:tabLst>
              <a:defRPr b="1">
                <a:solidFill>
                  <a:schemeClr val="tx1"/>
                </a:solidFill>
                <a:latin typeface="Arial" charset="0"/>
              </a:defRPr>
            </a:lvl6pPr>
            <a:lvl7pPr marL="2971800" indent="-228600" eaLnBrk="0" fontAlgn="base" hangingPunct="0">
              <a:spcBef>
                <a:spcPct val="0"/>
              </a:spcBef>
              <a:spcAft>
                <a:spcPct val="0"/>
              </a:spcAft>
              <a:tabLst>
                <a:tab pos="457200" algn="l"/>
                <a:tab pos="914400" algn="l"/>
                <a:tab pos="1371600" algn="l"/>
                <a:tab pos="1828800" algn="l"/>
                <a:tab pos="2286000" algn="l"/>
              </a:tabLst>
              <a:defRPr b="1">
                <a:solidFill>
                  <a:schemeClr val="tx1"/>
                </a:solidFill>
                <a:latin typeface="Arial" charset="0"/>
              </a:defRPr>
            </a:lvl7pPr>
            <a:lvl8pPr marL="3429000" indent="-228600" eaLnBrk="0" fontAlgn="base" hangingPunct="0">
              <a:spcBef>
                <a:spcPct val="0"/>
              </a:spcBef>
              <a:spcAft>
                <a:spcPct val="0"/>
              </a:spcAft>
              <a:tabLst>
                <a:tab pos="457200" algn="l"/>
                <a:tab pos="914400" algn="l"/>
                <a:tab pos="1371600" algn="l"/>
                <a:tab pos="1828800" algn="l"/>
                <a:tab pos="2286000" algn="l"/>
              </a:tabLst>
              <a:defRPr b="1">
                <a:solidFill>
                  <a:schemeClr val="tx1"/>
                </a:solidFill>
                <a:latin typeface="Arial" charset="0"/>
              </a:defRPr>
            </a:lvl8pPr>
            <a:lvl9pPr marL="3886200" indent="-228600" eaLnBrk="0" fontAlgn="base" hangingPunct="0">
              <a:spcBef>
                <a:spcPct val="0"/>
              </a:spcBef>
              <a:spcAft>
                <a:spcPct val="0"/>
              </a:spcAft>
              <a:tabLst>
                <a:tab pos="457200" algn="l"/>
                <a:tab pos="914400" algn="l"/>
                <a:tab pos="1371600" algn="l"/>
                <a:tab pos="1828800" algn="l"/>
                <a:tab pos="2286000" algn="l"/>
              </a:tabLst>
              <a:defRPr b="1">
                <a:solidFill>
                  <a:schemeClr val="tx1"/>
                </a:solidFill>
                <a:latin typeface="Arial" charset="0"/>
              </a:defRPr>
            </a:lvl9pPr>
          </a:lstStyle>
          <a:p>
            <a:pPr eaLnBrk="1" hangingPunct="1">
              <a:defRPr/>
            </a:pPr>
            <a:r>
              <a:rPr lang="en-US" sz="2400" b="0" dirty="0">
                <a:latin typeface="+mn-lt"/>
                <a:sym typeface="Symbol" pitchFamily="18" charset="2"/>
              </a:rPr>
              <a:t>for (Part1; Part2; Part3)</a:t>
            </a:r>
          </a:p>
          <a:p>
            <a:pPr eaLnBrk="1" hangingPunct="1">
              <a:defRPr/>
            </a:pPr>
            <a:r>
              <a:rPr lang="en-US" sz="2400" b="0" dirty="0">
                <a:latin typeface="+mn-lt"/>
                <a:sym typeface="Symbol" pitchFamily="18" charset="2"/>
              </a:rPr>
              <a:t>   loop body;</a:t>
            </a:r>
          </a:p>
        </p:txBody>
      </p:sp>
      <p:sp>
        <p:nvSpPr>
          <p:cNvPr id="63493" name="Text Box 5"/>
          <p:cNvSpPr txBox="1">
            <a:spLocks noChangeArrowheads="1"/>
          </p:cNvSpPr>
          <p:nvPr/>
        </p:nvSpPr>
        <p:spPr bwMode="auto">
          <a:xfrm>
            <a:off x="381000" y="5788025"/>
            <a:ext cx="7543800" cy="830263"/>
          </a:xfrm>
          <a:prstGeom prst="rect">
            <a:avLst/>
          </a:prstGeom>
          <a:solidFill>
            <a:srgbClr val="FFFF99"/>
          </a:solidFill>
          <a:ln w="57150">
            <a:solidFill>
              <a:schemeClr val="tx1"/>
            </a:solidFill>
            <a:miter lim="800000"/>
            <a:headEnd/>
            <a:tailEnd/>
          </a:ln>
        </p:spPr>
        <p:txBody>
          <a:bodyPr>
            <a:spAutoFit/>
          </a:bodyPr>
          <a:lstStyle>
            <a:lvl1pPr eaLnBrk="0" hangingPunct="0">
              <a:tabLst>
                <a:tab pos="457200" algn="l"/>
                <a:tab pos="914400" algn="l"/>
                <a:tab pos="1371600" algn="l"/>
                <a:tab pos="1828800" algn="l"/>
                <a:tab pos="2286000" algn="l"/>
              </a:tabLst>
              <a:defRPr sz="1900" b="1">
                <a:solidFill>
                  <a:schemeClr val="tx1"/>
                </a:solidFill>
                <a:latin typeface="Arial Black" pitchFamily="34" charset="0"/>
              </a:defRPr>
            </a:lvl1pPr>
            <a:lvl2pPr marL="742950" indent="-285750" eaLnBrk="0" hangingPunct="0">
              <a:tabLst>
                <a:tab pos="457200" algn="l"/>
                <a:tab pos="914400" algn="l"/>
                <a:tab pos="1371600" algn="l"/>
                <a:tab pos="1828800" algn="l"/>
                <a:tab pos="2286000" algn="l"/>
              </a:tabLst>
              <a:defRPr sz="1900" b="1">
                <a:solidFill>
                  <a:schemeClr val="tx1"/>
                </a:solidFill>
                <a:latin typeface="Arial Black" pitchFamily="34" charset="0"/>
              </a:defRPr>
            </a:lvl2pPr>
            <a:lvl3pPr marL="1143000" indent="-228600" eaLnBrk="0" hangingPunct="0">
              <a:tabLst>
                <a:tab pos="457200" algn="l"/>
                <a:tab pos="914400" algn="l"/>
                <a:tab pos="1371600" algn="l"/>
                <a:tab pos="1828800" algn="l"/>
                <a:tab pos="2286000" algn="l"/>
              </a:tabLst>
              <a:defRPr sz="1900" b="1">
                <a:solidFill>
                  <a:schemeClr val="tx1"/>
                </a:solidFill>
                <a:latin typeface="Arial Black" pitchFamily="34" charset="0"/>
              </a:defRPr>
            </a:lvl3pPr>
            <a:lvl4pPr marL="1600200" indent="-228600" eaLnBrk="0" hangingPunct="0">
              <a:tabLst>
                <a:tab pos="457200" algn="l"/>
                <a:tab pos="914400" algn="l"/>
                <a:tab pos="1371600" algn="l"/>
                <a:tab pos="1828800" algn="l"/>
                <a:tab pos="2286000" algn="l"/>
              </a:tabLst>
              <a:defRPr sz="1900" b="1">
                <a:solidFill>
                  <a:schemeClr val="tx1"/>
                </a:solidFill>
                <a:latin typeface="Arial Black" pitchFamily="34" charset="0"/>
              </a:defRPr>
            </a:lvl4pPr>
            <a:lvl5pPr marL="2057400" indent="-228600" eaLnBrk="0" hangingPunct="0">
              <a:tabLst>
                <a:tab pos="457200" algn="l"/>
                <a:tab pos="914400" algn="l"/>
                <a:tab pos="1371600" algn="l"/>
                <a:tab pos="1828800" algn="l"/>
                <a:tab pos="2286000"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457200" algn="l"/>
                <a:tab pos="914400" algn="l"/>
                <a:tab pos="1371600" algn="l"/>
                <a:tab pos="1828800" algn="l"/>
                <a:tab pos="2286000"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457200" algn="l"/>
                <a:tab pos="914400" algn="l"/>
                <a:tab pos="1371600" algn="l"/>
                <a:tab pos="1828800" algn="l"/>
                <a:tab pos="2286000"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457200" algn="l"/>
                <a:tab pos="914400" algn="l"/>
                <a:tab pos="1371600" algn="l"/>
                <a:tab pos="1828800" algn="l"/>
                <a:tab pos="2286000"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457200" algn="l"/>
                <a:tab pos="914400" algn="l"/>
                <a:tab pos="1371600" algn="l"/>
                <a:tab pos="1828800" algn="l"/>
                <a:tab pos="2286000" algn="l"/>
              </a:tabLst>
              <a:defRPr sz="1900" b="1">
                <a:solidFill>
                  <a:schemeClr val="tx1"/>
                </a:solidFill>
                <a:latin typeface="Arial Black" pitchFamily="34" charset="0"/>
              </a:defRPr>
            </a:lvl9pPr>
          </a:lstStyle>
          <a:p>
            <a:pPr eaLnBrk="1" hangingPunct="1"/>
            <a:r>
              <a:rPr lang="en-US" sz="2400">
                <a:latin typeface="Times New Roman" pitchFamily="18" charset="0"/>
                <a:cs typeface="Times New Roman" pitchFamily="18" charset="0"/>
                <a:sym typeface="Symbol" pitchFamily="18" charset="2"/>
              </a:rPr>
              <a:t>for (k = 1; k &lt;= 10; k++)</a:t>
            </a:r>
          </a:p>
          <a:p>
            <a:pPr eaLnBrk="1" hangingPunct="1"/>
            <a:r>
              <a:rPr lang="en-US" sz="2400">
                <a:latin typeface="Times New Roman" pitchFamily="18" charset="0"/>
                <a:cs typeface="Times New Roman" pitchFamily="18" charset="0"/>
                <a:sym typeface="Symbol" pitchFamily="18" charset="2"/>
              </a:rPr>
              <a:t>   	System.out.println("Java is 10 times more fun");</a:t>
            </a:r>
          </a:p>
        </p:txBody>
      </p:sp>
      <p:pic>
        <p:nvPicPr>
          <p:cNvPr id="63494"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638800" y="3549650"/>
            <a:ext cx="3173413" cy="208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xmlns:p14="http://schemas.microsoft.com/office/powerpoint/2010/mai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gradFill rotWithShape="0">
          <a:gsLst>
            <a:gs pos="0">
              <a:srgbClr val="000082"/>
            </a:gs>
            <a:gs pos="30000">
              <a:srgbClr val="66008F"/>
            </a:gs>
            <a:gs pos="64999">
              <a:srgbClr val="BA0066"/>
            </a:gs>
            <a:gs pos="89999">
              <a:srgbClr val="FF0000"/>
            </a:gs>
            <a:gs pos="100000">
              <a:srgbClr val="FF8200"/>
            </a:gs>
          </a:gsLst>
          <a:lin ang="5400000"/>
        </a:gradFill>
        <a:effectLst/>
      </p:bgPr>
    </p:bg>
    <p:spTree>
      <p:nvGrpSpPr>
        <p:cNvPr id="1" name=""/>
        <p:cNvGrpSpPr/>
        <p:nvPr/>
      </p:nvGrpSpPr>
      <p:grpSpPr>
        <a:xfrm>
          <a:off x="0" y="0"/>
          <a:ext cx="0" cy="0"/>
          <a:chOff x="0" y="0"/>
          <a:chExt cx="0" cy="0"/>
        </a:xfrm>
      </p:grpSpPr>
      <p:sp>
        <p:nvSpPr>
          <p:cNvPr id="65538" name="WordArt 18"/>
          <p:cNvSpPr>
            <a:spLocks noChangeArrowheads="1" noChangeShapeType="1" noTextEdit="1"/>
          </p:cNvSpPr>
          <p:nvPr/>
        </p:nvSpPr>
        <p:spPr bwMode="auto">
          <a:xfrm>
            <a:off x="371475" y="457200"/>
            <a:ext cx="8391525" cy="762000"/>
          </a:xfrm>
          <a:prstGeom prst="rect">
            <a:avLst/>
          </a:prstGeom>
        </p:spPr>
        <p:txBody>
          <a:bodyPr wrap="none" fromWordArt="1">
            <a:prstTxWarp prst="textPlain">
              <a:avLst>
                <a:gd name="adj" fmla="val 50000"/>
              </a:avLst>
            </a:prstTxWarp>
          </a:bodyPr>
          <a:lstStyle/>
          <a:p>
            <a:pPr algn="ctr"/>
            <a:r>
              <a:rPr lang="en-US" sz="3600" kern="10" dirty="0">
                <a:ln w="9525">
                  <a:solidFill>
                    <a:srgbClr val="000000"/>
                  </a:solidFill>
                  <a:round/>
                  <a:headEnd/>
                  <a:tailEnd/>
                </a:ln>
                <a:solidFill>
                  <a:srgbClr val="FFFFFF"/>
                </a:solidFill>
                <a:latin typeface="Arial Black"/>
              </a:rPr>
              <a:t>Section </a:t>
            </a:r>
            <a:r>
              <a:rPr lang="en-US" sz="3600" kern="10" dirty="0" smtClean="0">
                <a:ln w="9525">
                  <a:solidFill>
                    <a:srgbClr val="000000"/>
                  </a:solidFill>
                  <a:round/>
                  <a:headEnd/>
                  <a:tailEnd/>
                </a:ln>
                <a:solidFill>
                  <a:srgbClr val="FFFFFF"/>
                </a:solidFill>
                <a:latin typeface="Arial Black"/>
              </a:rPr>
              <a:t>5.8</a:t>
            </a:r>
            <a:endParaRPr lang="en-US" sz="3600" kern="10" dirty="0">
              <a:ln w="9525">
                <a:solidFill>
                  <a:srgbClr val="000000"/>
                </a:solidFill>
                <a:round/>
                <a:headEnd/>
                <a:tailEnd/>
              </a:ln>
              <a:solidFill>
                <a:srgbClr val="FFFFFF"/>
              </a:solidFill>
              <a:latin typeface="Arial Black"/>
            </a:endParaRPr>
          </a:p>
        </p:txBody>
      </p:sp>
      <p:sp>
        <p:nvSpPr>
          <p:cNvPr id="65539" name="WordArt 2"/>
          <p:cNvSpPr>
            <a:spLocks noChangeArrowheads="1" noChangeShapeType="1" noTextEdit="1"/>
          </p:cNvSpPr>
          <p:nvPr/>
        </p:nvSpPr>
        <p:spPr bwMode="auto">
          <a:xfrm>
            <a:off x="381000" y="4191000"/>
            <a:ext cx="7543800" cy="2438400"/>
          </a:xfrm>
          <a:prstGeom prst="rect">
            <a:avLst/>
          </a:prstGeom>
        </p:spPr>
        <p:txBody>
          <a:bodyPr wrap="none" fromWordArt="1">
            <a:prstTxWarp prst="textSlantUp">
              <a:avLst>
                <a:gd name="adj" fmla="val 32056"/>
              </a:avLst>
            </a:prstTxWarp>
          </a:bodyPr>
          <a:lstStyle/>
          <a:p>
            <a:pPr algn="ctr"/>
            <a:r>
              <a:rPr lang="en-US" sz="3600" kern="1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Repetition</a:t>
            </a:r>
          </a:p>
        </p:txBody>
      </p:sp>
      <p:sp>
        <p:nvSpPr>
          <p:cNvPr id="65540" name="WordArt 2"/>
          <p:cNvSpPr>
            <a:spLocks noChangeArrowheads="1" noChangeShapeType="1" noTextEdit="1"/>
          </p:cNvSpPr>
          <p:nvPr/>
        </p:nvSpPr>
        <p:spPr bwMode="auto">
          <a:xfrm>
            <a:off x="381000" y="1676400"/>
            <a:ext cx="8458200" cy="2286000"/>
          </a:xfrm>
          <a:prstGeom prst="rect">
            <a:avLst/>
          </a:prstGeom>
        </p:spPr>
        <p:txBody>
          <a:bodyPr wrap="none" fromWordArt="1">
            <a:prstTxWarp prst="textSlantUp">
              <a:avLst>
                <a:gd name="adj" fmla="val 32056"/>
              </a:avLst>
            </a:prstTxWarp>
          </a:bodyPr>
          <a:lstStyle/>
          <a:p>
            <a:pPr algn="ctr"/>
            <a:r>
              <a:rPr lang="en-US" sz="3600" kern="1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Conditional</a:t>
            </a:r>
          </a:p>
        </p:txBody>
      </p:sp>
      <p:pic>
        <p:nvPicPr>
          <p:cNvPr id="65541" name="Picture 4" descr="C:\Documents and Settings\JohnSchram\Local Settings\Temporary Internet Files\Content.IE5\URQ75OAI\MCj04420160000[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43800" y="3429000"/>
            <a:ext cx="16002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xmlns:p14="http://schemas.microsoft.com/office/powerpoint/2010/mai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0" y="0"/>
            <a:ext cx="9144000" cy="1595438"/>
          </a:xfrm>
        </p:spPr>
        <p:txBody>
          <a:bodyPr/>
          <a:lstStyle/>
          <a:p>
            <a:r>
              <a:rPr lang="en-US" sz="5400" smtClean="0">
                <a:latin typeface="Arial Black" pitchFamily="34" charset="0"/>
              </a:rPr>
              <a:t>Conditional Repetition</a:t>
            </a:r>
            <a:br>
              <a:rPr lang="en-US" sz="5400" smtClean="0">
                <a:latin typeface="Arial Black" pitchFamily="34" charset="0"/>
              </a:rPr>
            </a:br>
            <a:r>
              <a:rPr lang="en-US" sz="4800" b="1" smtClean="0"/>
              <a:t>Real Life Examples</a:t>
            </a:r>
          </a:p>
        </p:txBody>
      </p:sp>
      <p:pic>
        <p:nvPicPr>
          <p:cNvPr id="66563" name="Picture 11" descr="C:\Users\JohnSchram\AppData\Local\Microsoft\Windows\Temporary Internet Files\Content.IE5\SJX1ZHQW\MP900427702[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46663" y="1865313"/>
            <a:ext cx="3335337" cy="501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64" name="Picture 2" descr="C:\Users\JohnSchram\AppData\Local\Microsoft\Windows\Temporary Internet Files\Content.IE5\V39F9YJN\MP90039055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743200"/>
            <a:ext cx="3657600" cy="260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xmlns:p14="http://schemas.microsoft.com/office/powerpoint/2010/mai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0" y="0"/>
            <a:ext cx="9144000" cy="1447800"/>
          </a:xfrm>
        </p:spPr>
        <p:txBody>
          <a:bodyPr/>
          <a:lstStyle/>
          <a:p>
            <a:pPr eaLnBrk="1" hangingPunct="1"/>
            <a:r>
              <a:rPr lang="en-US" sz="4800" smtClean="0">
                <a:latin typeface="Arial Black" pitchFamily="34" charset="0"/>
              </a:rPr>
              <a:t>Note to Students with Advanced Knowledge</a:t>
            </a:r>
          </a:p>
        </p:txBody>
      </p:sp>
      <p:sp>
        <p:nvSpPr>
          <p:cNvPr id="64515" name="Text Box 3"/>
          <p:cNvSpPr txBox="1">
            <a:spLocks noChangeArrowheads="1"/>
          </p:cNvSpPr>
          <p:nvPr/>
        </p:nvSpPr>
        <p:spPr bwMode="auto">
          <a:xfrm>
            <a:off x="381000" y="1568450"/>
            <a:ext cx="8458200" cy="5201424"/>
          </a:xfrm>
          <a:prstGeom prst="rect">
            <a:avLst/>
          </a:prstGeom>
          <a:solidFill>
            <a:srgbClr val="00FFCC"/>
          </a:solidFill>
          <a:ln w="57150">
            <a:solidFill>
              <a:schemeClr val="tx1"/>
            </a:solidFill>
            <a:miter lim="800000"/>
            <a:headEnd/>
            <a:tailEnd/>
          </a:ln>
        </p:spPr>
        <p:txBody>
          <a:bodyPr>
            <a:spAutoFit/>
          </a:bodyPr>
          <a:lstStyle>
            <a:lvl1pPr eaLnBrk="0" hangingPunct="0">
              <a:tabLst>
                <a:tab pos="457200" algn="l"/>
                <a:tab pos="914400" algn="l"/>
                <a:tab pos="1371600" algn="l"/>
                <a:tab pos="1828800" algn="l"/>
                <a:tab pos="2286000" algn="l"/>
              </a:tabLst>
              <a:defRPr sz="1900" b="1">
                <a:solidFill>
                  <a:schemeClr val="tx1"/>
                </a:solidFill>
                <a:latin typeface="Arial Black" pitchFamily="34" charset="0"/>
              </a:defRPr>
            </a:lvl1pPr>
            <a:lvl2pPr marL="742950" indent="-285750" eaLnBrk="0" hangingPunct="0">
              <a:tabLst>
                <a:tab pos="457200" algn="l"/>
                <a:tab pos="914400" algn="l"/>
                <a:tab pos="1371600" algn="l"/>
                <a:tab pos="1828800" algn="l"/>
                <a:tab pos="2286000" algn="l"/>
              </a:tabLst>
              <a:defRPr sz="1900" b="1">
                <a:solidFill>
                  <a:schemeClr val="tx1"/>
                </a:solidFill>
                <a:latin typeface="Arial Black" pitchFamily="34" charset="0"/>
              </a:defRPr>
            </a:lvl2pPr>
            <a:lvl3pPr marL="1143000" indent="-228600" eaLnBrk="0" hangingPunct="0">
              <a:tabLst>
                <a:tab pos="457200" algn="l"/>
                <a:tab pos="914400" algn="l"/>
                <a:tab pos="1371600" algn="l"/>
                <a:tab pos="1828800" algn="l"/>
                <a:tab pos="2286000" algn="l"/>
              </a:tabLst>
              <a:defRPr sz="1900" b="1">
                <a:solidFill>
                  <a:schemeClr val="tx1"/>
                </a:solidFill>
                <a:latin typeface="Arial Black" pitchFamily="34" charset="0"/>
              </a:defRPr>
            </a:lvl3pPr>
            <a:lvl4pPr marL="1600200" indent="-228600" eaLnBrk="0" hangingPunct="0">
              <a:tabLst>
                <a:tab pos="457200" algn="l"/>
                <a:tab pos="914400" algn="l"/>
                <a:tab pos="1371600" algn="l"/>
                <a:tab pos="1828800" algn="l"/>
                <a:tab pos="2286000" algn="l"/>
              </a:tabLst>
              <a:defRPr sz="1900" b="1">
                <a:solidFill>
                  <a:schemeClr val="tx1"/>
                </a:solidFill>
                <a:latin typeface="Arial Black" pitchFamily="34" charset="0"/>
              </a:defRPr>
            </a:lvl4pPr>
            <a:lvl5pPr marL="2057400" indent="-228600" eaLnBrk="0" hangingPunct="0">
              <a:tabLst>
                <a:tab pos="457200" algn="l"/>
                <a:tab pos="914400" algn="l"/>
                <a:tab pos="1371600" algn="l"/>
                <a:tab pos="1828800" algn="l"/>
                <a:tab pos="2286000"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457200" algn="l"/>
                <a:tab pos="914400" algn="l"/>
                <a:tab pos="1371600" algn="l"/>
                <a:tab pos="1828800" algn="l"/>
                <a:tab pos="2286000"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457200" algn="l"/>
                <a:tab pos="914400" algn="l"/>
                <a:tab pos="1371600" algn="l"/>
                <a:tab pos="1828800" algn="l"/>
                <a:tab pos="2286000"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457200" algn="l"/>
                <a:tab pos="914400" algn="l"/>
                <a:tab pos="1371600" algn="l"/>
                <a:tab pos="1828800" algn="l"/>
                <a:tab pos="2286000"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457200" algn="l"/>
                <a:tab pos="914400" algn="l"/>
                <a:tab pos="1371600" algn="l"/>
                <a:tab pos="1828800" algn="l"/>
                <a:tab pos="2286000" algn="l"/>
              </a:tabLst>
              <a:defRPr sz="1900" b="1">
                <a:solidFill>
                  <a:schemeClr val="tx1"/>
                </a:solidFill>
                <a:latin typeface="Arial Black" pitchFamily="34" charset="0"/>
              </a:defRPr>
            </a:lvl9pPr>
          </a:lstStyle>
          <a:p>
            <a:pPr eaLnBrk="1" hangingPunct="1"/>
            <a:r>
              <a:rPr lang="en-US" sz="2300" dirty="0">
                <a:latin typeface="Arial" charset="0"/>
                <a:sym typeface="Symbol" pitchFamily="18" charset="2"/>
              </a:rPr>
              <a:t>It is possible to treat the for loop structure like a conditional loop that is not fixed.  In fact, a for loop can be designed to behave exactly like a </a:t>
            </a:r>
            <a:r>
              <a:rPr lang="en-US" sz="2300" b="0" dirty="0">
                <a:sym typeface="Symbol" pitchFamily="18" charset="2"/>
              </a:rPr>
              <a:t>while</a:t>
            </a:r>
            <a:r>
              <a:rPr lang="en-US" sz="2300" dirty="0">
                <a:latin typeface="Arial" charset="0"/>
                <a:sym typeface="Symbol" pitchFamily="18" charset="2"/>
              </a:rPr>
              <a:t> loop.</a:t>
            </a:r>
          </a:p>
          <a:p>
            <a:pPr eaLnBrk="1" hangingPunct="1"/>
            <a:endParaRPr lang="en-US" sz="2300" dirty="0">
              <a:latin typeface="Arial" charset="0"/>
              <a:sym typeface="Symbol" pitchFamily="18" charset="2"/>
            </a:endParaRPr>
          </a:p>
          <a:p>
            <a:pPr eaLnBrk="1" hangingPunct="1"/>
            <a:r>
              <a:rPr lang="en-US" sz="2300" dirty="0">
                <a:latin typeface="Arial" charset="0"/>
                <a:sym typeface="Symbol" pitchFamily="18" charset="2"/>
              </a:rPr>
              <a:t>It is my intention to use and treat a for loop like a </a:t>
            </a:r>
            <a:r>
              <a:rPr lang="en-US" sz="2300" i="1" dirty="0">
                <a:latin typeface="Arial" pitchFamily="34" charset="0"/>
                <a:cs typeface="Arial" pitchFamily="34" charset="0"/>
                <a:sym typeface="Symbol" pitchFamily="18" charset="2"/>
              </a:rPr>
              <a:t>fixed</a:t>
            </a:r>
            <a:r>
              <a:rPr lang="en-US" sz="2300" dirty="0">
                <a:latin typeface="Arial" charset="0"/>
                <a:sym typeface="Symbol" pitchFamily="18" charset="2"/>
              </a:rPr>
              <a:t> iteration loop and use the </a:t>
            </a:r>
            <a:r>
              <a:rPr lang="en-US" sz="2300" b="0" dirty="0">
                <a:sym typeface="Symbol" pitchFamily="18" charset="2"/>
              </a:rPr>
              <a:t>while</a:t>
            </a:r>
            <a:r>
              <a:rPr lang="en-US" sz="2300" dirty="0">
                <a:latin typeface="Arial" charset="0"/>
                <a:sym typeface="Symbol" pitchFamily="18" charset="2"/>
              </a:rPr>
              <a:t> loop and </a:t>
            </a:r>
            <a:r>
              <a:rPr lang="en-US" sz="2300" b="0" dirty="0">
                <a:sym typeface="Symbol" pitchFamily="18" charset="2"/>
              </a:rPr>
              <a:t>do...while</a:t>
            </a:r>
            <a:r>
              <a:rPr lang="en-US" sz="2300" dirty="0">
                <a:latin typeface="Arial" charset="0"/>
                <a:sym typeface="Symbol" pitchFamily="18" charset="2"/>
              </a:rPr>
              <a:t> loop for other repetition situations.</a:t>
            </a:r>
          </a:p>
          <a:p>
            <a:pPr eaLnBrk="1" hangingPunct="1"/>
            <a:endParaRPr lang="en-US" sz="2300" dirty="0">
              <a:latin typeface="Arial" charset="0"/>
              <a:sym typeface="Symbol" pitchFamily="18" charset="2"/>
            </a:endParaRPr>
          </a:p>
          <a:p>
            <a:pPr eaLnBrk="1" hangingPunct="1"/>
            <a:r>
              <a:rPr lang="en-US" sz="2300" dirty="0">
                <a:latin typeface="Arial" charset="0"/>
                <a:sym typeface="Symbol" pitchFamily="18" charset="2"/>
              </a:rPr>
              <a:t>This approach is less likely to cause confusion.  At some later date, when you are comfortable with all the control structures, you can use them in any appropriate manner.</a:t>
            </a:r>
          </a:p>
          <a:p>
            <a:pPr eaLnBrk="1" hangingPunct="1"/>
            <a:endParaRPr lang="en-US" sz="2300" dirty="0">
              <a:latin typeface="Arial" charset="0"/>
              <a:sym typeface="Symbol" pitchFamily="18" charset="2"/>
            </a:endParaRPr>
          </a:p>
          <a:p>
            <a:pPr algn="ctr" eaLnBrk="1" hangingPunct="1"/>
            <a:r>
              <a:rPr lang="en-US" sz="2600" b="0" i="1" dirty="0">
                <a:latin typeface="Arial Rounded MT Bold" pitchFamily="34" charset="0"/>
                <a:sym typeface="Symbol" pitchFamily="18" charset="2"/>
              </a:rPr>
              <a:t>If this does not make sense to you, </a:t>
            </a:r>
            <a:r>
              <a:rPr lang="en-US" sz="2600" b="0" i="1" u="sng" dirty="0" smtClean="0">
                <a:latin typeface="Arial Rounded MT Bold" pitchFamily="34" charset="0"/>
                <a:sym typeface="Symbol" pitchFamily="18" charset="2"/>
              </a:rPr>
              <a:t>do not worry.</a:t>
            </a:r>
          </a:p>
          <a:p>
            <a:pPr algn="ctr" eaLnBrk="1" hangingPunct="1"/>
            <a:r>
              <a:rPr lang="en-US" sz="2600" b="0" i="1" dirty="0" smtClean="0">
                <a:latin typeface="Arial Rounded MT Bold" pitchFamily="34" charset="0"/>
                <a:sym typeface="Symbol" pitchFamily="18" charset="2"/>
              </a:rPr>
              <a:t>Ignore </a:t>
            </a:r>
            <a:r>
              <a:rPr lang="en-US" sz="2600" b="0" i="1" dirty="0">
                <a:latin typeface="Arial Rounded MT Bold" pitchFamily="34" charset="0"/>
                <a:sym typeface="Symbol" pitchFamily="18" charset="2"/>
              </a:rPr>
              <a:t>this little summary box, and move on.</a:t>
            </a:r>
          </a:p>
        </p:txBody>
      </p:sp>
    </p:spTree>
  </p:cSld>
  <p:clrMapOvr>
    <a:masterClrMapping/>
  </p:clrMapOvr>
  <p:timing>
    <p:tnLst>
      <p:par>
        <p:cTn xmlns:p14="http://schemas.microsoft.com/office/powerpoint/2010/mai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2"/>
          <p:cNvSpPr txBox="1">
            <a:spLocks noChangeArrowheads="1"/>
          </p:cNvSpPr>
          <p:nvPr/>
        </p:nvSpPr>
        <p:spPr bwMode="auto">
          <a:xfrm>
            <a:off x="0" y="0"/>
            <a:ext cx="9144000" cy="6858000"/>
          </a:xfrm>
          <a:prstGeom prst="rect">
            <a:avLst/>
          </a:prstGeom>
          <a:solidFill>
            <a:srgbClr val="FFFF99"/>
          </a:solidFill>
          <a:ln w="57150">
            <a:solidFill>
              <a:schemeClr val="tx1"/>
            </a:solidFill>
            <a:miter lim="800000"/>
            <a:headEnd/>
            <a:tailEnd/>
          </a:ln>
        </p:spPr>
        <p:txBody>
          <a:bodyPr>
            <a:spAutoFit/>
          </a:bodyPr>
          <a:lstStyle>
            <a:lvl1pPr eaLnBrk="0" hangingPunct="0">
              <a:tabLst>
                <a:tab pos="45720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1pPr>
            <a:lvl2pPr marL="742950" indent="-285750" eaLnBrk="0" hangingPunct="0">
              <a:tabLst>
                <a:tab pos="45720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2pPr>
            <a:lvl3pPr marL="1143000" indent="-228600" eaLnBrk="0" hangingPunct="0">
              <a:tabLst>
                <a:tab pos="45720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3pPr>
            <a:lvl4pPr marL="1600200" indent="-228600" eaLnBrk="0" hangingPunct="0">
              <a:tabLst>
                <a:tab pos="45720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4pPr>
            <a:lvl5pPr marL="2057400" indent="-228600" eaLnBrk="0" hangingPunct="0">
              <a:tabLst>
                <a:tab pos="45720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45720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45720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45720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45720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9pPr>
          </a:lstStyle>
          <a:p>
            <a:r>
              <a:rPr lang="en-US" sz="2400" dirty="0">
                <a:latin typeface="Times New Roman" panose="02020603050405020304" pitchFamily="18" charset="0"/>
                <a:cs typeface="Times New Roman" panose="02020603050405020304" pitchFamily="18" charset="0"/>
              </a:rPr>
              <a:t>// Java0511.java</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This program demonstrates the precondition &lt;while&gt; loop.</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This loop will continue until the loop condition is false.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public </a:t>
            </a:r>
            <a:r>
              <a:rPr lang="en-US" sz="2400" dirty="0">
                <a:latin typeface="Times New Roman" panose="02020603050405020304" pitchFamily="18" charset="0"/>
                <a:cs typeface="Times New Roman" panose="02020603050405020304" pitchFamily="18" charset="0"/>
              </a:rPr>
              <a:t>class Java0511</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	public </a:t>
            </a:r>
            <a:r>
              <a:rPr lang="en-US" sz="2400" dirty="0">
                <a:latin typeface="Times New Roman" panose="02020603050405020304" pitchFamily="18" charset="0"/>
                <a:cs typeface="Times New Roman" panose="02020603050405020304" pitchFamily="18" charset="0"/>
              </a:rPr>
              <a:t>static void main(String </a:t>
            </a:r>
            <a:r>
              <a:rPr lang="en-US" sz="2400" dirty="0" err="1">
                <a:latin typeface="Times New Roman" panose="02020603050405020304" pitchFamily="18" charset="0"/>
                <a:cs typeface="Times New Roman" panose="02020603050405020304" pitchFamily="18" charset="0"/>
              </a:rPr>
              <a:t>args</a:t>
            </a:r>
            <a:r>
              <a:rPr lang="en-US" sz="2400" dirty="0">
                <a:latin typeface="Times New Roman" panose="02020603050405020304" pitchFamily="18" charset="0"/>
                <a:cs typeface="Times New Roman" panose="02020603050405020304" pitchFamily="18" charset="0"/>
              </a:rPr>
              <a: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System.out.println</a:t>
            </a:r>
            <a:r>
              <a:rPr lang="en-US" sz="2400" dirty="0">
                <a:latin typeface="Times New Roman" panose="02020603050405020304" pitchFamily="18" charset="0"/>
                <a:cs typeface="Times New Roman" panose="02020603050405020304" pitchFamily="18" charset="0"/>
              </a:rPr>
              <a:t>("\nJAVA0511.JAVA\n");</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int</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number = 0</a:t>
            </a:r>
            <a:r>
              <a:rPr lang="en-US" sz="2400" dirty="0" smtClean="0">
                <a:latin typeface="Times New Roman" panose="02020603050405020304" pitchFamily="18" charset="0"/>
                <a:cs typeface="Times New Roman" panose="02020603050405020304" pitchFamily="18" charset="0"/>
              </a:rPr>
              <a:t>;</a:t>
            </a:r>
          </a:p>
          <a:p>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b="0" dirty="0">
                <a:cs typeface="Times New Roman" panose="02020603050405020304" pitchFamily="18" charset="0"/>
              </a:rPr>
              <a:t>      </a:t>
            </a:r>
            <a:r>
              <a:rPr lang="en-US" sz="2400" b="0" dirty="0" smtClean="0">
                <a:cs typeface="Times New Roman" panose="02020603050405020304" pitchFamily="18" charset="0"/>
              </a:rPr>
              <a:t>	while </a:t>
            </a:r>
            <a:r>
              <a:rPr lang="en-US" sz="2400" b="0" dirty="0">
                <a:cs typeface="Times New Roman" panose="02020603050405020304" pitchFamily="18" charset="0"/>
              </a:rPr>
              <a:t>(number &lt;= 10)</a:t>
            </a:r>
            <a:br>
              <a:rPr lang="en-US" sz="2400" b="0" dirty="0">
                <a:cs typeface="Times New Roman" panose="02020603050405020304" pitchFamily="18" charset="0"/>
              </a:rPr>
            </a:br>
            <a:r>
              <a:rPr lang="en-US" sz="2400" b="0" dirty="0">
                <a:cs typeface="Times New Roman" panose="02020603050405020304" pitchFamily="18" charset="0"/>
              </a:rPr>
              <a:t>      </a:t>
            </a:r>
            <a:r>
              <a:rPr lang="en-US" sz="2400" b="0" dirty="0" smtClean="0">
                <a:cs typeface="Times New Roman" panose="02020603050405020304" pitchFamily="18" charset="0"/>
              </a:rPr>
              <a:t>	{</a:t>
            </a:r>
            <a:r>
              <a:rPr lang="en-US" sz="2400" b="0" dirty="0">
                <a:cs typeface="Times New Roman" panose="02020603050405020304" pitchFamily="18" charset="0"/>
              </a:rPr>
              <a:t/>
            </a:r>
            <a:br>
              <a:rPr lang="en-US" sz="2400" b="0" dirty="0">
                <a:cs typeface="Times New Roman" panose="02020603050405020304" pitchFamily="18" charset="0"/>
              </a:rPr>
            </a:br>
            <a:r>
              <a:rPr lang="en-US" sz="2400" b="0" dirty="0">
                <a:cs typeface="Times New Roman" panose="02020603050405020304" pitchFamily="18" charset="0"/>
              </a:rPr>
              <a:t>         </a:t>
            </a:r>
            <a:r>
              <a:rPr lang="en-US" sz="2400" b="0" dirty="0" smtClean="0">
                <a:cs typeface="Times New Roman" panose="02020603050405020304" pitchFamily="18" charset="0"/>
              </a:rPr>
              <a:t>		</a:t>
            </a:r>
            <a:r>
              <a:rPr lang="en-US" sz="2400" b="0" dirty="0" err="1" smtClean="0">
                <a:cs typeface="Times New Roman" panose="02020603050405020304" pitchFamily="18" charset="0"/>
              </a:rPr>
              <a:t>System.out.println</a:t>
            </a:r>
            <a:r>
              <a:rPr lang="en-US" sz="2400" b="0" dirty="0">
                <a:cs typeface="Times New Roman" panose="02020603050405020304" pitchFamily="18" charset="0"/>
              </a:rPr>
              <a:t>("Number: " + number);</a:t>
            </a:r>
            <a:br>
              <a:rPr lang="en-US" sz="2400" b="0" dirty="0">
                <a:cs typeface="Times New Roman" panose="02020603050405020304" pitchFamily="18" charset="0"/>
              </a:rPr>
            </a:br>
            <a:r>
              <a:rPr lang="en-US" sz="2400" b="0" dirty="0">
                <a:cs typeface="Times New Roman" panose="02020603050405020304" pitchFamily="18" charset="0"/>
              </a:rPr>
              <a:t>         </a:t>
            </a:r>
            <a:r>
              <a:rPr lang="en-US" sz="2400" b="0" dirty="0" smtClean="0">
                <a:cs typeface="Times New Roman" panose="02020603050405020304" pitchFamily="18" charset="0"/>
              </a:rPr>
              <a:t>		number</a:t>
            </a:r>
            <a:r>
              <a:rPr lang="en-US" sz="2400" b="0" dirty="0">
                <a:cs typeface="Times New Roman" panose="02020603050405020304" pitchFamily="18" charset="0"/>
              </a:rPr>
              <a:t>++;</a:t>
            </a:r>
            <a:br>
              <a:rPr lang="en-US" sz="2400" b="0" dirty="0">
                <a:cs typeface="Times New Roman" panose="02020603050405020304" pitchFamily="18" charset="0"/>
              </a:rPr>
            </a:br>
            <a:r>
              <a:rPr lang="en-US" sz="2400" b="0" dirty="0">
                <a:cs typeface="Times New Roman" panose="02020603050405020304" pitchFamily="18" charset="0"/>
              </a:rPr>
              <a:t>      </a:t>
            </a:r>
            <a:r>
              <a:rPr lang="en-US" sz="2400" b="0" dirty="0" smtClean="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a:t>
            </a:r>
          </a:p>
          <a:p>
            <a:endParaRPr lang="en-US" sz="24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6781800" y="0"/>
            <a:ext cx="2362200" cy="4708981"/>
          </a:xfrm>
          <a:prstGeom prst="rect">
            <a:avLst/>
          </a:prstGeom>
          <a:solidFill>
            <a:schemeClr val="accent6">
              <a:lumMod val="20000"/>
              <a:lumOff val="80000"/>
            </a:schemeClr>
          </a:solidFill>
          <a:ln w="57150">
            <a:solidFill>
              <a:schemeClr val="tx1"/>
            </a:solidFill>
          </a:ln>
        </p:spPr>
        <p:txBody>
          <a:bodyPr wrap="square" rtlCol="0">
            <a:spAutoFit/>
          </a:bodyPr>
          <a:lstStyle/>
          <a:p>
            <a:endParaRPr lang="en-US" sz="2000" spc="-10" dirty="0" smtClean="0">
              <a:latin typeface="Courier New" panose="02070309020205020404" pitchFamily="49" charset="0"/>
              <a:cs typeface="Courier New" panose="02070309020205020404" pitchFamily="49" charset="0"/>
            </a:endParaRPr>
          </a:p>
          <a:p>
            <a:r>
              <a:rPr lang="en-US" sz="2000" dirty="0">
                <a:latin typeface="Courier New" panose="02070309020205020404" pitchFamily="49" charset="0"/>
                <a:cs typeface="Courier New" panose="02070309020205020404" pitchFamily="49" charset="0"/>
              </a:rPr>
              <a:t>JAVA0511.JAVA</a:t>
            </a:r>
          </a:p>
          <a:p>
            <a:r>
              <a:rPr lang="en-US" sz="2000" dirty="0">
                <a:latin typeface="Courier New" panose="02070309020205020404" pitchFamily="49" charset="0"/>
                <a:cs typeface="Courier New" panose="02070309020205020404" pitchFamily="49" charset="0"/>
              </a:rPr>
              <a:t> </a:t>
            </a:r>
          </a:p>
          <a:p>
            <a:r>
              <a:rPr lang="en-US" sz="2000" dirty="0">
                <a:latin typeface="Courier New" panose="02070309020205020404" pitchFamily="49" charset="0"/>
                <a:cs typeface="Courier New" panose="02070309020205020404" pitchFamily="49" charset="0"/>
              </a:rPr>
              <a:t>Number: 0</a:t>
            </a:r>
          </a:p>
          <a:p>
            <a:r>
              <a:rPr lang="en-US" sz="2000" dirty="0">
                <a:latin typeface="Courier New" panose="02070309020205020404" pitchFamily="49" charset="0"/>
                <a:cs typeface="Courier New" panose="02070309020205020404" pitchFamily="49" charset="0"/>
              </a:rPr>
              <a:t>Number: 1</a:t>
            </a:r>
          </a:p>
          <a:p>
            <a:r>
              <a:rPr lang="en-US" sz="2000" dirty="0">
                <a:latin typeface="Courier New" panose="02070309020205020404" pitchFamily="49" charset="0"/>
                <a:cs typeface="Courier New" panose="02070309020205020404" pitchFamily="49" charset="0"/>
              </a:rPr>
              <a:t>Number: 2</a:t>
            </a:r>
          </a:p>
          <a:p>
            <a:r>
              <a:rPr lang="en-US" sz="2000" dirty="0">
                <a:latin typeface="Courier New" panose="02070309020205020404" pitchFamily="49" charset="0"/>
                <a:cs typeface="Courier New" panose="02070309020205020404" pitchFamily="49" charset="0"/>
              </a:rPr>
              <a:t>Number: 3</a:t>
            </a:r>
          </a:p>
          <a:p>
            <a:r>
              <a:rPr lang="en-US" sz="2000" dirty="0">
                <a:latin typeface="Courier New" panose="02070309020205020404" pitchFamily="49" charset="0"/>
                <a:cs typeface="Courier New" panose="02070309020205020404" pitchFamily="49" charset="0"/>
              </a:rPr>
              <a:t>Number: 4</a:t>
            </a:r>
          </a:p>
          <a:p>
            <a:r>
              <a:rPr lang="en-US" sz="2000" dirty="0">
                <a:latin typeface="Courier New" panose="02070309020205020404" pitchFamily="49" charset="0"/>
                <a:cs typeface="Courier New" panose="02070309020205020404" pitchFamily="49" charset="0"/>
              </a:rPr>
              <a:t>Number: 5</a:t>
            </a:r>
          </a:p>
          <a:p>
            <a:r>
              <a:rPr lang="en-US" sz="2000" dirty="0">
                <a:latin typeface="Courier New" panose="02070309020205020404" pitchFamily="49" charset="0"/>
                <a:cs typeface="Courier New" panose="02070309020205020404" pitchFamily="49" charset="0"/>
              </a:rPr>
              <a:t>Number: 6</a:t>
            </a:r>
          </a:p>
          <a:p>
            <a:r>
              <a:rPr lang="en-US" sz="2000" dirty="0">
                <a:latin typeface="Courier New" panose="02070309020205020404" pitchFamily="49" charset="0"/>
                <a:cs typeface="Courier New" panose="02070309020205020404" pitchFamily="49" charset="0"/>
              </a:rPr>
              <a:t>Number: 7</a:t>
            </a:r>
          </a:p>
          <a:p>
            <a:r>
              <a:rPr lang="en-US" sz="2000" dirty="0">
                <a:latin typeface="Courier New" panose="02070309020205020404" pitchFamily="49" charset="0"/>
                <a:cs typeface="Courier New" panose="02070309020205020404" pitchFamily="49" charset="0"/>
              </a:rPr>
              <a:t>Number: 8</a:t>
            </a:r>
          </a:p>
          <a:p>
            <a:r>
              <a:rPr lang="en-US" sz="2000" dirty="0">
                <a:latin typeface="Courier New" panose="02070309020205020404" pitchFamily="49" charset="0"/>
                <a:cs typeface="Courier New" panose="02070309020205020404" pitchFamily="49" charset="0"/>
              </a:rPr>
              <a:t>Number: 9</a:t>
            </a:r>
          </a:p>
          <a:p>
            <a:r>
              <a:rPr lang="en-US" sz="2000" dirty="0">
                <a:latin typeface="Courier New" panose="02070309020205020404" pitchFamily="49" charset="0"/>
                <a:cs typeface="Courier New" panose="02070309020205020404" pitchFamily="49" charset="0"/>
              </a:rPr>
              <a:t>Number: 10</a:t>
            </a:r>
          </a:p>
          <a:p>
            <a:endParaRPr lang="en-US" sz="2000" spc="-10" dirty="0" smtClean="0">
              <a:latin typeface="Courier New" panose="02070309020205020404" pitchFamily="49" charset="0"/>
              <a:cs typeface="Courier New" panose="02070309020205020404" pitchFamily="49" charset="0"/>
            </a:endParaRPr>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to="" calcmode="lin" valueType="num">
                                      <p:cBhvr>
                                        <p:cTn id="7" dur="1" fill="hold"/>
                                        <p:tgtEl>
                                          <p:spTgt spid="5"/>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0" y="0"/>
            <a:ext cx="9144000" cy="990600"/>
          </a:xfrm>
        </p:spPr>
        <p:txBody>
          <a:bodyPr/>
          <a:lstStyle/>
          <a:p>
            <a:r>
              <a:rPr lang="en-US" sz="4800" dirty="0" smtClean="0">
                <a:latin typeface="Arial Black" pitchFamily="34" charset="0"/>
              </a:rPr>
              <a:t>Pre-Conditional Repetition</a:t>
            </a:r>
          </a:p>
        </p:txBody>
      </p:sp>
      <p:sp>
        <p:nvSpPr>
          <p:cNvPr id="69635" name="Text Box 3"/>
          <p:cNvSpPr txBox="1">
            <a:spLocks noChangeArrowheads="1"/>
          </p:cNvSpPr>
          <p:nvPr/>
        </p:nvSpPr>
        <p:spPr bwMode="auto">
          <a:xfrm>
            <a:off x="1295400" y="990600"/>
            <a:ext cx="6553200" cy="5811838"/>
          </a:xfrm>
          <a:prstGeom prst="rect">
            <a:avLst/>
          </a:prstGeom>
          <a:solidFill>
            <a:srgbClr val="00FFCC"/>
          </a:solidFill>
          <a:ln w="57150">
            <a:solidFill>
              <a:schemeClr val="tx1"/>
            </a:solidFill>
            <a:miter lim="800000"/>
            <a:headEnd/>
            <a:tailEnd/>
          </a:ln>
        </p:spPr>
        <p:txBody>
          <a:bodyPr>
            <a:spAutoFit/>
          </a:bodyPr>
          <a:lstStyle>
            <a:lvl1pPr eaLnBrk="0" hangingPunct="0">
              <a:tabLst>
                <a:tab pos="457200" algn="l"/>
                <a:tab pos="914400" algn="l"/>
                <a:tab pos="1371600" algn="l"/>
                <a:tab pos="1828800" algn="l"/>
                <a:tab pos="2286000" algn="l"/>
              </a:tabLst>
              <a:defRPr sz="1900" b="1">
                <a:solidFill>
                  <a:schemeClr val="tx1"/>
                </a:solidFill>
                <a:latin typeface="Arial Black" pitchFamily="34" charset="0"/>
              </a:defRPr>
            </a:lvl1pPr>
            <a:lvl2pPr marL="742950" indent="-285750" eaLnBrk="0" hangingPunct="0">
              <a:tabLst>
                <a:tab pos="457200" algn="l"/>
                <a:tab pos="914400" algn="l"/>
                <a:tab pos="1371600" algn="l"/>
                <a:tab pos="1828800" algn="l"/>
                <a:tab pos="2286000" algn="l"/>
              </a:tabLst>
              <a:defRPr sz="1900" b="1">
                <a:solidFill>
                  <a:schemeClr val="tx1"/>
                </a:solidFill>
                <a:latin typeface="Arial Black" pitchFamily="34" charset="0"/>
              </a:defRPr>
            </a:lvl2pPr>
            <a:lvl3pPr marL="1143000" indent="-228600" eaLnBrk="0" hangingPunct="0">
              <a:tabLst>
                <a:tab pos="457200" algn="l"/>
                <a:tab pos="914400" algn="l"/>
                <a:tab pos="1371600" algn="l"/>
                <a:tab pos="1828800" algn="l"/>
                <a:tab pos="2286000" algn="l"/>
              </a:tabLst>
              <a:defRPr sz="1900" b="1">
                <a:solidFill>
                  <a:schemeClr val="tx1"/>
                </a:solidFill>
                <a:latin typeface="Arial Black" pitchFamily="34" charset="0"/>
              </a:defRPr>
            </a:lvl3pPr>
            <a:lvl4pPr marL="1600200" indent="-228600" eaLnBrk="0" hangingPunct="0">
              <a:tabLst>
                <a:tab pos="457200" algn="l"/>
                <a:tab pos="914400" algn="l"/>
                <a:tab pos="1371600" algn="l"/>
                <a:tab pos="1828800" algn="l"/>
                <a:tab pos="2286000" algn="l"/>
              </a:tabLst>
              <a:defRPr sz="1900" b="1">
                <a:solidFill>
                  <a:schemeClr val="tx1"/>
                </a:solidFill>
                <a:latin typeface="Arial Black" pitchFamily="34" charset="0"/>
              </a:defRPr>
            </a:lvl4pPr>
            <a:lvl5pPr marL="2057400" indent="-228600" eaLnBrk="0" hangingPunct="0">
              <a:tabLst>
                <a:tab pos="457200" algn="l"/>
                <a:tab pos="914400" algn="l"/>
                <a:tab pos="1371600" algn="l"/>
                <a:tab pos="1828800" algn="l"/>
                <a:tab pos="2286000"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457200" algn="l"/>
                <a:tab pos="914400" algn="l"/>
                <a:tab pos="1371600" algn="l"/>
                <a:tab pos="1828800" algn="l"/>
                <a:tab pos="2286000"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457200" algn="l"/>
                <a:tab pos="914400" algn="l"/>
                <a:tab pos="1371600" algn="l"/>
                <a:tab pos="1828800" algn="l"/>
                <a:tab pos="2286000"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457200" algn="l"/>
                <a:tab pos="914400" algn="l"/>
                <a:tab pos="1371600" algn="l"/>
                <a:tab pos="1828800" algn="l"/>
                <a:tab pos="2286000"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457200" algn="l"/>
                <a:tab pos="914400" algn="l"/>
                <a:tab pos="1371600" algn="l"/>
                <a:tab pos="1828800" algn="l"/>
                <a:tab pos="2286000" algn="l"/>
              </a:tabLst>
              <a:defRPr sz="1900" b="1">
                <a:solidFill>
                  <a:schemeClr val="tx1"/>
                </a:solidFill>
                <a:latin typeface="Arial Black" pitchFamily="34" charset="0"/>
              </a:defRPr>
            </a:lvl9pPr>
          </a:lstStyle>
          <a:p>
            <a:pPr eaLnBrk="1" hangingPunct="1"/>
            <a:r>
              <a:rPr lang="en-US" sz="2100" dirty="0">
                <a:latin typeface="Arial" charset="0"/>
                <a:sym typeface="Symbol" pitchFamily="18" charset="2"/>
              </a:rPr>
              <a:t>General Syntax:</a:t>
            </a:r>
          </a:p>
          <a:p>
            <a:pPr eaLnBrk="1" hangingPunct="1">
              <a:lnSpc>
                <a:spcPct val="70000"/>
              </a:lnSpc>
            </a:pPr>
            <a:endParaRPr lang="en-US" sz="2100" dirty="0">
              <a:latin typeface="Arial" charset="0"/>
              <a:sym typeface="Symbol" pitchFamily="18" charset="2"/>
            </a:endParaRPr>
          </a:p>
          <a:p>
            <a:r>
              <a:rPr lang="en-US" sz="2100" b="0" dirty="0">
                <a:latin typeface="Arial" charset="0"/>
              </a:rPr>
              <a:t>initialize condition variable before the while loop</a:t>
            </a:r>
          </a:p>
          <a:p>
            <a:r>
              <a:rPr lang="en-US" sz="2100" b="0" dirty="0">
                <a:latin typeface="Arial" charset="0"/>
              </a:rPr>
              <a:t>while(condition is true)</a:t>
            </a:r>
          </a:p>
          <a:p>
            <a:r>
              <a:rPr lang="en-US" sz="2100" b="0" dirty="0">
                <a:latin typeface="Arial" charset="0"/>
              </a:rPr>
              <a:t>{</a:t>
            </a:r>
          </a:p>
          <a:p>
            <a:r>
              <a:rPr lang="en-US" sz="2100" b="0" dirty="0">
                <a:latin typeface="Arial" charset="0"/>
              </a:rPr>
              <a:t>     loop body</a:t>
            </a:r>
          </a:p>
          <a:p>
            <a:r>
              <a:rPr lang="en-US" sz="2100" b="0" dirty="0">
                <a:latin typeface="Arial" charset="0"/>
              </a:rPr>
              <a:t>     alter condition variable in the loop body </a:t>
            </a:r>
          </a:p>
          <a:p>
            <a:r>
              <a:rPr lang="en-US" sz="2100" b="0" dirty="0">
                <a:latin typeface="Arial" charset="0"/>
              </a:rPr>
              <a:t>}</a:t>
            </a:r>
          </a:p>
          <a:p>
            <a:pPr eaLnBrk="1" hangingPunct="1"/>
            <a:endParaRPr lang="en-US" sz="2100" dirty="0">
              <a:latin typeface="Times New Roman" pitchFamily="18" charset="0"/>
              <a:sym typeface="Symbol" pitchFamily="18" charset="2"/>
            </a:endParaRPr>
          </a:p>
          <a:p>
            <a:pPr eaLnBrk="1" hangingPunct="1"/>
            <a:r>
              <a:rPr lang="en-US" sz="2100" dirty="0">
                <a:latin typeface="Arial" charset="0"/>
                <a:sym typeface="Symbol" pitchFamily="18" charset="2"/>
              </a:rPr>
              <a:t>Specific Example:</a:t>
            </a:r>
          </a:p>
          <a:p>
            <a:pPr eaLnBrk="1" hangingPunct="1"/>
            <a:endParaRPr lang="en-US" sz="2100" dirty="0">
              <a:latin typeface="Times New Roman" pitchFamily="18" charset="0"/>
              <a:sym typeface="Symbol" pitchFamily="18" charset="2"/>
            </a:endParaRPr>
          </a:p>
          <a:p>
            <a:r>
              <a:rPr lang="en-US" sz="2100" dirty="0" err="1">
                <a:latin typeface="Times New Roman" pitchFamily="18" charset="0"/>
                <a:cs typeface="Times New Roman" pitchFamily="18" charset="0"/>
              </a:rPr>
              <a:t>int</a:t>
            </a:r>
            <a:r>
              <a:rPr lang="en-US" sz="2100" dirty="0">
                <a:latin typeface="Times New Roman" pitchFamily="18" charset="0"/>
                <a:cs typeface="Times New Roman" pitchFamily="18" charset="0"/>
              </a:rPr>
              <a:t> pin = 0;        </a:t>
            </a:r>
            <a:r>
              <a:rPr lang="en-US" sz="2100" b="0" dirty="0">
                <a:latin typeface="Times New Roman" pitchFamily="18" charset="0"/>
                <a:cs typeface="Times New Roman" pitchFamily="18" charset="0"/>
              </a:rPr>
              <a:t>// initialize condition variable </a:t>
            </a:r>
          </a:p>
          <a:p>
            <a:r>
              <a:rPr lang="en-US" sz="2100" dirty="0">
                <a:latin typeface="Times New Roman" pitchFamily="18" charset="0"/>
                <a:cs typeface="Times New Roman" pitchFamily="18" charset="0"/>
              </a:rPr>
              <a:t>while(pin != 5678)</a:t>
            </a:r>
          </a:p>
          <a:p>
            <a:r>
              <a:rPr lang="en-US" sz="2100" dirty="0">
                <a:latin typeface="Times New Roman" pitchFamily="18" charset="0"/>
                <a:cs typeface="Times New Roman" pitchFamily="18" charset="0"/>
              </a:rPr>
              <a:t>{</a:t>
            </a:r>
          </a:p>
          <a:p>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System.out.print</a:t>
            </a:r>
            <a:r>
              <a:rPr lang="en-US" sz="2100" dirty="0">
                <a:latin typeface="Times New Roman" pitchFamily="18" charset="0"/>
                <a:cs typeface="Times New Roman" pitchFamily="18" charset="0"/>
              </a:rPr>
              <a:t>("Enter pin.  ===&gt;&gt;  ");</a:t>
            </a:r>
          </a:p>
          <a:p>
            <a:r>
              <a:rPr lang="en-US" sz="2100" dirty="0">
                <a:latin typeface="Times New Roman" pitchFamily="18" charset="0"/>
                <a:cs typeface="Times New Roman" pitchFamily="18" charset="0"/>
              </a:rPr>
              <a:t>	pin = </a:t>
            </a:r>
            <a:r>
              <a:rPr lang="en-US" sz="2100" dirty="0" err="1" smtClean="0">
                <a:latin typeface="Times New Roman" pitchFamily="18" charset="0"/>
                <a:cs typeface="Times New Roman" pitchFamily="18" charset="0"/>
              </a:rPr>
              <a:t>input.nextInt</a:t>
            </a:r>
            <a:r>
              <a:rPr lang="en-US" sz="2100" dirty="0" smtClean="0">
                <a:latin typeface="Times New Roman" pitchFamily="18" charset="0"/>
                <a:cs typeface="Times New Roman" pitchFamily="18" charset="0"/>
              </a:rPr>
              <a:t>();     </a:t>
            </a:r>
            <a:r>
              <a:rPr lang="en-US" sz="2100" b="0" dirty="0" smtClean="0">
                <a:latin typeface="Times New Roman" pitchFamily="18" charset="0"/>
                <a:cs typeface="Times New Roman" pitchFamily="18" charset="0"/>
              </a:rPr>
              <a:t>// </a:t>
            </a:r>
            <a:r>
              <a:rPr lang="en-US" sz="2100" b="0" dirty="0">
                <a:latin typeface="Times New Roman" pitchFamily="18" charset="0"/>
                <a:cs typeface="Times New Roman" pitchFamily="18" charset="0"/>
              </a:rPr>
              <a:t>alter condition variable</a:t>
            </a:r>
          </a:p>
          <a:p>
            <a:r>
              <a:rPr lang="en-US" sz="2100" dirty="0">
                <a:latin typeface="Times New Roman" pitchFamily="18" charset="0"/>
                <a:cs typeface="Times New Roman" pitchFamily="18" charset="0"/>
              </a:rPr>
              <a:t>}</a:t>
            </a:r>
          </a:p>
          <a:p>
            <a:r>
              <a:rPr lang="en-US" sz="2100" dirty="0" err="1">
                <a:latin typeface="Times New Roman" pitchFamily="18" charset="0"/>
                <a:cs typeface="Times New Roman" pitchFamily="18" charset="0"/>
              </a:rPr>
              <a:t>System.out.println</a:t>
            </a:r>
            <a:r>
              <a:rPr lang="en-US" sz="2100" dirty="0">
                <a:latin typeface="Times New Roman" pitchFamily="18" charset="0"/>
                <a:cs typeface="Times New Roman" pitchFamily="18" charset="0"/>
              </a:rPr>
              <a:t>("Welcome.");</a:t>
            </a:r>
          </a:p>
        </p:txBody>
      </p:sp>
    </p:spTree>
  </p:cSld>
  <p:clrMapOvr>
    <a:masterClrMapping/>
  </p:clrMapOvr>
  <p:timing>
    <p:tnLst>
      <p:par>
        <p:cTn xmlns:p14="http://schemas.microsoft.com/office/powerpoint/2010/mai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88511" name="Group 63"/>
          <p:cNvGraphicFramePr>
            <a:graphicFrameLocks noGrp="1"/>
          </p:cNvGraphicFramePr>
          <p:nvPr/>
        </p:nvGraphicFramePr>
        <p:xfrm>
          <a:off x="0" y="0"/>
          <a:ext cx="9144000" cy="6858000"/>
        </p:xfrm>
        <a:graphic>
          <a:graphicData uri="http://schemas.openxmlformats.org/drawingml/2006/table">
            <a:tbl>
              <a:tblPr/>
              <a:tblGrid>
                <a:gridCol w="4572000"/>
                <a:gridCol w="4572000"/>
              </a:tblGrid>
              <a:tr h="12112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200" b="0" i="0" u="none" strike="noStrike" cap="none" normalizeH="0" baseline="0" dirty="0" smtClean="0">
                          <a:ln>
                            <a:noFill/>
                          </a:ln>
                          <a:solidFill>
                            <a:schemeClr val="tx1"/>
                          </a:solidFill>
                          <a:effectLst/>
                          <a:latin typeface="Arial Black" pitchFamily="34" charset="0"/>
                        </a:rPr>
                        <a:t>Program Segment</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200" b="0" i="0" u="none" strike="noStrike" cap="none" normalizeH="0" baseline="0" dirty="0" err="1" smtClean="0">
                          <a:ln>
                            <a:noFill/>
                          </a:ln>
                          <a:solidFill>
                            <a:schemeClr val="tx1"/>
                          </a:solidFill>
                          <a:effectLst/>
                          <a:latin typeface="Arial Black" pitchFamily="34" charset="0"/>
                        </a:rPr>
                        <a:t>NoNo</a:t>
                      </a:r>
                      <a:r>
                        <a:rPr kumimoji="0" lang="en-US" sz="3200" b="0" i="0" u="none" strike="noStrike" cap="none" normalizeH="0" baseline="0" dirty="0" smtClean="0">
                          <a:ln>
                            <a:noFill/>
                          </a:ln>
                          <a:solidFill>
                            <a:schemeClr val="tx1"/>
                          </a:solidFill>
                          <a:effectLst/>
                          <a:latin typeface="Arial Black" pitchFamily="34" charset="0"/>
                        </a:rPr>
                        <a:t> #1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200" b="0" i="0" u="none" strike="noStrike" cap="none" normalizeH="0" baseline="0" smtClean="0">
                          <a:ln>
                            <a:noFill/>
                          </a:ln>
                          <a:solidFill>
                            <a:schemeClr val="tx1"/>
                          </a:solidFill>
                          <a:effectLst/>
                          <a:latin typeface="Arial Black" pitchFamily="34" charset="0"/>
                        </a:rPr>
                        <a:t>Program Segment</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200" b="0" i="0" u="none" strike="noStrike" cap="none" normalizeH="0" baseline="0" smtClean="0">
                          <a:ln>
                            <a:noFill/>
                          </a:ln>
                          <a:solidFill>
                            <a:schemeClr val="tx1"/>
                          </a:solidFill>
                          <a:effectLst/>
                          <a:latin typeface="Arial Black" pitchFamily="34" charset="0"/>
                        </a:rPr>
                        <a:t>YesYes #1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CC"/>
                    </a:solidFill>
                  </a:tcPr>
                </a:tc>
              </a:tr>
              <a:tr h="427831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dirty="0" smtClean="0">
                        <a:ln>
                          <a:noFill/>
                        </a:ln>
                        <a:solidFill>
                          <a:schemeClr val="tx1"/>
                        </a:solidFill>
                        <a:effectLst/>
                        <a:latin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smtClean="0">
                          <a:ln>
                            <a:noFill/>
                          </a:ln>
                          <a:solidFill>
                            <a:schemeClr val="tx1"/>
                          </a:solidFill>
                          <a:effectLst/>
                          <a:latin typeface="Times New Roman" pitchFamily="18" charset="0"/>
                        </a:rPr>
                        <a:t> </a:t>
                      </a:r>
                      <a:r>
                        <a:rPr kumimoji="0" lang="en-US" sz="2800" b="1" i="0" u="none" strike="noStrike" cap="none" normalizeH="0" baseline="0" dirty="0" err="1" smtClean="0">
                          <a:ln>
                            <a:noFill/>
                          </a:ln>
                          <a:solidFill>
                            <a:schemeClr val="tx1"/>
                          </a:solidFill>
                          <a:effectLst/>
                          <a:latin typeface="Times New Roman" pitchFamily="18" charset="0"/>
                        </a:rPr>
                        <a:t>int</a:t>
                      </a:r>
                      <a:r>
                        <a:rPr kumimoji="0" lang="en-US" sz="2800" b="1" i="0" u="none" strike="noStrike" cap="none" normalizeH="0" baseline="0" dirty="0" smtClean="0">
                          <a:ln>
                            <a:noFill/>
                          </a:ln>
                          <a:solidFill>
                            <a:schemeClr val="tx1"/>
                          </a:solidFill>
                          <a:effectLst/>
                          <a:latin typeface="Times New Roman" pitchFamily="18" charset="0"/>
                        </a:rPr>
                        <a:t> x = 0;</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smtClean="0">
                          <a:ln>
                            <a:noFill/>
                          </a:ln>
                          <a:solidFill>
                            <a:schemeClr val="tx1"/>
                          </a:solidFill>
                          <a:effectLst/>
                          <a:latin typeface="Times New Roman" pitchFamily="18" charset="0"/>
                        </a:rPr>
                        <a:t> while(x &lt; 10)</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smtClean="0">
                          <a:ln>
                            <a:noFill/>
                          </a:ln>
                          <a:solidFill>
                            <a:schemeClr val="tx1"/>
                          </a:solidFill>
                          <a:effectLst/>
                          <a:latin typeface="Times New Roman" pitchFamily="18" charset="0"/>
                        </a:rPr>
                        <a:t>      </a:t>
                      </a:r>
                      <a:r>
                        <a:rPr kumimoji="0" lang="en-US" sz="2800" b="1" i="0" u="none" strike="noStrike" cap="none" normalizeH="0" baseline="0" dirty="0" err="1" smtClean="0">
                          <a:ln>
                            <a:noFill/>
                          </a:ln>
                          <a:solidFill>
                            <a:schemeClr val="tx1"/>
                          </a:solidFill>
                          <a:effectLst/>
                          <a:latin typeface="Times New Roman" pitchFamily="18" charset="0"/>
                        </a:rPr>
                        <a:t>System.out.println</a:t>
                      </a:r>
                      <a:r>
                        <a:rPr kumimoji="0" lang="en-US" sz="2800" b="1" i="0" u="none" strike="noStrike" cap="none" normalizeH="0" baseline="0" dirty="0" smtClean="0">
                          <a:ln>
                            <a:noFill/>
                          </a:ln>
                          <a:solidFill>
                            <a:schemeClr val="tx1"/>
                          </a:solidFill>
                          <a:effectLst/>
                          <a:latin typeface="Times New Roman" pitchFamily="18" charset="0"/>
                        </a:rPr>
                        <a:t>(x);</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dirty="0" smtClean="0">
                        <a:ln>
                          <a:noFill/>
                        </a:ln>
                        <a:solidFill>
                          <a:schemeClr val="tx1"/>
                        </a:solidFill>
                        <a:effectLst/>
                        <a:latin typeface="Times New Roman"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dirty="0" smtClean="0">
                        <a:ln>
                          <a:noFill/>
                        </a:ln>
                        <a:solidFill>
                          <a:schemeClr val="tx1"/>
                        </a:solidFill>
                        <a:effectLst/>
                        <a:latin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smtClean="0">
                          <a:ln>
                            <a:noFill/>
                          </a:ln>
                          <a:solidFill>
                            <a:schemeClr val="tx1"/>
                          </a:solidFill>
                          <a:effectLst/>
                          <a:latin typeface="Times New Roman" pitchFamily="18" charset="0"/>
                        </a:rPr>
                        <a:t> </a:t>
                      </a:r>
                      <a:r>
                        <a:rPr kumimoji="0" lang="en-US" sz="2800" b="1" i="0" u="none" strike="noStrike" cap="none" normalizeH="0" baseline="0" dirty="0" err="1" smtClean="0">
                          <a:ln>
                            <a:noFill/>
                          </a:ln>
                          <a:solidFill>
                            <a:schemeClr val="tx1"/>
                          </a:solidFill>
                          <a:effectLst/>
                          <a:latin typeface="Times New Roman" pitchFamily="18" charset="0"/>
                        </a:rPr>
                        <a:t>int</a:t>
                      </a:r>
                      <a:r>
                        <a:rPr kumimoji="0" lang="en-US" sz="2800" b="1" i="0" u="none" strike="noStrike" cap="none" normalizeH="0" baseline="0" dirty="0" smtClean="0">
                          <a:ln>
                            <a:noFill/>
                          </a:ln>
                          <a:solidFill>
                            <a:schemeClr val="tx1"/>
                          </a:solidFill>
                          <a:effectLst/>
                          <a:latin typeface="Times New Roman" pitchFamily="18" charset="0"/>
                        </a:rPr>
                        <a:t> x = 0;</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smtClean="0">
                          <a:ln>
                            <a:noFill/>
                          </a:ln>
                          <a:solidFill>
                            <a:schemeClr val="tx1"/>
                          </a:solidFill>
                          <a:effectLst/>
                          <a:latin typeface="Times New Roman" pitchFamily="18" charset="0"/>
                        </a:rPr>
                        <a:t> while(x &lt; 10)</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smtClean="0">
                          <a:ln>
                            <a:noFill/>
                          </a:ln>
                          <a:solidFill>
                            <a:schemeClr val="tx1"/>
                          </a:solidFill>
                          <a:effectLst/>
                          <a:latin typeface="Times New Roman" pitchFamily="18" charset="0"/>
                        </a:rPr>
                        <a:t> {</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smtClean="0">
                          <a:ln>
                            <a:noFill/>
                          </a:ln>
                          <a:solidFill>
                            <a:schemeClr val="tx1"/>
                          </a:solidFill>
                          <a:effectLst/>
                          <a:latin typeface="Times New Roman" pitchFamily="18" charset="0"/>
                        </a:rPr>
                        <a:t>      x++;</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smtClean="0">
                          <a:ln>
                            <a:noFill/>
                          </a:ln>
                          <a:solidFill>
                            <a:schemeClr val="tx1"/>
                          </a:solidFill>
                          <a:effectLst/>
                          <a:latin typeface="Times New Roman" pitchFamily="18" charset="0"/>
                        </a:rPr>
                        <a:t>      </a:t>
                      </a:r>
                      <a:r>
                        <a:rPr kumimoji="0" lang="en-US" sz="2800" b="1" i="0" u="none" strike="noStrike" cap="none" normalizeH="0" baseline="0" dirty="0" err="1" smtClean="0">
                          <a:ln>
                            <a:noFill/>
                          </a:ln>
                          <a:solidFill>
                            <a:schemeClr val="tx1"/>
                          </a:solidFill>
                          <a:effectLst/>
                          <a:latin typeface="Times New Roman" pitchFamily="18" charset="0"/>
                        </a:rPr>
                        <a:t>System.out.println</a:t>
                      </a:r>
                      <a:r>
                        <a:rPr kumimoji="0" lang="en-US" sz="2800" b="1" i="0" u="none" strike="noStrike" cap="none" normalizeH="0" baseline="0" dirty="0" smtClean="0">
                          <a:ln>
                            <a:noFill/>
                          </a:ln>
                          <a:solidFill>
                            <a:schemeClr val="tx1"/>
                          </a:solidFill>
                          <a:effectLst/>
                          <a:latin typeface="Times New Roman" pitchFamily="18" charset="0"/>
                        </a:rPr>
                        <a:t>(x);</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smtClean="0">
                          <a:ln>
                            <a:noFill/>
                          </a:ln>
                          <a:solidFill>
                            <a:schemeClr val="tx1"/>
                          </a:solidFill>
                          <a:effectLst/>
                          <a:latin typeface="Times New Roman" pitchFamily="18" charset="0"/>
                        </a:rPr>
                        <a:t> }</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dirty="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r>
              <a:tr h="13684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smtClean="0">
                          <a:ln>
                            <a:noFill/>
                          </a:ln>
                          <a:solidFill>
                            <a:schemeClr val="tx1"/>
                          </a:solidFill>
                          <a:effectLst/>
                          <a:latin typeface="Arial" charset="0"/>
                        </a:rPr>
                        <a:t>The loop condition variable, </a:t>
                      </a:r>
                      <a:r>
                        <a:rPr kumimoji="0" lang="en-US" sz="2400" b="0" i="0" u="none" strike="noStrike" cap="none" normalizeH="0" baseline="0" dirty="0" smtClean="0">
                          <a:ln>
                            <a:noFill/>
                          </a:ln>
                          <a:solidFill>
                            <a:schemeClr val="tx1"/>
                          </a:solidFill>
                          <a:effectLst/>
                          <a:latin typeface="Arial Black" pitchFamily="34" charset="0"/>
                        </a:rPr>
                        <a:t>x</a:t>
                      </a:r>
                      <a:r>
                        <a:rPr kumimoji="0" lang="en-US" sz="2400" b="1" i="0" u="none" strike="noStrike" cap="none" normalizeH="0" baseline="0" dirty="0" smtClean="0">
                          <a:ln>
                            <a:noFill/>
                          </a:ln>
                          <a:solidFill>
                            <a:schemeClr val="tx1"/>
                          </a:solidFill>
                          <a:effectLst/>
                          <a:latin typeface="Arial" charset="0"/>
                        </a:rPr>
                        <a:t>, never changes. The loop will not exit.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FFC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smtClean="0">
                          <a:ln>
                            <a:noFill/>
                          </a:ln>
                          <a:solidFill>
                            <a:schemeClr val="tx1"/>
                          </a:solidFill>
                          <a:effectLst/>
                          <a:latin typeface="Arial" charset="0"/>
                        </a:rPr>
                        <a:t>The loop condition variable, </a:t>
                      </a:r>
                      <a:r>
                        <a:rPr kumimoji="0" lang="en-US" sz="2400" b="0" i="0" u="none" strike="noStrike" cap="none" normalizeH="0" baseline="0" dirty="0" smtClean="0">
                          <a:ln>
                            <a:noFill/>
                          </a:ln>
                          <a:solidFill>
                            <a:schemeClr val="tx1"/>
                          </a:solidFill>
                          <a:effectLst/>
                          <a:latin typeface="Arial Black" pitchFamily="34" charset="0"/>
                        </a:rPr>
                        <a:t>x</a:t>
                      </a:r>
                      <a:r>
                        <a:rPr kumimoji="0" lang="en-US" sz="2400" b="1" i="0" u="none" strike="noStrike" cap="none" normalizeH="0" baseline="0" dirty="0" smtClean="0">
                          <a:ln>
                            <a:noFill/>
                          </a:ln>
                          <a:solidFill>
                            <a:schemeClr val="tx1"/>
                          </a:solidFill>
                          <a:effectLst/>
                          <a:latin typeface="Arial" charset="0"/>
                        </a:rPr>
                        <a:t>, changes.  The loop exits when </a:t>
                      </a:r>
                      <a:r>
                        <a:rPr kumimoji="0" lang="en-US" sz="2400" b="0" i="0" u="none" strike="noStrike" cap="none" normalizeH="0" baseline="0" dirty="0" smtClean="0">
                          <a:ln>
                            <a:noFill/>
                          </a:ln>
                          <a:solidFill>
                            <a:schemeClr val="tx1"/>
                          </a:solidFill>
                          <a:effectLst/>
                          <a:latin typeface="Arial Black" pitchFamily="34" charset="0"/>
                        </a:rPr>
                        <a:t>x</a:t>
                      </a:r>
                      <a:r>
                        <a:rPr kumimoji="0" lang="en-US" sz="2400" b="1" i="0" u="none" strike="noStrike" cap="none" normalizeH="0" baseline="0" dirty="0" smtClean="0">
                          <a:ln>
                            <a:noFill/>
                          </a:ln>
                          <a:solidFill>
                            <a:schemeClr val="tx1"/>
                          </a:solidFill>
                          <a:effectLst/>
                          <a:latin typeface="Arial" charset="0"/>
                        </a:rPr>
                        <a:t> reaches 10.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FFCC"/>
                    </a:solidFill>
                  </a:tcPr>
                </a:tc>
              </a:tr>
            </a:tbl>
          </a:graphicData>
        </a:graphic>
      </p:graphicFrame>
    </p:spTree>
  </p:cSld>
  <p:clrMapOvr>
    <a:masterClrMapping/>
  </p:clrMapOvr>
  <p:timing>
    <p:tnLst>
      <p:par>
        <p:cTn xmlns:p14="http://schemas.microsoft.com/office/powerpoint/2010/mai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91539" name="Group 19"/>
          <p:cNvGraphicFramePr>
            <a:graphicFrameLocks noGrp="1"/>
          </p:cNvGraphicFramePr>
          <p:nvPr/>
        </p:nvGraphicFramePr>
        <p:xfrm>
          <a:off x="0" y="0"/>
          <a:ext cx="9144000" cy="6858698"/>
        </p:xfrm>
        <a:graphic>
          <a:graphicData uri="http://schemas.openxmlformats.org/drawingml/2006/table">
            <a:tbl>
              <a:tblPr/>
              <a:tblGrid>
                <a:gridCol w="4572000"/>
                <a:gridCol w="4572000"/>
              </a:tblGrid>
              <a:tr h="12017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200" b="0" i="0" u="none" strike="noStrike" cap="none" normalizeH="0" baseline="0" dirty="0" smtClean="0">
                          <a:ln>
                            <a:noFill/>
                          </a:ln>
                          <a:solidFill>
                            <a:schemeClr val="tx1"/>
                          </a:solidFill>
                          <a:effectLst/>
                          <a:latin typeface="Arial Black" pitchFamily="34" charset="0"/>
                        </a:rPr>
                        <a:t>Program Segment</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200" b="0" i="0" u="none" strike="noStrike" cap="none" normalizeH="0" baseline="0" dirty="0" err="1" smtClean="0">
                          <a:ln>
                            <a:noFill/>
                          </a:ln>
                          <a:solidFill>
                            <a:schemeClr val="tx1"/>
                          </a:solidFill>
                          <a:effectLst/>
                          <a:latin typeface="Arial Black" pitchFamily="34" charset="0"/>
                        </a:rPr>
                        <a:t>NoNo</a:t>
                      </a:r>
                      <a:r>
                        <a:rPr kumimoji="0" lang="en-US" sz="3200" b="0" i="0" u="none" strike="noStrike" cap="none" normalizeH="0" baseline="0" dirty="0" smtClean="0">
                          <a:ln>
                            <a:noFill/>
                          </a:ln>
                          <a:solidFill>
                            <a:schemeClr val="tx1"/>
                          </a:solidFill>
                          <a:effectLst/>
                          <a:latin typeface="Arial Black" pitchFamily="34" charset="0"/>
                        </a:rPr>
                        <a:t> #2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200" b="0" i="0" u="none" strike="noStrike" cap="none" normalizeH="0" baseline="0" smtClean="0">
                          <a:ln>
                            <a:noFill/>
                          </a:ln>
                          <a:solidFill>
                            <a:schemeClr val="tx1"/>
                          </a:solidFill>
                          <a:effectLst/>
                          <a:latin typeface="Arial Black" pitchFamily="34" charset="0"/>
                        </a:rPr>
                        <a:t>Program Segment</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200" b="0" i="0" u="none" strike="noStrike" cap="none" normalizeH="0" baseline="0" smtClean="0">
                          <a:ln>
                            <a:noFill/>
                          </a:ln>
                          <a:solidFill>
                            <a:schemeClr val="tx1"/>
                          </a:solidFill>
                          <a:effectLst/>
                          <a:latin typeface="Arial Black" pitchFamily="34" charset="0"/>
                        </a:rPr>
                        <a:t>YesYes #2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CC"/>
                    </a:solidFill>
                  </a:tcPr>
                </a:tc>
              </a:tr>
              <a:tr h="379571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1" i="0" u="none" strike="noStrike" cap="none" normalizeH="0" baseline="0" dirty="0" smtClean="0">
                        <a:ln>
                          <a:noFill/>
                        </a:ln>
                        <a:solidFill>
                          <a:schemeClr val="tx1"/>
                        </a:solidFill>
                        <a:effectLst/>
                        <a:latin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Times New Roman" pitchFamily="18" charset="0"/>
                        </a:rPr>
                        <a:t> </a:t>
                      </a:r>
                      <a:r>
                        <a:rPr kumimoji="0" lang="en-US" sz="2800" b="1" i="0" u="none" strike="noStrike" cap="none" normalizeH="0" baseline="0" dirty="0" err="1" smtClean="0">
                          <a:ln>
                            <a:noFill/>
                          </a:ln>
                          <a:solidFill>
                            <a:schemeClr val="tx1"/>
                          </a:solidFill>
                          <a:effectLst/>
                          <a:latin typeface="Times New Roman" pitchFamily="18" charset="0"/>
                        </a:rPr>
                        <a:t>int</a:t>
                      </a:r>
                      <a:r>
                        <a:rPr kumimoji="0" lang="en-US" sz="2800" b="1" i="0" u="none" strike="noStrike" cap="none" normalizeH="0" baseline="0" dirty="0" smtClean="0">
                          <a:ln>
                            <a:noFill/>
                          </a:ln>
                          <a:solidFill>
                            <a:schemeClr val="tx1"/>
                          </a:solidFill>
                          <a:effectLst/>
                          <a:latin typeface="Times New Roman" pitchFamily="18" charset="0"/>
                        </a:rPr>
                        <a:t> x;</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smtClean="0">
                          <a:ln>
                            <a:noFill/>
                          </a:ln>
                          <a:solidFill>
                            <a:schemeClr val="tx1"/>
                          </a:solidFill>
                          <a:effectLst/>
                          <a:latin typeface="Times New Roman" pitchFamily="18" charset="0"/>
                        </a:rPr>
                        <a:t> while(x &lt; 10)</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smtClean="0">
                          <a:ln>
                            <a:noFill/>
                          </a:ln>
                          <a:solidFill>
                            <a:schemeClr val="tx1"/>
                          </a:solidFill>
                          <a:effectLst/>
                          <a:latin typeface="Times New Roman" pitchFamily="18" charset="0"/>
                        </a:rPr>
                        <a:t> {</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smtClean="0">
                          <a:ln>
                            <a:noFill/>
                          </a:ln>
                          <a:solidFill>
                            <a:schemeClr val="tx1"/>
                          </a:solidFill>
                          <a:effectLst/>
                          <a:latin typeface="Times New Roman" pitchFamily="18" charset="0"/>
                        </a:rPr>
                        <a:t>      x++;</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smtClean="0">
                          <a:ln>
                            <a:noFill/>
                          </a:ln>
                          <a:solidFill>
                            <a:schemeClr val="tx1"/>
                          </a:solidFill>
                          <a:effectLst/>
                          <a:latin typeface="Times New Roman" pitchFamily="18" charset="0"/>
                        </a:rPr>
                        <a:t>      </a:t>
                      </a:r>
                      <a:r>
                        <a:rPr kumimoji="0" lang="en-US" sz="2800" b="1" i="0" u="none" strike="noStrike" cap="none" normalizeH="0" baseline="0" dirty="0" err="1" smtClean="0">
                          <a:ln>
                            <a:noFill/>
                          </a:ln>
                          <a:solidFill>
                            <a:schemeClr val="tx1"/>
                          </a:solidFill>
                          <a:effectLst/>
                          <a:latin typeface="Times New Roman" pitchFamily="18" charset="0"/>
                        </a:rPr>
                        <a:t>System.out.println</a:t>
                      </a:r>
                      <a:r>
                        <a:rPr kumimoji="0" lang="en-US" sz="2800" b="1" i="0" u="none" strike="noStrike" cap="none" normalizeH="0" baseline="0" dirty="0" smtClean="0">
                          <a:ln>
                            <a:noFill/>
                          </a:ln>
                          <a:solidFill>
                            <a:schemeClr val="tx1"/>
                          </a:solidFill>
                          <a:effectLst/>
                          <a:latin typeface="Times New Roman" pitchFamily="18" charset="0"/>
                        </a:rPr>
                        <a:t>(x);</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smtClean="0">
                          <a:ln>
                            <a:noFill/>
                          </a:ln>
                          <a:solidFill>
                            <a:schemeClr val="tx1"/>
                          </a:solidFill>
                          <a:effectLst/>
                          <a:latin typeface="Times New Roman" pitchFamily="18" charset="0"/>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1" i="0" u="none" strike="noStrike" cap="none" normalizeH="0" baseline="0" dirty="0" smtClean="0">
                        <a:ln>
                          <a:noFill/>
                        </a:ln>
                        <a:solidFill>
                          <a:schemeClr val="tx1"/>
                        </a:solidFill>
                        <a:effectLst/>
                        <a:latin typeface="Times New Roman"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Times New Roman" pitchFamily="18" charset="0"/>
                        </a:rPr>
                        <a:t> </a:t>
                      </a:r>
                      <a:r>
                        <a:rPr kumimoji="0" lang="en-US" sz="2800" b="1" i="0" u="none" strike="noStrike" cap="none" normalizeH="0" baseline="0" dirty="0" err="1" smtClean="0">
                          <a:ln>
                            <a:noFill/>
                          </a:ln>
                          <a:solidFill>
                            <a:schemeClr val="tx1"/>
                          </a:solidFill>
                          <a:effectLst/>
                          <a:latin typeface="Times New Roman" pitchFamily="18" charset="0"/>
                        </a:rPr>
                        <a:t>int</a:t>
                      </a:r>
                      <a:r>
                        <a:rPr kumimoji="0" lang="en-US" sz="2800" b="1" i="0" u="none" strike="noStrike" cap="none" normalizeH="0" baseline="0" dirty="0" smtClean="0">
                          <a:ln>
                            <a:noFill/>
                          </a:ln>
                          <a:solidFill>
                            <a:schemeClr val="tx1"/>
                          </a:solidFill>
                          <a:effectLst/>
                          <a:latin typeface="Times New Roman" pitchFamily="18" charset="0"/>
                        </a:rPr>
                        <a:t> x = 0;</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smtClean="0">
                          <a:ln>
                            <a:noFill/>
                          </a:ln>
                          <a:solidFill>
                            <a:schemeClr val="tx1"/>
                          </a:solidFill>
                          <a:effectLst/>
                          <a:latin typeface="Times New Roman" pitchFamily="18" charset="0"/>
                        </a:rPr>
                        <a:t> while(x &lt; 10)</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smtClean="0">
                          <a:ln>
                            <a:noFill/>
                          </a:ln>
                          <a:solidFill>
                            <a:schemeClr val="tx1"/>
                          </a:solidFill>
                          <a:effectLst/>
                          <a:latin typeface="Times New Roman" pitchFamily="18" charset="0"/>
                        </a:rPr>
                        <a:t> {</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smtClean="0">
                          <a:ln>
                            <a:noFill/>
                          </a:ln>
                          <a:solidFill>
                            <a:schemeClr val="tx1"/>
                          </a:solidFill>
                          <a:effectLst/>
                          <a:latin typeface="Times New Roman" pitchFamily="18" charset="0"/>
                        </a:rPr>
                        <a:t>      x++;</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smtClean="0">
                          <a:ln>
                            <a:noFill/>
                          </a:ln>
                          <a:solidFill>
                            <a:schemeClr val="tx1"/>
                          </a:solidFill>
                          <a:effectLst/>
                          <a:latin typeface="Times New Roman" pitchFamily="18" charset="0"/>
                        </a:rPr>
                        <a:t>      </a:t>
                      </a:r>
                      <a:r>
                        <a:rPr kumimoji="0" lang="en-US" sz="2800" b="1" i="0" u="none" strike="noStrike" cap="none" normalizeH="0" baseline="0" dirty="0" err="1" smtClean="0">
                          <a:ln>
                            <a:noFill/>
                          </a:ln>
                          <a:solidFill>
                            <a:schemeClr val="tx1"/>
                          </a:solidFill>
                          <a:effectLst/>
                          <a:latin typeface="Times New Roman" pitchFamily="18" charset="0"/>
                        </a:rPr>
                        <a:t>System.out.println</a:t>
                      </a:r>
                      <a:r>
                        <a:rPr kumimoji="0" lang="en-US" sz="2800" b="1" i="0" u="none" strike="noStrike" cap="none" normalizeH="0" baseline="0" dirty="0" smtClean="0">
                          <a:ln>
                            <a:noFill/>
                          </a:ln>
                          <a:solidFill>
                            <a:schemeClr val="tx1"/>
                          </a:solidFill>
                          <a:effectLst/>
                          <a:latin typeface="Times New Roman" pitchFamily="18" charset="0"/>
                        </a:rPr>
                        <a:t>(x);</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smtClean="0">
                          <a:ln>
                            <a:noFill/>
                          </a:ln>
                          <a:solidFill>
                            <a:schemeClr val="tx1"/>
                          </a:solidFill>
                          <a:effectLst/>
                          <a:latin typeface="Times New Roman" pitchFamily="18" charset="0"/>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r>
              <a:tr h="18605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smtClean="0">
                          <a:ln>
                            <a:noFill/>
                          </a:ln>
                          <a:solidFill>
                            <a:schemeClr val="tx1"/>
                          </a:solidFill>
                          <a:effectLst/>
                          <a:latin typeface="Arial" charset="0"/>
                        </a:rPr>
                        <a:t>The loop condition variable, </a:t>
                      </a:r>
                      <a:r>
                        <a:rPr kumimoji="0" lang="en-US" sz="2800" b="0" i="0" u="none" strike="noStrike" cap="none" normalizeH="0" baseline="0" dirty="0" smtClean="0">
                          <a:ln>
                            <a:noFill/>
                          </a:ln>
                          <a:solidFill>
                            <a:schemeClr val="tx1"/>
                          </a:solidFill>
                          <a:effectLst/>
                          <a:latin typeface="Arial Black" pitchFamily="34" charset="0"/>
                        </a:rPr>
                        <a:t>x</a:t>
                      </a:r>
                      <a:r>
                        <a:rPr kumimoji="0" lang="en-US" sz="2800" b="1" i="0" u="none" strike="noStrike" cap="none" normalizeH="0" baseline="0" dirty="0" smtClean="0">
                          <a:ln>
                            <a:noFill/>
                          </a:ln>
                          <a:solidFill>
                            <a:schemeClr val="tx1"/>
                          </a:solidFill>
                          <a:effectLst/>
                          <a:latin typeface="Arial" charset="0"/>
                        </a:rPr>
                        <a:t>, is never initialized.  This program will not compile in Java.</a:t>
                      </a:r>
                      <a:r>
                        <a:rPr kumimoji="0" lang="en-US" sz="2800" b="0" i="0" u="none" strike="noStrike" cap="none" normalizeH="0" baseline="0" dirty="0" smtClean="0">
                          <a:ln>
                            <a:noFill/>
                          </a:ln>
                          <a:solidFill>
                            <a:schemeClr val="tx1"/>
                          </a:solidFill>
                          <a:effectLst/>
                          <a:latin typeface="Arial" charset="0"/>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FFC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smtClean="0">
                          <a:ln>
                            <a:noFill/>
                          </a:ln>
                          <a:solidFill>
                            <a:schemeClr val="tx1"/>
                          </a:solidFill>
                          <a:effectLst/>
                          <a:latin typeface="Arial" charset="0"/>
                        </a:rPr>
                        <a:t>The loop condition variable, </a:t>
                      </a:r>
                      <a:r>
                        <a:rPr kumimoji="0" lang="en-US" sz="2800" b="0" i="0" u="none" strike="noStrike" cap="none" normalizeH="0" baseline="0" dirty="0" smtClean="0">
                          <a:ln>
                            <a:noFill/>
                          </a:ln>
                          <a:solidFill>
                            <a:schemeClr val="tx1"/>
                          </a:solidFill>
                          <a:effectLst/>
                          <a:latin typeface="Arial Black" pitchFamily="34" charset="0"/>
                        </a:rPr>
                        <a:t>x</a:t>
                      </a:r>
                      <a:r>
                        <a:rPr kumimoji="0" lang="en-US" sz="2800" b="1" i="0" u="none" strike="noStrike" cap="none" normalizeH="0" baseline="0" dirty="0" smtClean="0">
                          <a:ln>
                            <a:noFill/>
                          </a:ln>
                          <a:solidFill>
                            <a:schemeClr val="tx1"/>
                          </a:solidFill>
                          <a:effectLst/>
                          <a:latin typeface="Arial" charset="0"/>
                        </a:rPr>
                        <a:t>, is initialized.  The program will compile and execute normally.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FFCC"/>
                    </a:solidFill>
                  </a:tcPr>
                </a:tc>
              </a:tr>
            </a:tbl>
          </a:graphicData>
        </a:graphic>
      </p:graphicFrame>
    </p:spTree>
  </p:cSld>
  <p:clrMapOvr>
    <a:masterClrMapping/>
  </p:clrMapOvr>
  <p:timing>
    <p:tnLst>
      <p:par>
        <p:cTn xmlns:p14="http://schemas.microsoft.com/office/powerpoint/2010/mai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2"/>
          <p:cNvSpPr txBox="1">
            <a:spLocks noChangeArrowheads="1"/>
          </p:cNvSpPr>
          <p:nvPr/>
        </p:nvSpPr>
        <p:spPr bwMode="auto">
          <a:xfrm>
            <a:off x="0" y="0"/>
            <a:ext cx="9144000" cy="6934206"/>
          </a:xfrm>
          <a:prstGeom prst="rect">
            <a:avLst/>
          </a:prstGeom>
          <a:solidFill>
            <a:srgbClr val="FFFF99"/>
          </a:solidFill>
          <a:ln w="57150">
            <a:solidFill>
              <a:schemeClr val="tx1"/>
            </a:solidFill>
            <a:miter lim="800000"/>
            <a:headEnd/>
            <a:tailEnd/>
          </a:ln>
        </p:spPr>
        <p:txBody>
          <a:bodyPr>
            <a:spAutoFit/>
          </a:bodyPr>
          <a:lstStyle>
            <a:lvl1pPr eaLnBrk="0" hangingPunct="0">
              <a:tabLst>
                <a:tab pos="45720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1pPr>
            <a:lvl2pPr marL="742950" indent="-285750" eaLnBrk="0" hangingPunct="0">
              <a:tabLst>
                <a:tab pos="45720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2pPr>
            <a:lvl3pPr marL="1143000" indent="-228600" eaLnBrk="0" hangingPunct="0">
              <a:tabLst>
                <a:tab pos="45720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3pPr>
            <a:lvl4pPr marL="1600200" indent="-228600" eaLnBrk="0" hangingPunct="0">
              <a:tabLst>
                <a:tab pos="45720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4pPr>
            <a:lvl5pPr marL="2057400" indent="-228600" eaLnBrk="0" hangingPunct="0">
              <a:tabLst>
                <a:tab pos="45720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45720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45720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45720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45720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9pPr>
          </a:lstStyle>
          <a:p>
            <a:pPr>
              <a:lnSpc>
                <a:spcPct val="90000"/>
              </a:lnSpc>
            </a:pPr>
            <a:r>
              <a:rPr lang="en-US" sz="1600" dirty="0">
                <a:latin typeface="Times New Roman" panose="02020603050405020304" pitchFamily="18" charset="0"/>
                <a:cs typeface="Times New Roman" panose="02020603050405020304" pitchFamily="18" charset="0"/>
              </a:rPr>
              <a:t>// Java0512.java</a:t>
            </a:r>
          </a:p>
          <a:p>
            <a:pPr>
              <a:lnSpc>
                <a:spcPct val="90000"/>
              </a:lnSpc>
            </a:pPr>
            <a:r>
              <a:rPr lang="en-US" sz="1600" dirty="0">
                <a:latin typeface="Times New Roman" panose="02020603050405020304" pitchFamily="18" charset="0"/>
                <a:cs typeface="Times New Roman" panose="02020603050405020304" pitchFamily="18" charset="0"/>
              </a:rPr>
              <a:t>// This program demonstrates the </a:t>
            </a:r>
            <a:r>
              <a:rPr lang="en-US" sz="1600" dirty="0" err="1">
                <a:latin typeface="Times New Roman" panose="02020603050405020304" pitchFamily="18" charset="0"/>
                <a:cs typeface="Times New Roman" panose="02020603050405020304" pitchFamily="18" charset="0"/>
              </a:rPr>
              <a:t>postcondition</a:t>
            </a:r>
            <a:r>
              <a:rPr lang="en-US" sz="1600" dirty="0">
                <a:latin typeface="Times New Roman" panose="02020603050405020304" pitchFamily="18" charset="0"/>
                <a:cs typeface="Times New Roman" panose="02020603050405020304" pitchFamily="18" charset="0"/>
              </a:rPr>
              <a:t> &lt;</a:t>
            </a:r>
            <a:r>
              <a:rPr lang="en-US" sz="1600" dirty="0" err="1">
                <a:latin typeface="Times New Roman" panose="02020603050405020304" pitchFamily="18" charset="0"/>
                <a:cs typeface="Times New Roman" panose="02020603050405020304" pitchFamily="18" charset="0"/>
              </a:rPr>
              <a:t>do..while</a:t>
            </a:r>
            <a:r>
              <a:rPr lang="en-US" sz="1600" dirty="0">
                <a:latin typeface="Times New Roman" panose="02020603050405020304" pitchFamily="18" charset="0"/>
                <a:cs typeface="Times New Roman" panose="02020603050405020304" pitchFamily="18" charset="0"/>
              </a:rPr>
              <a:t>&gt; loop</a:t>
            </a:r>
            <a:r>
              <a:rPr lang="en-US" sz="1600" dirty="0" smtClean="0">
                <a:latin typeface="Times New Roman" panose="02020603050405020304" pitchFamily="18" charset="0"/>
                <a:cs typeface="Times New Roman" panose="02020603050405020304" pitchFamily="18" charset="0"/>
              </a:rPr>
              <a:t>.  This </a:t>
            </a:r>
            <a:r>
              <a:rPr lang="en-US" sz="1600" dirty="0">
                <a:latin typeface="Times New Roman" panose="02020603050405020304" pitchFamily="18" charset="0"/>
                <a:cs typeface="Times New Roman" panose="02020603050405020304" pitchFamily="18" charset="0"/>
              </a:rPr>
              <a:t>loop structure guarantees at </a:t>
            </a:r>
            <a:endParaRPr lang="en-US" sz="1600" dirty="0" smtClean="0">
              <a:latin typeface="Times New Roman" panose="02020603050405020304" pitchFamily="18" charset="0"/>
              <a:cs typeface="Times New Roman" panose="02020603050405020304" pitchFamily="18" charset="0"/>
            </a:endParaRPr>
          </a:p>
          <a:p>
            <a:pPr>
              <a:lnSpc>
                <a:spcPct val="90000"/>
              </a:lnSpc>
            </a:pPr>
            <a:r>
              <a:rPr lang="en-US" sz="1600" dirty="0" smtClean="0">
                <a:latin typeface="Times New Roman" panose="02020603050405020304" pitchFamily="18" charset="0"/>
                <a:cs typeface="Times New Roman" panose="02020603050405020304" pitchFamily="18" charset="0"/>
              </a:rPr>
              <a:t>// least </a:t>
            </a:r>
            <a:r>
              <a:rPr lang="en-US" sz="1600" dirty="0">
                <a:latin typeface="Times New Roman" panose="02020603050405020304" pitchFamily="18" charset="0"/>
                <a:cs typeface="Times New Roman" panose="02020603050405020304" pitchFamily="18" charset="0"/>
              </a:rPr>
              <a:t>one repetition </a:t>
            </a:r>
            <a:r>
              <a:rPr lang="en-US" sz="1600" dirty="0" smtClean="0">
                <a:latin typeface="Times New Roman" panose="02020603050405020304" pitchFamily="18" charset="0"/>
                <a:cs typeface="Times New Roman" panose="02020603050405020304" pitchFamily="18" charset="0"/>
              </a:rPr>
              <a:t>of the </a:t>
            </a:r>
            <a:r>
              <a:rPr lang="en-US" sz="1600" dirty="0">
                <a:latin typeface="Times New Roman" panose="02020603050405020304" pitchFamily="18" charset="0"/>
                <a:cs typeface="Times New Roman" panose="02020603050405020304" pitchFamily="18" charset="0"/>
              </a:rPr>
              <a:t>loop body.  Like the &lt;while&gt; loop this is not </a:t>
            </a:r>
            <a:r>
              <a:rPr lang="en-US" sz="1600" dirty="0" smtClean="0">
                <a:latin typeface="Times New Roman" panose="02020603050405020304" pitchFamily="18" charset="0"/>
                <a:cs typeface="Times New Roman" panose="02020603050405020304" pitchFamily="18" charset="0"/>
              </a:rPr>
              <a:t>a "fixed </a:t>
            </a:r>
            <a:r>
              <a:rPr lang="en-US" sz="1600" dirty="0">
                <a:latin typeface="Times New Roman" panose="02020603050405020304" pitchFamily="18" charset="0"/>
                <a:cs typeface="Times New Roman" panose="02020603050405020304" pitchFamily="18" charset="0"/>
              </a:rPr>
              <a:t>iteration" loop.</a:t>
            </a:r>
          </a:p>
          <a:p>
            <a:pPr>
              <a:lnSpc>
                <a:spcPct val="90000"/>
              </a:lnSpc>
            </a:pPr>
            <a:r>
              <a:rPr lang="en-US" sz="1400" dirty="0">
                <a:latin typeface="Times New Roman" panose="02020603050405020304" pitchFamily="18" charset="0"/>
                <a:cs typeface="Times New Roman" panose="02020603050405020304" pitchFamily="18" charset="0"/>
              </a:rPr>
              <a:t> </a:t>
            </a:r>
          </a:p>
          <a:p>
            <a:pPr>
              <a:lnSpc>
                <a:spcPct val="90000"/>
              </a:lnSpc>
            </a:pPr>
            <a:r>
              <a:rPr lang="en-US" sz="1600" dirty="0">
                <a:latin typeface="Times New Roman" panose="02020603050405020304" pitchFamily="18" charset="0"/>
                <a:cs typeface="Times New Roman" panose="02020603050405020304" pitchFamily="18" charset="0"/>
              </a:rPr>
              <a:t>import </a:t>
            </a:r>
            <a:r>
              <a:rPr lang="en-US" sz="1600" dirty="0" err="1">
                <a:latin typeface="Times New Roman" panose="02020603050405020304" pitchFamily="18" charset="0"/>
                <a:cs typeface="Times New Roman" panose="02020603050405020304" pitchFamily="18" charset="0"/>
              </a:rPr>
              <a:t>java.util.Scanner</a:t>
            </a:r>
            <a:r>
              <a:rPr lang="en-US" sz="1600" dirty="0">
                <a:latin typeface="Times New Roman" panose="02020603050405020304" pitchFamily="18" charset="0"/>
                <a:cs typeface="Times New Roman" panose="02020603050405020304" pitchFamily="18" charset="0"/>
              </a:rPr>
              <a:t>;</a:t>
            </a:r>
          </a:p>
          <a:p>
            <a:pPr>
              <a:lnSpc>
                <a:spcPct val="90000"/>
              </a:lnSpc>
            </a:pPr>
            <a:r>
              <a:rPr lang="en-US" sz="1400" dirty="0">
                <a:latin typeface="Times New Roman" panose="02020603050405020304" pitchFamily="18" charset="0"/>
                <a:cs typeface="Times New Roman" panose="02020603050405020304" pitchFamily="18" charset="0"/>
              </a:rPr>
              <a:t> </a:t>
            </a:r>
          </a:p>
          <a:p>
            <a:pPr>
              <a:lnSpc>
                <a:spcPct val="90000"/>
              </a:lnSpc>
            </a:pPr>
            <a:r>
              <a:rPr lang="en-US" sz="1600" dirty="0">
                <a:latin typeface="Times New Roman" panose="02020603050405020304" pitchFamily="18" charset="0"/>
                <a:cs typeface="Times New Roman" panose="02020603050405020304" pitchFamily="18" charset="0"/>
              </a:rPr>
              <a:t>public class Java0512</a:t>
            </a:r>
          </a:p>
          <a:p>
            <a:pPr>
              <a:lnSpc>
                <a:spcPct val="90000"/>
              </a:lnSpc>
            </a:pPr>
            <a:r>
              <a:rPr lang="en-US" sz="1600" dirty="0">
                <a:latin typeface="Times New Roman" panose="02020603050405020304" pitchFamily="18" charset="0"/>
                <a:cs typeface="Times New Roman" panose="02020603050405020304" pitchFamily="18" charset="0"/>
              </a:rPr>
              <a:t>{</a:t>
            </a:r>
          </a:p>
          <a:p>
            <a:pPr>
              <a:lnSpc>
                <a:spcPct val="90000"/>
              </a:lnSpc>
            </a:pPr>
            <a:r>
              <a:rPr lang="en-US" sz="1600" dirty="0">
                <a:latin typeface="Times New Roman" panose="02020603050405020304" pitchFamily="18" charset="0"/>
                <a:cs typeface="Times New Roman" panose="02020603050405020304" pitchFamily="18" charset="0"/>
              </a:rPr>
              <a:t>	public static void main(String </a:t>
            </a:r>
            <a:r>
              <a:rPr lang="en-US" sz="1600" dirty="0" err="1">
                <a:latin typeface="Times New Roman" panose="02020603050405020304" pitchFamily="18" charset="0"/>
                <a:cs typeface="Times New Roman" panose="02020603050405020304" pitchFamily="18" charset="0"/>
              </a:rPr>
              <a:t>args</a:t>
            </a:r>
            <a:r>
              <a:rPr lang="en-US" sz="1600" dirty="0">
                <a:latin typeface="Times New Roman" panose="02020603050405020304" pitchFamily="18" charset="0"/>
                <a:cs typeface="Times New Roman" panose="02020603050405020304" pitchFamily="18" charset="0"/>
              </a:rPr>
              <a:t>[])</a:t>
            </a:r>
          </a:p>
          <a:p>
            <a:pPr>
              <a:lnSpc>
                <a:spcPct val="90000"/>
              </a:lnSpc>
            </a:pPr>
            <a:r>
              <a:rPr lang="en-US" sz="1600" dirty="0">
                <a:latin typeface="Times New Roman" panose="02020603050405020304" pitchFamily="18" charset="0"/>
                <a:cs typeface="Times New Roman" panose="02020603050405020304" pitchFamily="18" charset="0"/>
              </a:rPr>
              <a:t>	{</a:t>
            </a:r>
          </a:p>
          <a:p>
            <a:pPr>
              <a:lnSpc>
                <a:spcPct val="90000"/>
              </a:lnSpc>
            </a:pP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System.out.println</a:t>
            </a:r>
            <a:r>
              <a:rPr lang="en-US" sz="1600" dirty="0">
                <a:latin typeface="Times New Roman" panose="02020603050405020304" pitchFamily="18" charset="0"/>
                <a:cs typeface="Times New Roman" panose="02020603050405020304" pitchFamily="18" charset="0"/>
              </a:rPr>
              <a:t>("\nJAVA0512.JAVA\n</a:t>
            </a:r>
            <a:r>
              <a:rPr lang="en-US" sz="1600" dirty="0" smtClean="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pPr>
              <a:lnSpc>
                <a:spcPct val="90000"/>
              </a:lnSpc>
            </a:pPr>
            <a:r>
              <a:rPr lang="en-US" sz="1600" dirty="0">
                <a:latin typeface="Times New Roman" panose="02020603050405020304" pitchFamily="18" charset="0"/>
                <a:cs typeface="Times New Roman" panose="02020603050405020304" pitchFamily="18" charset="0"/>
              </a:rPr>
              <a:t>		Scanner input = new Scanner(System.in);</a:t>
            </a:r>
          </a:p>
          <a:p>
            <a:pPr>
              <a:lnSpc>
                <a:spcPct val="90000"/>
              </a:lnSpc>
            </a:pP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System.out.println</a:t>
            </a:r>
            <a:r>
              <a:rPr lang="en-US" sz="1600" dirty="0">
                <a:latin typeface="Times New Roman" panose="02020603050405020304" pitchFamily="18" charset="0"/>
                <a:cs typeface="Times New Roman" panose="02020603050405020304" pitchFamily="18" charset="0"/>
              </a:rPr>
              <a:t>("Please enter your ATM Personal Identification Number (PIN)!");</a:t>
            </a:r>
          </a:p>
          <a:p>
            <a:pPr>
              <a:lnSpc>
                <a:spcPct val="90000"/>
              </a:lnSpc>
            </a:pP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System.out.println</a:t>
            </a:r>
            <a:r>
              <a:rPr lang="en-US" sz="1600" dirty="0">
                <a:latin typeface="Times New Roman" panose="02020603050405020304" pitchFamily="18" charset="0"/>
                <a:cs typeface="Times New Roman" panose="02020603050405020304" pitchFamily="18" charset="0"/>
              </a:rPr>
              <a:t>();</a:t>
            </a:r>
          </a:p>
          <a:p>
            <a:pPr>
              <a:lnSpc>
                <a:spcPct val="90000"/>
              </a:lnSpc>
            </a:pP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int</a:t>
            </a:r>
            <a:r>
              <a:rPr lang="en-US" sz="1600" dirty="0">
                <a:latin typeface="Times New Roman" panose="02020603050405020304" pitchFamily="18" charset="0"/>
                <a:cs typeface="Times New Roman" panose="02020603050405020304" pitchFamily="18" charset="0"/>
              </a:rPr>
              <a:t> pin = 0;</a:t>
            </a:r>
          </a:p>
          <a:p>
            <a:pPr>
              <a:lnSpc>
                <a:spcPct val="90000"/>
              </a:lnSpc>
            </a:pPr>
            <a:endParaRPr lang="en-US" sz="1400" dirty="0">
              <a:latin typeface="Times New Roman" panose="02020603050405020304" pitchFamily="18" charset="0"/>
              <a:cs typeface="Times New Roman" panose="02020603050405020304" pitchFamily="18" charset="0"/>
            </a:endParaRPr>
          </a:p>
          <a:p>
            <a:pPr>
              <a:lnSpc>
                <a:spcPct val="90000"/>
              </a:lnSpc>
            </a:pPr>
            <a:r>
              <a:rPr lang="en-US" sz="1800" b="0" dirty="0">
                <a:cs typeface="Times New Roman" panose="02020603050405020304" pitchFamily="18" charset="0"/>
              </a:rPr>
              <a:t>		do</a:t>
            </a:r>
          </a:p>
          <a:p>
            <a:pPr>
              <a:lnSpc>
                <a:spcPct val="90000"/>
              </a:lnSpc>
            </a:pPr>
            <a:r>
              <a:rPr lang="en-US" sz="1800" b="0" dirty="0">
                <a:cs typeface="Times New Roman" panose="02020603050405020304" pitchFamily="18" charset="0"/>
              </a:rPr>
              <a:t>		{</a:t>
            </a:r>
          </a:p>
          <a:p>
            <a:pPr>
              <a:lnSpc>
                <a:spcPct val="90000"/>
              </a:lnSpc>
            </a:pPr>
            <a:r>
              <a:rPr lang="en-US" sz="1800" b="0" dirty="0">
                <a:cs typeface="Times New Roman" panose="02020603050405020304" pitchFamily="18" charset="0"/>
              </a:rPr>
              <a:t>			</a:t>
            </a:r>
            <a:r>
              <a:rPr lang="en-US" sz="1800" b="0" dirty="0" err="1">
                <a:cs typeface="Times New Roman" panose="02020603050405020304" pitchFamily="18" charset="0"/>
              </a:rPr>
              <a:t>System.out.print</a:t>
            </a:r>
            <a:r>
              <a:rPr lang="en-US" sz="1800" b="0" dirty="0">
                <a:cs typeface="Times New Roman" panose="02020603050405020304" pitchFamily="18" charset="0"/>
              </a:rPr>
              <a:t>("Enter your PIN  ==&gt;&gt;  ");</a:t>
            </a:r>
          </a:p>
          <a:p>
            <a:pPr>
              <a:lnSpc>
                <a:spcPct val="90000"/>
              </a:lnSpc>
            </a:pPr>
            <a:r>
              <a:rPr lang="en-US" sz="1800" b="0" dirty="0">
                <a:cs typeface="Times New Roman" panose="02020603050405020304" pitchFamily="18" charset="0"/>
              </a:rPr>
              <a:t>			PIN = </a:t>
            </a:r>
            <a:r>
              <a:rPr lang="en-US" sz="1800" b="0" dirty="0" err="1">
                <a:cs typeface="Times New Roman" panose="02020603050405020304" pitchFamily="18" charset="0"/>
              </a:rPr>
              <a:t>input.nextInt</a:t>
            </a:r>
            <a:r>
              <a:rPr lang="en-US" sz="1800" b="0" dirty="0">
                <a:cs typeface="Times New Roman" panose="02020603050405020304" pitchFamily="18" charset="0"/>
              </a:rPr>
              <a:t>();</a:t>
            </a:r>
          </a:p>
          <a:p>
            <a:pPr>
              <a:lnSpc>
                <a:spcPct val="90000"/>
              </a:lnSpc>
            </a:pPr>
            <a:r>
              <a:rPr lang="en-US" sz="1800" b="0" dirty="0">
                <a:cs typeface="Times New Roman" panose="02020603050405020304" pitchFamily="18" charset="0"/>
              </a:rPr>
              <a:t>			</a:t>
            </a:r>
            <a:r>
              <a:rPr lang="en-US" sz="1800" b="0" dirty="0" err="1">
                <a:cs typeface="Times New Roman" panose="02020603050405020304" pitchFamily="18" charset="0"/>
              </a:rPr>
              <a:t>System.out.println</a:t>
            </a:r>
            <a:r>
              <a:rPr lang="en-US" sz="1800" b="0" dirty="0">
                <a:cs typeface="Times New Roman" panose="02020603050405020304" pitchFamily="18" charset="0"/>
              </a:rPr>
              <a:t>();</a:t>
            </a:r>
          </a:p>
          <a:p>
            <a:pPr>
              <a:lnSpc>
                <a:spcPct val="90000"/>
              </a:lnSpc>
            </a:pPr>
            <a:r>
              <a:rPr lang="en-US" sz="1800" b="0" dirty="0">
                <a:cs typeface="Times New Roman" panose="02020603050405020304" pitchFamily="18" charset="0"/>
              </a:rPr>
              <a:t>			if (pin != 1234)</a:t>
            </a:r>
          </a:p>
          <a:p>
            <a:pPr>
              <a:lnSpc>
                <a:spcPct val="90000"/>
              </a:lnSpc>
            </a:pPr>
            <a:r>
              <a:rPr lang="en-US" sz="1800" b="0" dirty="0">
                <a:cs typeface="Times New Roman" panose="02020603050405020304" pitchFamily="18" charset="0"/>
              </a:rPr>
              <a:t>				</a:t>
            </a:r>
            <a:r>
              <a:rPr lang="en-US" sz="1800" b="0" dirty="0" err="1">
                <a:cs typeface="Times New Roman" panose="02020603050405020304" pitchFamily="18" charset="0"/>
              </a:rPr>
              <a:t>System.out.println</a:t>
            </a:r>
            <a:r>
              <a:rPr lang="en-US" sz="1800" b="0" dirty="0">
                <a:cs typeface="Times New Roman" panose="02020603050405020304" pitchFamily="18" charset="0"/>
              </a:rPr>
              <a:t>("That is not the correct PIN.");</a:t>
            </a:r>
          </a:p>
          <a:p>
            <a:pPr>
              <a:lnSpc>
                <a:spcPct val="90000"/>
              </a:lnSpc>
            </a:pPr>
            <a:r>
              <a:rPr lang="en-US" sz="1800" b="0" dirty="0">
                <a:cs typeface="Times New Roman" panose="02020603050405020304" pitchFamily="18" charset="0"/>
              </a:rPr>
              <a:t>			</a:t>
            </a:r>
            <a:r>
              <a:rPr lang="en-US" sz="1800" b="0" dirty="0" err="1">
                <a:cs typeface="Times New Roman" panose="02020603050405020304" pitchFamily="18" charset="0"/>
              </a:rPr>
              <a:t>System.out.println</a:t>
            </a:r>
            <a:r>
              <a:rPr lang="en-US" sz="1800" b="0" dirty="0">
                <a:cs typeface="Times New Roman" panose="02020603050405020304" pitchFamily="18" charset="0"/>
              </a:rPr>
              <a:t>();</a:t>
            </a:r>
          </a:p>
          <a:p>
            <a:pPr>
              <a:lnSpc>
                <a:spcPct val="90000"/>
              </a:lnSpc>
            </a:pPr>
            <a:r>
              <a:rPr lang="en-US" sz="1800" b="0" dirty="0">
                <a:cs typeface="Times New Roman" panose="02020603050405020304" pitchFamily="18" charset="0"/>
              </a:rPr>
              <a:t>		}</a:t>
            </a:r>
          </a:p>
          <a:p>
            <a:pPr>
              <a:lnSpc>
                <a:spcPct val="90000"/>
              </a:lnSpc>
            </a:pPr>
            <a:r>
              <a:rPr lang="en-US" sz="1800" b="0" dirty="0">
                <a:cs typeface="Times New Roman" panose="02020603050405020304" pitchFamily="18" charset="0"/>
              </a:rPr>
              <a:t>		while (pin != 1234);</a:t>
            </a:r>
          </a:p>
          <a:p>
            <a:pPr>
              <a:lnSpc>
                <a:spcPct val="90000"/>
              </a:lnSpc>
            </a:pPr>
            <a:endParaRPr lang="en-US" sz="1400" dirty="0">
              <a:latin typeface="Times New Roman" panose="02020603050405020304" pitchFamily="18" charset="0"/>
              <a:cs typeface="Times New Roman" panose="02020603050405020304" pitchFamily="18" charset="0"/>
            </a:endParaRPr>
          </a:p>
          <a:p>
            <a:pPr>
              <a:lnSpc>
                <a:spcPct val="90000"/>
              </a:lnSpc>
            </a:pP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System.out.println</a:t>
            </a:r>
            <a:r>
              <a:rPr lang="en-US" sz="1600" dirty="0">
                <a:latin typeface="Times New Roman" panose="02020603050405020304" pitchFamily="18" charset="0"/>
                <a:cs typeface="Times New Roman" panose="02020603050405020304" pitchFamily="18" charset="0"/>
              </a:rPr>
              <a:t>("Your PIN is correct; you may proceed.");</a:t>
            </a:r>
          </a:p>
          <a:p>
            <a:pPr>
              <a:lnSpc>
                <a:spcPct val="90000"/>
              </a:lnSpc>
            </a:pPr>
            <a:r>
              <a:rPr lang="en-US" sz="1600" dirty="0">
                <a:latin typeface="Times New Roman" panose="02020603050405020304" pitchFamily="18" charset="0"/>
                <a:cs typeface="Times New Roman" panose="02020603050405020304" pitchFamily="18" charset="0"/>
              </a:rPr>
              <a:t>	}</a:t>
            </a:r>
          </a:p>
          <a:p>
            <a:pPr>
              <a:lnSpc>
                <a:spcPct val="90000"/>
              </a:lnSpc>
            </a:pPr>
            <a:r>
              <a:rPr lang="en-US" sz="1600" dirty="0" smtClean="0">
                <a:latin typeface="Times New Roman" panose="02020603050405020304" pitchFamily="18" charset="0"/>
                <a:cs typeface="Times New Roman" panose="02020603050405020304" pitchFamily="18" charset="0"/>
              </a:rPr>
              <a:t>}</a:t>
            </a:r>
            <a:endParaRPr lang="en-US" sz="1600" dirty="0">
              <a:latin typeface="Times New Roman" pitchFamily="18" charset="0"/>
              <a:sym typeface="Symbol" pitchFamily="18" charset="2"/>
            </a:endParaRPr>
          </a:p>
        </p:txBody>
      </p:sp>
    </p:spTree>
    <p:extLst>
      <p:ext uri="{BB962C8B-B14F-4D97-AF65-F5344CB8AC3E}">
        <p14:creationId xmlns:p14="http://schemas.microsoft.com/office/powerpoint/2010/main" val="508966446"/>
      </p:ext>
    </p:extLst>
  </p:cSld>
  <p:clrMapOvr>
    <a:masterClrMapping/>
  </p:clrMapOvr>
  <p:timing>
    <p:tnLst>
      <p:par>
        <p:cTn xmlns:p14="http://schemas.microsoft.com/office/powerpoint/2010/mai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extBox 3"/>
          <p:cNvSpPr txBox="1"/>
          <p:nvPr/>
        </p:nvSpPr>
        <p:spPr>
          <a:xfrm>
            <a:off x="0" y="933301"/>
            <a:ext cx="9144000" cy="5924699"/>
          </a:xfrm>
          <a:prstGeom prst="rect">
            <a:avLst/>
          </a:prstGeom>
          <a:solidFill>
            <a:schemeClr val="accent6">
              <a:lumMod val="20000"/>
              <a:lumOff val="80000"/>
            </a:schemeClr>
          </a:solidFill>
          <a:ln w="57150">
            <a:solidFill>
              <a:schemeClr val="tx1"/>
            </a:solidFill>
          </a:ln>
        </p:spPr>
        <p:txBody>
          <a:bodyPr wrap="square" rtlCol="0">
            <a:spAutoFit/>
          </a:bodyPr>
          <a:lstStyle/>
          <a:p>
            <a:endParaRPr lang="en-US" sz="2000" dirty="0">
              <a:latin typeface="Courier New" panose="02070309020205020404" pitchFamily="49" charset="0"/>
              <a:cs typeface="Courier New" panose="02070309020205020404" pitchFamily="49" charset="0"/>
            </a:endParaRPr>
          </a:p>
          <a:p>
            <a:r>
              <a:rPr lang="en-US" sz="2000" spc="-10" dirty="0">
                <a:latin typeface="Courier New" panose="02070309020205020404" pitchFamily="49" charset="0"/>
                <a:cs typeface="Courier New" panose="02070309020205020404" pitchFamily="49" charset="0"/>
              </a:rPr>
              <a:t>Please enter your ATM </a:t>
            </a:r>
            <a:r>
              <a:rPr lang="en-US" sz="2000" spc="-10" dirty="0" smtClean="0">
                <a:latin typeface="Courier New" panose="02070309020205020404" pitchFamily="49" charset="0"/>
                <a:cs typeface="Courier New" panose="02070309020205020404" pitchFamily="49" charset="0"/>
              </a:rPr>
              <a:t>Personal </a:t>
            </a:r>
            <a:r>
              <a:rPr lang="en-US" sz="2000" spc="-10" dirty="0">
                <a:latin typeface="Courier New" panose="02070309020205020404" pitchFamily="49" charset="0"/>
                <a:cs typeface="Courier New" panose="02070309020205020404" pitchFamily="49" charset="0"/>
              </a:rPr>
              <a:t>Identification Number (PIN)!</a:t>
            </a:r>
          </a:p>
          <a:p>
            <a:r>
              <a:rPr lang="en-US" sz="2000" dirty="0">
                <a:latin typeface="Courier New" panose="02070309020205020404" pitchFamily="49" charset="0"/>
                <a:cs typeface="Courier New" panose="02070309020205020404" pitchFamily="49" charset="0"/>
              </a:rPr>
              <a:t> </a:t>
            </a:r>
          </a:p>
          <a:p>
            <a:r>
              <a:rPr lang="en-US" sz="2000" dirty="0">
                <a:latin typeface="Courier New" panose="02070309020205020404" pitchFamily="49" charset="0"/>
                <a:cs typeface="Courier New" panose="02070309020205020404" pitchFamily="49" charset="0"/>
              </a:rPr>
              <a:t>Enter your PIN  ==&gt;&gt;  1111</a:t>
            </a:r>
          </a:p>
          <a:p>
            <a:r>
              <a:rPr lang="en-US" sz="2000" dirty="0">
                <a:latin typeface="Courier New" panose="02070309020205020404" pitchFamily="49" charset="0"/>
                <a:cs typeface="Courier New" panose="02070309020205020404" pitchFamily="49" charset="0"/>
              </a:rPr>
              <a:t> </a:t>
            </a:r>
          </a:p>
          <a:p>
            <a:r>
              <a:rPr lang="en-US" sz="2000" dirty="0">
                <a:latin typeface="Courier New" panose="02070309020205020404" pitchFamily="49" charset="0"/>
                <a:cs typeface="Courier New" panose="02070309020205020404" pitchFamily="49" charset="0"/>
              </a:rPr>
              <a:t>That is not the correct PIN.</a:t>
            </a:r>
          </a:p>
          <a:p>
            <a:r>
              <a:rPr lang="en-US" sz="2000" dirty="0">
                <a:latin typeface="Courier New" panose="02070309020205020404" pitchFamily="49" charset="0"/>
                <a:cs typeface="Courier New" panose="02070309020205020404" pitchFamily="49" charset="0"/>
              </a:rPr>
              <a:t> </a:t>
            </a:r>
          </a:p>
          <a:p>
            <a:r>
              <a:rPr lang="en-US" sz="2000" dirty="0">
                <a:latin typeface="Courier New" panose="02070309020205020404" pitchFamily="49" charset="0"/>
                <a:cs typeface="Courier New" panose="02070309020205020404" pitchFamily="49" charset="0"/>
              </a:rPr>
              <a:t>Enter your PIN  ==&gt;&gt;  6623</a:t>
            </a:r>
          </a:p>
          <a:p>
            <a:r>
              <a:rPr lang="en-US" sz="2000" dirty="0">
                <a:latin typeface="Courier New" panose="02070309020205020404" pitchFamily="49" charset="0"/>
                <a:cs typeface="Courier New" panose="02070309020205020404" pitchFamily="49" charset="0"/>
              </a:rPr>
              <a:t> </a:t>
            </a:r>
          </a:p>
          <a:p>
            <a:r>
              <a:rPr lang="en-US" sz="2000" dirty="0">
                <a:latin typeface="Courier New" panose="02070309020205020404" pitchFamily="49" charset="0"/>
                <a:cs typeface="Courier New" panose="02070309020205020404" pitchFamily="49" charset="0"/>
              </a:rPr>
              <a:t>That is not the correct PIN.</a:t>
            </a:r>
          </a:p>
          <a:p>
            <a:r>
              <a:rPr lang="en-US" sz="2000" dirty="0">
                <a:latin typeface="Courier New" panose="02070309020205020404" pitchFamily="49" charset="0"/>
                <a:cs typeface="Courier New" panose="02070309020205020404" pitchFamily="49" charset="0"/>
              </a:rPr>
              <a:t> </a:t>
            </a:r>
          </a:p>
          <a:p>
            <a:r>
              <a:rPr lang="en-US" sz="2000" dirty="0">
                <a:latin typeface="Courier New" panose="02070309020205020404" pitchFamily="49" charset="0"/>
                <a:cs typeface="Courier New" panose="02070309020205020404" pitchFamily="49" charset="0"/>
              </a:rPr>
              <a:t>Enter your PIN  ==&gt;&gt;  9876</a:t>
            </a:r>
          </a:p>
          <a:p>
            <a:r>
              <a:rPr lang="en-US" sz="2000" dirty="0">
                <a:latin typeface="Courier New" panose="02070309020205020404" pitchFamily="49" charset="0"/>
                <a:cs typeface="Courier New" panose="02070309020205020404" pitchFamily="49" charset="0"/>
              </a:rPr>
              <a:t> </a:t>
            </a:r>
          </a:p>
          <a:p>
            <a:r>
              <a:rPr lang="en-US" sz="2000" dirty="0">
                <a:latin typeface="Courier New" panose="02070309020205020404" pitchFamily="49" charset="0"/>
                <a:cs typeface="Courier New" panose="02070309020205020404" pitchFamily="49" charset="0"/>
              </a:rPr>
              <a:t>That is not the correct PIN.</a:t>
            </a:r>
          </a:p>
          <a:p>
            <a:r>
              <a:rPr lang="en-US" sz="2000" dirty="0">
                <a:latin typeface="Courier New" panose="02070309020205020404" pitchFamily="49" charset="0"/>
                <a:cs typeface="Courier New" panose="02070309020205020404" pitchFamily="49" charset="0"/>
              </a:rPr>
              <a:t> </a:t>
            </a:r>
          </a:p>
          <a:p>
            <a:r>
              <a:rPr lang="en-US" sz="2000" dirty="0">
                <a:latin typeface="Courier New" panose="02070309020205020404" pitchFamily="49" charset="0"/>
                <a:cs typeface="Courier New" panose="02070309020205020404" pitchFamily="49" charset="0"/>
              </a:rPr>
              <a:t>Enter your PIN  ==&gt;&gt;  1234</a:t>
            </a:r>
          </a:p>
          <a:p>
            <a:r>
              <a:rPr lang="en-US" sz="2000" dirty="0">
                <a:latin typeface="Courier New" panose="02070309020205020404" pitchFamily="49" charset="0"/>
                <a:cs typeface="Courier New" panose="02070309020205020404" pitchFamily="49" charset="0"/>
              </a:rPr>
              <a:t> </a:t>
            </a:r>
          </a:p>
          <a:p>
            <a:r>
              <a:rPr lang="en-US" sz="2000" dirty="0">
                <a:latin typeface="Courier New" panose="02070309020205020404" pitchFamily="49" charset="0"/>
                <a:cs typeface="Courier New" panose="02070309020205020404" pitchFamily="49" charset="0"/>
              </a:rPr>
              <a:t>Your PIN is correct; you may proceed.</a:t>
            </a:r>
          </a:p>
          <a:p>
            <a:endParaRPr lang="en-US" spc="-10" dirty="0" smtClean="0">
              <a:latin typeface="Courier New" panose="02070309020205020404" pitchFamily="49" charset="0"/>
              <a:cs typeface="Courier New" panose="02070309020205020404" pitchFamily="49" charset="0"/>
            </a:endParaRPr>
          </a:p>
        </p:txBody>
      </p:sp>
      <p:sp>
        <p:nvSpPr>
          <p:cNvPr id="5" name="Rectangle 2"/>
          <p:cNvSpPr>
            <a:spLocks noGrp="1" noChangeArrowheads="1"/>
          </p:cNvSpPr>
          <p:nvPr>
            <p:ph type="title"/>
          </p:nvPr>
        </p:nvSpPr>
        <p:spPr>
          <a:xfrm>
            <a:off x="0" y="0"/>
            <a:ext cx="9144000" cy="933301"/>
          </a:xfrm>
        </p:spPr>
        <p:txBody>
          <a:bodyPr/>
          <a:lstStyle/>
          <a:p>
            <a:r>
              <a:rPr lang="en-US" sz="4600" dirty="0" smtClean="0">
                <a:solidFill>
                  <a:schemeClr val="bg1"/>
                </a:solidFill>
                <a:latin typeface="Arial Black" pitchFamily="34" charset="0"/>
              </a:rPr>
              <a:t>Java0512.java Output</a:t>
            </a:r>
          </a:p>
        </p:txBody>
      </p:sp>
    </p:spTree>
    <p:extLst>
      <p:ext uri="{BB962C8B-B14F-4D97-AF65-F5344CB8AC3E}">
        <p14:creationId xmlns:p14="http://schemas.microsoft.com/office/powerpoint/2010/main" val="1196891631"/>
      </p:ext>
    </p:extLst>
  </p:cSld>
  <p:clrMapOvr>
    <a:masterClrMapping/>
  </p:clrMapOvr>
  <p:timing>
    <p:tnLst>
      <p:par>
        <p:cTn xmlns:p14="http://schemas.microsoft.com/office/powerpoint/2010/mai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0" y="0"/>
            <a:ext cx="9144000" cy="990600"/>
          </a:xfrm>
        </p:spPr>
        <p:txBody>
          <a:bodyPr/>
          <a:lstStyle/>
          <a:p>
            <a:r>
              <a:rPr lang="en-US" sz="4600" dirty="0" smtClean="0">
                <a:latin typeface="Arial Black" pitchFamily="34" charset="0"/>
              </a:rPr>
              <a:t>Post-Conditional Repetition</a:t>
            </a:r>
          </a:p>
        </p:txBody>
      </p:sp>
      <p:sp>
        <p:nvSpPr>
          <p:cNvPr id="69635" name="Text Box 3"/>
          <p:cNvSpPr txBox="1">
            <a:spLocks noChangeArrowheads="1"/>
          </p:cNvSpPr>
          <p:nvPr/>
        </p:nvSpPr>
        <p:spPr bwMode="auto">
          <a:xfrm>
            <a:off x="1143000" y="990600"/>
            <a:ext cx="6858000" cy="5755422"/>
          </a:xfrm>
          <a:prstGeom prst="rect">
            <a:avLst/>
          </a:prstGeom>
          <a:solidFill>
            <a:srgbClr val="00FFCC"/>
          </a:solidFill>
          <a:ln w="57150">
            <a:solidFill>
              <a:schemeClr val="tx1"/>
            </a:solidFill>
            <a:miter lim="800000"/>
            <a:headEnd/>
            <a:tailEnd/>
          </a:ln>
        </p:spPr>
        <p:txBody>
          <a:bodyPr wrap="square">
            <a:spAutoFit/>
          </a:bodyPr>
          <a:lstStyle>
            <a:lvl1pPr eaLnBrk="0" hangingPunct="0">
              <a:tabLst>
                <a:tab pos="457200" algn="l"/>
                <a:tab pos="914400" algn="l"/>
                <a:tab pos="1371600" algn="l"/>
                <a:tab pos="1828800" algn="l"/>
                <a:tab pos="2286000" algn="l"/>
              </a:tabLst>
              <a:defRPr sz="1900" b="1">
                <a:solidFill>
                  <a:schemeClr val="tx1"/>
                </a:solidFill>
                <a:latin typeface="Arial Black" pitchFamily="34" charset="0"/>
              </a:defRPr>
            </a:lvl1pPr>
            <a:lvl2pPr marL="742950" indent="-285750" eaLnBrk="0" hangingPunct="0">
              <a:tabLst>
                <a:tab pos="457200" algn="l"/>
                <a:tab pos="914400" algn="l"/>
                <a:tab pos="1371600" algn="l"/>
                <a:tab pos="1828800" algn="l"/>
                <a:tab pos="2286000" algn="l"/>
              </a:tabLst>
              <a:defRPr sz="1900" b="1">
                <a:solidFill>
                  <a:schemeClr val="tx1"/>
                </a:solidFill>
                <a:latin typeface="Arial Black" pitchFamily="34" charset="0"/>
              </a:defRPr>
            </a:lvl2pPr>
            <a:lvl3pPr marL="1143000" indent="-228600" eaLnBrk="0" hangingPunct="0">
              <a:tabLst>
                <a:tab pos="457200" algn="l"/>
                <a:tab pos="914400" algn="l"/>
                <a:tab pos="1371600" algn="l"/>
                <a:tab pos="1828800" algn="l"/>
                <a:tab pos="2286000" algn="l"/>
              </a:tabLst>
              <a:defRPr sz="1900" b="1">
                <a:solidFill>
                  <a:schemeClr val="tx1"/>
                </a:solidFill>
                <a:latin typeface="Arial Black" pitchFamily="34" charset="0"/>
              </a:defRPr>
            </a:lvl3pPr>
            <a:lvl4pPr marL="1600200" indent="-228600" eaLnBrk="0" hangingPunct="0">
              <a:tabLst>
                <a:tab pos="457200" algn="l"/>
                <a:tab pos="914400" algn="l"/>
                <a:tab pos="1371600" algn="l"/>
                <a:tab pos="1828800" algn="l"/>
                <a:tab pos="2286000" algn="l"/>
              </a:tabLst>
              <a:defRPr sz="1900" b="1">
                <a:solidFill>
                  <a:schemeClr val="tx1"/>
                </a:solidFill>
                <a:latin typeface="Arial Black" pitchFamily="34" charset="0"/>
              </a:defRPr>
            </a:lvl4pPr>
            <a:lvl5pPr marL="2057400" indent="-228600" eaLnBrk="0" hangingPunct="0">
              <a:tabLst>
                <a:tab pos="457200" algn="l"/>
                <a:tab pos="914400" algn="l"/>
                <a:tab pos="1371600" algn="l"/>
                <a:tab pos="1828800" algn="l"/>
                <a:tab pos="2286000"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457200" algn="l"/>
                <a:tab pos="914400" algn="l"/>
                <a:tab pos="1371600" algn="l"/>
                <a:tab pos="1828800" algn="l"/>
                <a:tab pos="2286000"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457200" algn="l"/>
                <a:tab pos="914400" algn="l"/>
                <a:tab pos="1371600" algn="l"/>
                <a:tab pos="1828800" algn="l"/>
                <a:tab pos="2286000"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457200" algn="l"/>
                <a:tab pos="914400" algn="l"/>
                <a:tab pos="1371600" algn="l"/>
                <a:tab pos="1828800" algn="l"/>
                <a:tab pos="2286000"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457200" algn="l"/>
                <a:tab pos="914400" algn="l"/>
                <a:tab pos="1371600" algn="l"/>
                <a:tab pos="1828800" algn="l"/>
                <a:tab pos="2286000" algn="l"/>
              </a:tabLst>
              <a:defRPr sz="1900" b="1">
                <a:solidFill>
                  <a:schemeClr val="tx1"/>
                </a:solidFill>
                <a:latin typeface="Arial Black" pitchFamily="34" charset="0"/>
              </a:defRPr>
            </a:lvl9pPr>
          </a:lstStyle>
          <a:p>
            <a:pPr eaLnBrk="1" hangingPunct="1">
              <a:lnSpc>
                <a:spcPct val="92000"/>
              </a:lnSpc>
            </a:pPr>
            <a:r>
              <a:rPr lang="en-US" sz="2000" dirty="0">
                <a:latin typeface="Arial" charset="0"/>
                <a:sym typeface="Symbol" pitchFamily="18" charset="2"/>
              </a:rPr>
              <a:t>General Syntax:</a:t>
            </a:r>
          </a:p>
          <a:p>
            <a:pPr eaLnBrk="1" hangingPunct="1">
              <a:lnSpc>
                <a:spcPct val="92000"/>
              </a:lnSpc>
            </a:pPr>
            <a:endParaRPr lang="en-US" sz="2000" dirty="0">
              <a:latin typeface="Arial" charset="0"/>
              <a:sym typeface="Symbol" pitchFamily="18" charset="2"/>
            </a:endParaRPr>
          </a:p>
          <a:p>
            <a:pPr>
              <a:lnSpc>
                <a:spcPct val="92000"/>
              </a:lnSpc>
            </a:pPr>
            <a:r>
              <a:rPr lang="en-US" sz="2000" b="0" dirty="0">
                <a:latin typeface="Arial" charset="0"/>
              </a:rPr>
              <a:t>initialize condition variable before the </a:t>
            </a:r>
            <a:r>
              <a:rPr lang="en-US" sz="2000" b="0" dirty="0" err="1" smtClean="0">
                <a:latin typeface="Arial" charset="0"/>
              </a:rPr>
              <a:t>do..while</a:t>
            </a:r>
            <a:r>
              <a:rPr lang="en-US" sz="2000" b="0" dirty="0" smtClean="0">
                <a:latin typeface="Arial" charset="0"/>
              </a:rPr>
              <a:t> </a:t>
            </a:r>
            <a:r>
              <a:rPr lang="en-US" sz="2000" b="0" dirty="0">
                <a:latin typeface="Arial" charset="0"/>
              </a:rPr>
              <a:t>loop</a:t>
            </a:r>
          </a:p>
          <a:p>
            <a:pPr>
              <a:lnSpc>
                <a:spcPct val="92000"/>
              </a:lnSpc>
            </a:pPr>
            <a:r>
              <a:rPr lang="en-US" sz="2000" b="0" dirty="0" smtClean="0">
                <a:latin typeface="Arial" charset="0"/>
              </a:rPr>
              <a:t>do</a:t>
            </a:r>
          </a:p>
          <a:p>
            <a:pPr>
              <a:lnSpc>
                <a:spcPct val="92000"/>
              </a:lnSpc>
            </a:pPr>
            <a:r>
              <a:rPr lang="en-US" sz="2000" b="0" dirty="0" smtClean="0">
                <a:latin typeface="Arial" charset="0"/>
              </a:rPr>
              <a:t>{</a:t>
            </a:r>
            <a:endParaRPr lang="en-US" sz="2000" b="0" dirty="0">
              <a:latin typeface="Arial" charset="0"/>
            </a:endParaRPr>
          </a:p>
          <a:p>
            <a:pPr>
              <a:lnSpc>
                <a:spcPct val="92000"/>
              </a:lnSpc>
            </a:pPr>
            <a:r>
              <a:rPr lang="en-US" sz="2000" b="0" dirty="0">
                <a:latin typeface="Arial" charset="0"/>
              </a:rPr>
              <a:t>     loop body</a:t>
            </a:r>
          </a:p>
          <a:p>
            <a:pPr>
              <a:lnSpc>
                <a:spcPct val="92000"/>
              </a:lnSpc>
            </a:pPr>
            <a:r>
              <a:rPr lang="en-US" sz="2000" b="0" dirty="0">
                <a:latin typeface="Arial" charset="0"/>
              </a:rPr>
              <a:t>     alter condition variable in the loop body </a:t>
            </a:r>
          </a:p>
          <a:p>
            <a:pPr>
              <a:lnSpc>
                <a:spcPct val="92000"/>
              </a:lnSpc>
            </a:pPr>
            <a:r>
              <a:rPr lang="en-US" sz="2000" b="0" dirty="0">
                <a:latin typeface="Arial" charset="0"/>
              </a:rPr>
              <a:t>}</a:t>
            </a:r>
          </a:p>
          <a:p>
            <a:pPr eaLnBrk="1" hangingPunct="1">
              <a:lnSpc>
                <a:spcPct val="92000"/>
              </a:lnSpc>
            </a:pPr>
            <a:r>
              <a:rPr lang="en-US" sz="2000" b="0" dirty="0">
                <a:latin typeface="Arial" charset="0"/>
              </a:rPr>
              <a:t>while(condition is true)</a:t>
            </a:r>
          </a:p>
          <a:p>
            <a:pPr eaLnBrk="1" hangingPunct="1">
              <a:lnSpc>
                <a:spcPct val="92000"/>
              </a:lnSpc>
            </a:pPr>
            <a:endParaRPr lang="en-US" sz="2000" dirty="0">
              <a:latin typeface="Times New Roman" pitchFamily="18" charset="0"/>
              <a:sym typeface="Symbol" pitchFamily="18" charset="2"/>
            </a:endParaRPr>
          </a:p>
          <a:p>
            <a:pPr eaLnBrk="1" hangingPunct="1">
              <a:lnSpc>
                <a:spcPct val="92000"/>
              </a:lnSpc>
            </a:pPr>
            <a:r>
              <a:rPr lang="en-US" sz="2000" dirty="0">
                <a:latin typeface="Arial" charset="0"/>
                <a:sym typeface="Symbol" pitchFamily="18" charset="2"/>
              </a:rPr>
              <a:t>Specific Example:</a:t>
            </a:r>
          </a:p>
          <a:p>
            <a:pPr eaLnBrk="1" hangingPunct="1">
              <a:lnSpc>
                <a:spcPct val="92000"/>
              </a:lnSpc>
            </a:pPr>
            <a:endParaRPr lang="en-US" sz="2000" dirty="0">
              <a:latin typeface="Times New Roman" pitchFamily="18" charset="0"/>
              <a:cs typeface="Times New Roman" pitchFamily="18" charset="0"/>
              <a:sym typeface="Symbol" pitchFamily="18" charset="2"/>
            </a:endParaRPr>
          </a:p>
          <a:p>
            <a:pPr>
              <a:lnSpc>
                <a:spcPct val="92000"/>
              </a:lnSpc>
            </a:pPr>
            <a:r>
              <a:rPr lang="en-US" sz="2000" dirty="0" err="1">
                <a:latin typeface="Times New Roman" pitchFamily="18" charset="0"/>
                <a:cs typeface="Times New Roman" pitchFamily="18" charset="0"/>
              </a:rPr>
              <a:t>int</a:t>
            </a:r>
            <a:r>
              <a:rPr lang="en-US" sz="2000" dirty="0">
                <a:latin typeface="Times New Roman" pitchFamily="18" charset="0"/>
                <a:cs typeface="Times New Roman" pitchFamily="18" charset="0"/>
              </a:rPr>
              <a:t> pin = 0;        </a:t>
            </a:r>
            <a:r>
              <a:rPr lang="en-US" sz="2000" b="0" dirty="0">
                <a:latin typeface="Times New Roman" pitchFamily="18" charset="0"/>
                <a:cs typeface="Times New Roman" pitchFamily="18" charset="0"/>
              </a:rPr>
              <a:t>// initialize condition variable </a:t>
            </a:r>
          </a:p>
          <a:p>
            <a:pPr>
              <a:lnSpc>
                <a:spcPct val="92000"/>
              </a:lnSpc>
            </a:pPr>
            <a:r>
              <a:rPr lang="en-US" sz="2000" dirty="0">
                <a:latin typeface="Times New Roman" pitchFamily="18" charset="0"/>
                <a:cs typeface="Times New Roman" pitchFamily="18" charset="0"/>
              </a:rPr>
              <a:t>do </a:t>
            </a:r>
          </a:p>
          <a:p>
            <a:pPr>
              <a:lnSpc>
                <a:spcPct val="92000"/>
              </a:lnSpc>
            </a:pPr>
            <a:r>
              <a:rPr lang="en-US" sz="2000" dirty="0">
                <a:latin typeface="Times New Roman" pitchFamily="18" charset="0"/>
                <a:cs typeface="Times New Roman" pitchFamily="18" charset="0"/>
              </a:rPr>
              <a:t>{</a:t>
            </a:r>
          </a:p>
          <a:p>
            <a:pPr>
              <a:lnSpc>
                <a:spcPct val="92000"/>
              </a:lnSpc>
            </a:pP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System.out.print</a:t>
            </a:r>
            <a:r>
              <a:rPr lang="en-US" sz="2000" dirty="0">
                <a:latin typeface="Times New Roman" pitchFamily="18" charset="0"/>
                <a:cs typeface="Times New Roman" pitchFamily="18" charset="0"/>
              </a:rPr>
              <a:t>("Enter pin.  ===&gt;&gt;  ");</a:t>
            </a:r>
          </a:p>
          <a:p>
            <a:r>
              <a:rPr lang="en-US" sz="2000" dirty="0">
                <a:latin typeface="Times New Roman" pitchFamily="18" charset="0"/>
                <a:cs typeface="Times New Roman" pitchFamily="18" charset="0"/>
              </a:rPr>
              <a:t>	pin = </a:t>
            </a:r>
            <a:r>
              <a:rPr lang="en-US" sz="2000" dirty="0" err="1">
                <a:latin typeface="Times New Roman" pitchFamily="18" charset="0"/>
                <a:cs typeface="Times New Roman" pitchFamily="18" charset="0"/>
              </a:rPr>
              <a:t>input.nextInt</a:t>
            </a:r>
            <a:r>
              <a:rPr lang="en-US" sz="2000" dirty="0">
                <a:latin typeface="Times New Roman" pitchFamily="18" charset="0"/>
                <a:cs typeface="Times New Roman" pitchFamily="18" charset="0"/>
              </a:rPr>
              <a:t>();     </a:t>
            </a:r>
            <a:r>
              <a:rPr lang="en-US" sz="2000" b="0" dirty="0">
                <a:latin typeface="Times New Roman" pitchFamily="18" charset="0"/>
                <a:cs typeface="Times New Roman" pitchFamily="18" charset="0"/>
              </a:rPr>
              <a:t>// alter condition variable</a:t>
            </a:r>
          </a:p>
          <a:p>
            <a:pPr>
              <a:lnSpc>
                <a:spcPct val="92000"/>
              </a:lnSpc>
            </a:pPr>
            <a:r>
              <a:rPr lang="en-US" sz="2000" dirty="0" smtClean="0">
                <a:latin typeface="Times New Roman" pitchFamily="18" charset="0"/>
                <a:cs typeface="Times New Roman" pitchFamily="18" charset="0"/>
              </a:rPr>
              <a:t>} </a:t>
            </a:r>
            <a:endParaRPr lang="en-US" sz="2000" dirty="0">
              <a:latin typeface="Times New Roman" pitchFamily="18" charset="0"/>
              <a:cs typeface="Times New Roman" pitchFamily="18" charset="0"/>
            </a:endParaRPr>
          </a:p>
          <a:p>
            <a:pPr>
              <a:lnSpc>
                <a:spcPct val="92000"/>
              </a:lnSpc>
            </a:pPr>
            <a:r>
              <a:rPr lang="en-US" sz="2000" dirty="0">
                <a:latin typeface="Times New Roman" pitchFamily="18" charset="0"/>
                <a:cs typeface="Times New Roman" pitchFamily="18" charset="0"/>
              </a:rPr>
              <a:t>while(pin != 5678);     </a:t>
            </a:r>
            <a:r>
              <a:rPr lang="en-US" sz="2000" b="0" dirty="0">
                <a:latin typeface="Times New Roman" pitchFamily="18" charset="0"/>
                <a:cs typeface="Times New Roman" pitchFamily="18" charset="0"/>
              </a:rPr>
              <a:t> // Not a heading</a:t>
            </a:r>
            <a:r>
              <a:rPr lang="en-US" sz="2000" b="0" dirty="0" smtClean="0">
                <a:latin typeface="Times New Roman" pitchFamily="18" charset="0"/>
                <a:cs typeface="Times New Roman" pitchFamily="18" charset="0"/>
              </a:rPr>
              <a:t>,  </a:t>
            </a:r>
            <a:r>
              <a:rPr lang="en-US" sz="2000" b="0" dirty="0">
                <a:latin typeface="Times New Roman" pitchFamily="18" charset="0"/>
                <a:cs typeface="Times New Roman" pitchFamily="18" charset="0"/>
              </a:rPr>
              <a:t>Semicolon is required.</a:t>
            </a:r>
          </a:p>
          <a:p>
            <a:pPr>
              <a:lnSpc>
                <a:spcPct val="92000"/>
              </a:lnSpc>
            </a:pPr>
            <a:r>
              <a:rPr lang="en-US" sz="2000" dirty="0" err="1">
                <a:latin typeface="Times New Roman" pitchFamily="18" charset="0"/>
                <a:cs typeface="Times New Roman" pitchFamily="18" charset="0"/>
              </a:rPr>
              <a:t>System.out.println</a:t>
            </a:r>
            <a:r>
              <a:rPr lang="en-US" sz="2000" dirty="0">
                <a:latin typeface="Times New Roman" pitchFamily="18" charset="0"/>
                <a:cs typeface="Times New Roman" pitchFamily="18" charset="0"/>
              </a:rPr>
              <a:t>("Welcome.");</a:t>
            </a:r>
          </a:p>
        </p:txBody>
      </p:sp>
    </p:spTree>
    <p:extLst>
      <p:ext uri="{BB962C8B-B14F-4D97-AF65-F5344CB8AC3E}">
        <p14:creationId xmlns:p14="http://schemas.microsoft.com/office/powerpoint/2010/main" val="374811085"/>
      </p:ext>
    </p:extLst>
  </p:cSld>
  <p:clrMapOvr>
    <a:masterClrMapping/>
  </p:clrMapOvr>
  <p:timing>
    <p:tnLst>
      <p:par>
        <p:cTn xmlns:p14="http://schemas.microsoft.com/office/powerpoint/2010/mai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0" y="0"/>
            <a:ext cx="9144000" cy="1447800"/>
          </a:xfrm>
        </p:spPr>
        <p:txBody>
          <a:bodyPr/>
          <a:lstStyle/>
          <a:p>
            <a:r>
              <a:rPr lang="en-US" dirty="0" smtClean="0">
                <a:latin typeface="Arial Black" pitchFamily="34" charset="0"/>
              </a:rPr>
              <a:t>Fixed Repetition vs. Conditional Repetition</a:t>
            </a:r>
          </a:p>
        </p:txBody>
      </p:sp>
      <p:sp>
        <p:nvSpPr>
          <p:cNvPr id="72707" name="Text Box 3"/>
          <p:cNvSpPr txBox="1">
            <a:spLocks noChangeArrowheads="1"/>
          </p:cNvSpPr>
          <p:nvPr/>
        </p:nvSpPr>
        <p:spPr bwMode="auto">
          <a:xfrm>
            <a:off x="228600" y="1447800"/>
            <a:ext cx="8686800" cy="5309146"/>
          </a:xfrm>
          <a:prstGeom prst="rect">
            <a:avLst/>
          </a:prstGeom>
          <a:solidFill>
            <a:srgbClr val="00FFCC"/>
          </a:solidFill>
          <a:ln w="57150">
            <a:solidFill>
              <a:schemeClr val="tx1"/>
            </a:solidFill>
            <a:miter lim="800000"/>
            <a:headEnd/>
            <a:tailEnd/>
          </a:ln>
        </p:spPr>
        <p:txBody>
          <a:bodyPr>
            <a:spAutoFit/>
          </a:bodyPr>
          <a:lstStyle>
            <a:lvl1pPr eaLnBrk="0" hangingPunct="0">
              <a:tabLst>
                <a:tab pos="633413" algn="l"/>
              </a:tabLst>
              <a:defRPr sz="1900" b="1">
                <a:solidFill>
                  <a:schemeClr val="tx1"/>
                </a:solidFill>
                <a:latin typeface="Arial Black" pitchFamily="34" charset="0"/>
              </a:defRPr>
            </a:lvl1pPr>
            <a:lvl2pPr marL="742950" indent="-285750" eaLnBrk="0" hangingPunct="0">
              <a:tabLst>
                <a:tab pos="633413" algn="l"/>
              </a:tabLst>
              <a:defRPr sz="1900" b="1">
                <a:solidFill>
                  <a:schemeClr val="tx1"/>
                </a:solidFill>
                <a:latin typeface="Arial Black" pitchFamily="34" charset="0"/>
              </a:defRPr>
            </a:lvl2pPr>
            <a:lvl3pPr marL="1143000" indent="-228600" eaLnBrk="0" hangingPunct="0">
              <a:tabLst>
                <a:tab pos="633413" algn="l"/>
              </a:tabLst>
              <a:defRPr sz="1900" b="1">
                <a:solidFill>
                  <a:schemeClr val="tx1"/>
                </a:solidFill>
                <a:latin typeface="Arial Black" pitchFamily="34" charset="0"/>
              </a:defRPr>
            </a:lvl3pPr>
            <a:lvl4pPr marL="1600200" indent="-228600" eaLnBrk="0" hangingPunct="0">
              <a:tabLst>
                <a:tab pos="633413" algn="l"/>
              </a:tabLst>
              <a:defRPr sz="1900" b="1">
                <a:solidFill>
                  <a:schemeClr val="tx1"/>
                </a:solidFill>
                <a:latin typeface="Arial Black" pitchFamily="34" charset="0"/>
              </a:defRPr>
            </a:lvl4pPr>
            <a:lvl5pPr marL="2057400" indent="-228600" eaLnBrk="0" hangingPunct="0">
              <a:tabLst>
                <a:tab pos="633413"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633413"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633413"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633413"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633413" algn="l"/>
              </a:tabLst>
              <a:defRPr sz="1900" b="1">
                <a:solidFill>
                  <a:schemeClr val="tx1"/>
                </a:solidFill>
                <a:latin typeface="Arial Black" pitchFamily="34" charset="0"/>
              </a:defRPr>
            </a:lvl9pPr>
          </a:lstStyle>
          <a:p>
            <a:pPr eaLnBrk="1" hangingPunct="1"/>
            <a:r>
              <a:rPr lang="en-US" sz="2400" i="1" dirty="0">
                <a:latin typeface="Arial" charset="0"/>
                <a:cs typeface="Arial" charset="0"/>
                <a:sym typeface="Symbol" pitchFamily="18" charset="2"/>
              </a:rPr>
              <a:t>Fixed Repetition</a:t>
            </a:r>
            <a:r>
              <a:rPr lang="en-US" sz="2400" dirty="0">
                <a:latin typeface="Arial" charset="0"/>
                <a:cs typeface="Arial" charset="0"/>
                <a:sym typeface="Symbol" pitchFamily="18" charset="2"/>
              </a:rPr>
              <a:t> describes </a:t>
            </a:r>
            <a:r>
              <a:rPr lang="en-US" sz="2400" dirty="0">
                <a:latin typeface="Arial Narrow" pitchFamily="34" charset="0"/>
                <a:sym typeface="Symbol" pitchFamily="18" charset="2"/>
              </a:rPr>
              <a:t>a situation where you know – ahead of time – how many times you want the loop to repeat.</a:t>
            </a:r>
          </a:p>
          <a:p>
            <a:pPr eaLnBrk="1" hangingPunct="1">
              <a:lnSpc>
                <a:spcPct val="90000"/>
              </a:lnSpc>
            </a:pPr>
            <a:endParaRPr lang="en-US" sz="1800" dirty="0">
              <a:latin typeface="Arial Narrow" pitchFamily="34" charset="0"/>
              <a:sym typeface="Symbol" pitchFamily="18" charset="2"/>
            </a:endParaRPr>
          </a:p>
          <a:p>
            <a:pPr eaLnBrk="1" hangingPunct="1">
              <a:lnSpc>
                <a:spcPct val="90000"/>
              </a:lnSpc>
            </a:pPr>
            <a:r>
              <a:rPr lang="en-US" sz="2400" dirty="0">
                <a:latin typeface="Arial Narrow" pitchFamily="34" charset="0"/>
                <a:sym typeface="Symbol" pitchFamily="18" charset="2"/>
              </a:rPr>
              <a:t>An example would be drawing exactly 100 circles on the screen.</a:t>
            </a:r>
          </a:p>
          <a:p>
            <a:pPr eaLnBrk="1" hangingPunct="1">
              <a:lnSpc>
                <a:spcPct val="90000"/>
              </a:lnSpc>
            </a:pPr>
            <a:endParaRPr lang="en-US" sz="1800" dirty="0">
              <a:latin typeface="Arial Narrow" pitchFamily="34" charset="0"/>
              <a:sym typeface="Symbol" pitchFamily="18" charset="2"/>
            </a:endParaRPr>
          </a:p>
          <a:p>
            <a:pPr eaLnBrk="1" hangingPunct="1">
              <a:lnSpc>
                <a:spcPct val="90000"/>
              </a:lnSpc>
            </a:pPr>
            <a:r>
              <a:rPr lang="en-US" sz="2400" dirty="0">
                <a:latin typeface="Arial Narrow" pitchFamily="34" charset="0"/>
                <a:sym typeface="Symbol" pitchFamily="18" charset="2"/>
              </a:rPr>
              <a:t>The command for fixed repetition is </a:t>
            </a:r>
            <a:r>
              <a:rPr lang="en-US" sz="2400" b="0" dirty="0">
                <a:sym typeface="Symbol" pitchFamily="18" charset="2"/>
              </a:rPr>
              <a:t>for</a:t>
            </a:r>
            <a:r>
              <a:rPr lang="en-US" sz="2400" dirty="0">
                <a:latin typeface="Arial Narrow" pitchFamily="34" charset="0"/>
                <a:sym typeface="Symbol" pitchFamily="18" charset="2"/>
              </a:rPr>
              <a:t>.</a:t>
            </a:r>
          </a:p>
          <a:p>
            <a:pPr eaLnBrk="1" hangingPunct="1">
              <a:lnSpc>
                <a:spcPct val="90000"/>
              </a:lnSpc>
            </a:pPr>
            <a:endParaRPr lang="en-US" sz="2000" dirty="0">
              <a:latin typeface="Arial Narrow" pitchFamily="34" charset="0"/>
              <a:sym typeface="Symbol" pitchFamily="18" charset="2"/>
            </a:endParaRPr>
          </a:p>
          <a:p>
            <a:pPr eaLnBrk="1" hangingPunct="1"/>
            <a:r>
              <a:rPr lang="en-US" sz="2400" i="1" dirty="0">
                <a:latin typeface="Arial" charset="0"/>
                <a:cs typeface="Arial" charset="0"/>
                <a:sym typeface="Symbol" pitchFamily="18" charset="2"/>
              </a:rPr>
              <a:t>Conditional Repetition</a:t>
            </a:r>
            <a:r>
              <a:rPr lang="en-US" sz="2400" dirty="0">
                <a:latin typeface="Arial" charset="0"/>
                <a:cs typeface="Arial" charset="0"/>
                <a:sym typeface="Symbol" pitchFamily="18" charset="2"/>
              </a:rPr>
              <a:t> describes </a:t>
            </a:r>
            <a:r>
              <a:rPr lang="en-US" sz="2400" dirty="0">
                <a:latin typeface="Arial Narrow" pitchFamily="34" charset="0"/>
                <a:sym typeface="Symbol" pitchFamily="18" charset="2"/>
              </a:rPr>
              <a:t>a situation where you do NOT know how many times the loop will repeat.  </a:t>
            </a:r>
          </a:p>
          <a:p>
            <a:pPr eaLnBrk="1" hangingPunct="1">
              <a:lnSpc>
                <a:spcPct val="90000"/>
              </a:lnSpc>
            </a:pPr>
            <a:endParaRPr lang="en-US" sz="1800" dirty="0">
              <a:latin typeface="Arial Narrow" pitchFamily="34" charset="0"/>
              <a:sym typeface="Symbol" pitchFamily="18" charset="2"/>
            </a:endParaRPr>
          </a:p>
          <a:p>
            <a:pPr eaLnBrk="1" hangingPunct="1">
              <a:lnSpc>
                <a:spcPct val="90000"/>
              </a:lnSpc>
            </a:pPr>
            <a:r>
              <a:rPr lang="en-US" sz="2400" dirty="0">
                <a:latin typeface="Arial Narrow" pitchFamily="34" charset="0"/>
                <a:sym typeface="Symbol" pitchFamily="18" charset="2"/>
              </a:rPr>
              <a:t>The loop has to repeat until some </a:t>
            </a:r>
            <a:r>
              <a:rPr lang="en-US" sz="2400" i="1" dirty="0">
                <a:latin typeface="Arial Narrow" pitchFamily="34" charset="0"/>
                <a:sym typeface="Symbol" pitchFamily="18" charset="2"/>
              </a:rPr>
              <a:t>condition</a:t>
            </a:r>
            <a:r>
              <a:rPr lang="en-US" sz="2400" dirty="0">
                <a:latin typeface="Arial Narrow" pitchFamily="34" charset="0"/>
                <a:sym typeface="Symbol" pitchFamily="18" charset="2"/>
              </a:rPr>
              <a:t> is met.</a:t>
            </a:r>
          </a:p>
          <a:p>
            <a:pPr eaLnBrk="1" hangingPunct="1">
              <a:lnSpc>
                <a:spcPct val="90000"/>
              </a:lnSpc>
            </a:pPr>
            <a:endParaRPr lang="en-US" sz="1800" dirty="0">
              <a:latin typeface="Arial Narrow" pitchFamily="34" charset="0"/>
              <a:sym typeface="Symbol" pitchFamily="18" charset="2"/>
            </a:endParaRPr>
          </a:p>
          <a:p>
            <a:pPr eaLnBrk="1" hangingPunct="1">
              <a:lnSpc>
                <a:spcPct val="90000"/>
              </a:lnSpc>
            </a:pPr>
            <a:r>
              <a:rPr lang="en-US" sz="2400" dirty="0">
                <a:latin typeface="Arial Narrow" pitchFamily="34" charset="0"/>
                <a:sym typeface="Symbol" pitchFamily="18" charset="2"/>
              </a:rPr>
              <a:t>An example would be entering a password.</a:t>
            </a:r>
          </a:p>
          <a:p>
            <a:pPr eaLnBrk="1" hangingPunct="1">
              <a:lnSpc>
                <a:spcPct val="90000"/>
              </a:lnSpc>
            </a:pPr>
            <a:endParaRPr lang="en-US" sz="1800" dirty="0">
              <a:latin typeface="Arial Narrow" pitchFamily="34" charset="0"/>
              <a:sym typeface="Symbol" pitchFamily="18" charset="2"/>
            </a:endParaRPr>
          </a:p>
          <a:p>
            <a:pPr eaLnBrk="1" hangingPunct="1">
              <a:lnSpc>
                <a:spcPct val="90000"/>
              </a:lnSpc>
            </a:pPr>
            <a:r>
              <a:rPr lang="en-US" sz="2400" dirty="0">
                <a:latin typeface="Arial Narrow" pitchFamily="34" charset="0"/>
                <a:sym typeface="Symbol" pitchFamily="18" charset="2"/>
              </a:rPr>
              <a:t>The command for </a:t>
            </a:r>
            <a:r>
              <a:rPr lang="en-US" sz="2400" dirty="0" smtClean="0">
                <a:latin typeface="Arial Narrow" pitchFamily="34" charset="0"/>
                <a:sym typeface="Symbol" pitchFamily="18" charset="2"/>
              </a:rPr>
              <a:t>pre-conditional </a:t>
            </a:r>
            <a:r>
              <a:rPr lang="en-US" sz="2400" dirty="0">
                <a:latin typeface="Arial Narrow" pitchFamily="34" charset="0"/>
                <a:sym typeface="Symbol" pitchFamily="18" charset="2"/>
              </a:rPr>
              <a:t>repetition is </a:t>
            </a:r>
            <a:r>
              <a:rPr lang="en-US" sz="2400" b="0" dirty="0">
                <a:sym typeface="Symbol" pitchFamily="18" charset="2"/>
              </a:rPr>
              <a:t>while</a:t>
            </a:r>
            <a:r>
              <a:rPr lang="en-US" sz="2400" dirty="0" smtClean="0">
                <a:latin typeface="Arial Narrow" pitchFamily="34" charset="0"/>
                <a:sym typeface="Symbol" pitchFamily="18" charset="2"/>
              </a:rPr>
              <a:t>.</a:t>
            </a:r>
          </a:p>
          <a:p>
            <a:pPr eaLnBrk="1" hangingPunct="1">
              <a:lnSpc>
                <a:spcPct val="90000"/>
              </a:lnSpc>
            </a:pPr>
            <a:endParaRPr lang="en-US" sz="1800" dirty="0">
              <a:latin typeface="Arial Narrow" pitchFamily="34" charset="0"/>
              <a:sym typeface="Symbol" pitchFamily="18" charset="2"/>
            </a:endParaRPr>
          </a:p>
          <a:p>
            <a:pPr eaLnBrk="1" hangingPunct="1">
              <a:lnSpc>
                <a:spcPct val="90000"/>
              </a:lnSpc>
            </a:pPr>
            <a:r>
              <a:rPr lang="en-US" sz="2400" dirty="0">
                <a:latin typeface="Arial Narrow" pitchFamily="34" charset="0"/>
                <a:sym typeface="Symbol" pitchFamily="18" charset="2"/>
              </a:rPr>
              <a:t>The </a:t>
            </a:r>
            <a:r>
              <a:rPr lang="en-US" sz="2400" dirty="0" smtClean="0">
                <a:latin typeface="Arial Narrow" pitchFamily="34" charset="0"/>
                <a:sym typeface="Symbol" pitchFamily="18" charset="2"/>
              </a:rPr>
              <a:t>commands </a:t>
            </a:r>
            <a:r>
              <a:rPr lang="en-US" sz="2400" dirty="0">
                <a:latin typeface="Arial Narrow" pitchFamily="34" charset="0"/>
                <a:sym typeface="Symbol" pitchFamily="18" charset="2"/>
              </a:rPr>
              <a:t>for </a:t>
            </a:r>
            <a:r>
              <a:rPr lang="en-US" sz="2400" dirty="0" smtClean="0">
                <a:latin typeface="Arial Narrow" pitchFamily="34" charset="0"/>
                <a:sym typeface="Symbol" pitchFamily="18" charset="2"/>
              </a:rPr>
              <a:t>post-conditional </a:t>
            </a:r>
            <a:r>
              <a:rPr lang="en-US" sz="2400" dirty="0">
                <a:latin typeface="Arial Narrow" pitchFamily="34" charset="0"/>
                <a:sym typeface="Symbol" pitchFamily="18" charset="2"/>
              </a:rPr>
              <a:t>repetition is </a:t>
            </a:r>
            <a:r>
              <a:rPr lang="en-US" sz="2400" b="0" dirty="0" err="1" smtClean="0">
                <a:sym typeface="Symbol" pitchFamily="18" charset="2"/>
              </a:rPr>
              <a:t>do..while</a:t>
            </a:r>
            <a:r>
              <a:rPr lang="en-US" sz="2400" dirty="0" smtClean="0">
                <a:latin typeface="Arial Narrow" pitchFamily="34" charset="0"/>
                <a:sym typeface="Symbol" pitchFamily="18" charset="2"/>
              </a:rPr>
              <a:t>.</a:t>
            </a:r>
            <a:endParaRPr lang="en-US" sz="2400" dirty="0">
              <a:latin typeface="Arial Narrow" pitchFamily="34" charset="0"/>
              <a:sym typeface="Symbol" pitchFamily="18" charset="2"/>
            </a:endParaRPr>
          </a:p>
        </p:txBody>
      </p:sp>
    </p:spTree>
  </p:cSld>
  <p:clrMapOvr>
    <a:masterClrMapping/>
  </p:clrMapOvr>
  <p:timing>
    <p:tnLst>
      <p:par>
        <p:cTn xmlns:p14="http://schemas.microsoft.com/office/powerpoint/2010/mai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0" y="0"/>
            <a:ext cx="9144000" cy="1600200"/>
          </a:xfrm>
        </p:spPr>
        <p:txBody>
          <a:bodyPr/>
          <a:lstStyle/>
          <a:p>
            <a:pPr eaLnBrk="1" hangingPunct="1">
              <a:lnSpc>
                <a:spcPct val="90000"/>
              </a:lnSpc>
            </a:pPr>
            <a:r>
              <a:rPr lang="en-US" sz="5400" dirty="0" smtClean="0">
                <a:latin typeface="Arial Black" pitchFamily="34" charset="0"/>
              </a:rPr>
              <a:t>AP</a:t>
            </a:r>
            <a:r>
              <a:rPr lang="en-US" sz="5400" baseline="30000" dirty="0" smtClean="0">
                <a:latin typeface="Arial Black" pitchFamily="34" charset="0"/>
              </a:rPr>
              <a:t>®</a:t>
            </a:r>
            <a:r>
              <a:rPr lang="en-US" sz="5400" dirty="0" smtClean="0">
                <a:latin typeface="Arial Black" pitchFamily="34" charset="0"/>
              </a:rPr>
              <a:t> Exam Alert</a:t>
            </a:r>
            <a:br>
              <a:rPr lang="en-US" sz="5400" dirty="0" smtClean="0">
                <a:latin typeface="Arial Black" pitchFamily="34" charset="0"/>
              </a:rPr>
            </a:br>
            <a:r>
              <a:rPr lang="en-US" sz="4800" b="1" dirty="0" smtClean="0">
                <a:latin typeface="Arial Narrow" pitchFamily="34" charset="0"/>
              </a:rPr>
              <a:t>Selection Control Structures</a:t>
            </a:r>
            <a:endParaRPr lang="en-US" sz="5400" b="1" dirty="0" smtClean="0">
              <a:latin typeface="Arial Narrow" pitchFamily="34" charset="0"/>
            </a:endParaRPr>
          </a:p>
        </p:txBody>
      </p:sp>
      <p:sp>
        <p:nvSpPr>
          <p:cNvPr id="58371" name="Text Box 3"/>
          <p:cNvSpPr txBox="1">
            <a:spLocks noChangeArrowheads="1"/>
          </p:cNvSpPr>
          <p:nvPr/>
        </p:nvSpPr>
        <p:spPr bwMode="auto">
          <a:xfrm>
            <a:off x="533400" y="1600200"/>
            <a:ext cx="7924800" cy="4770537"/>
          </a:xfrm>
          <a:prstGeom prst="rect">
            <a:avLst/>
          </a:prstGeom>
          <a:solidFill>
            <a:srgbClr val="00FFCC"/>
          </a:solidFill>
          <a:ln w="57150">
            <a:solidFill>
              <a:schemeClr val="tx1"/>
            </a:solidFill>
            <a:miter lim="800000"/>
            <a:headEnd/>
            <a:tailEnd/>
          </a:ln>
        </p:spPr>
        <p:txBody>
          <a:bodyPr wrap="square">
            <a:spAutoFit/>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r>
              <a:rPr lang="en-US" sz="1600" dirty="0"/>
              <a:t>The one-way selection </a:t>
            </a:r>
            <a:r>
              <a:rPr lang="en-US" sz="1600" b="0" dirty="0">
                <a:latin typeface="Arial Black" pitchFamily="34" charset="0"/>
              </a:rPr>
              <a:t>if</a:t>
            </a:r>
            <a:r>
              <a:rPr lang="en-US" sz="1600" dirty="0"/>
              <a:t> is tested on the </a:t>
            </a:r>
            <a:r>
              <a:rPr lang="en-US" sz="1600" dirty="0" smtClean="0"/>
              <a:t>AP</a:t>
            </a:r>
            <a:r>
              <a:rPr lang="en-US" sz="1600" baseline="30000" dirty="0" smtClean="0"/>
              <a:t>®</a:t>
            </a:r>
            <a:r>
              <a:rPr lang="en-US" sz="1600" dirty="0" smtClean="0"/>
              <a:t> </a:t>
            </a:r>
            <a:r>
              <a:rPr lang="en-US" sz="1600" dirty="0"/>
              <a:t>Exam.</a:t>
            </a:r>
          </a:p>
          <a:p>
            <a:pPr>
              <a:tabLst>
                <a:tab pos="463550" algn="l"/>
                <a:tab pos="914400" algn="l"/>
                <a:tab pos="1377950" algn="l"/>
              </a:tabLst>
            </a:pPr>
            <a:r>
              <a:rPr lang="en-US" sz="1600" dirty="0">
                <a:latin typeface="Courier New" pitchFamily="49" charset="0"/>
                <a:cs typeface="Courier New" pitchFamily="49" charset="0"/>
              </a:rPr>
              <a:t>	</a:t>
            </a:r>
            <a:r>
              <a:rPr lang="en-US" sz="1600" dirty="0" smtClean="0">
                <a:latin typeface="Courier New" pitchFamily="49" charset="0"/>
                <a:cs typeface="Courier New" pitchFamily="49" charset="0"/>
              </a:rPr>
              <a:t>if </a:t>
            </a:r>
            <a:r>
              <a:rPr lang="en-US" sz="1600" dirty="0">
                <a:latin typeface="Courier New" pitchFamily="49" charset="0"/>
                <a:cs typeface="Courier New" pitchFamily="49" charset="0"/>
              </a:rPr>
              <a:t>(sales &gt;= 500000)</a:t>
            </a:r>
          </a:p>
          <a:p>
            <a:pPr>
              <a:tabLst>
                <a:tab pos="463550" algn="l"/>
                <a:tab pos="914400" algn="l"/>
                <a:tab pos="1377950" algn="l"/>
              </a:tabLst>
            </a:pPr>
            <a:r>
              <a:rPr lang="en-US" sz="1600" dirty="0">
                <a:latin typeface="Courier New" pitchFamily="49" charset="0"/>
                <a:cs typeface="Courier New" pitchFamily="49" charset="0"/>
              </a:rPr>
              <a:t>		bonus = bonus + 5000.0;</a:t>
            </a:r>
          </a:p>
          <a:p>
            <a:pPr>
              <a:tabLst>
                <a:tab pos="463550" algn="l"/>
                <a:tab pos="914400" algn="l"/>
                <a:tab pos="1377950" algn="l"/>
              </a:tabLst>
            </a:pPr>
            <a:r>
              <a:rPr lang="en-US" sz="1600" dirty="0"/>
              <a:t> </a:t>
            </a:r>
          </a:p>
          <a:p>
            <a:pPr>
              <a:tabLst>
                <a:tab pos="463550" algn="l"/>
                <a:tab pos="914400" algn="l"/>
                <a:tab pos="1377950" algn="l"/>
              </a:tabLst>
            </a:pPr>
            <a:r>
              <a:rPr lang="en-US" sz="1600" dirty="0"/>
              <a:t>The two-way selection </a:t>
            </a:r>
            <a:r>
              <a:rPr lang="en-US" sz="1600" b="0" dirty="0" err="1">
                <a:latin typeface="Arial Black" pitchFamily="34" charset="0"/>
              </a:rPr>
              <a:t>if..else</a:t>
            </a:r>
            <a:r>
              <a:rPr lang="en-US" sz="1600" b="0" dirty="0">
                <a:latin typeface="Arial Black" pitchFamily="34" charset="0"/>
              </a:rPr>
              <a:t> </a:t>
            </a:r>
            <a:r>
              <a:rPr lang="en-US" sz="1600" dirty="0"/>
              <a:t>is tested on the </a:t>
            </a:r>
            <a:r>
              <a:rPr lang="en-US" sz="1600" dirty="0" smtClean="0"/>
              <a:t>AP</a:t>
            </a:r>
            <a:r>
              <a:rPr lang="en-US" sz="1600" baseline="30000" dirty="0" smtClean="0"/>
              <a:t>®</a:t>
            </a:r>
            <a:r>
              <a:rPr lang="en-US" sz="1600" dirty="0" smtClean="0"/>
              <a:t> </a:t>
            </a:r>
            <a:r>
              <a:rPr lang="en-US" sz="1600" dirty="0"/>
              <a:t>Exam.</a:t>
            </a:r>
          </a:p>
          <a:p>
            <a:pPr>
              <a:tabLst>
                <a:tab pos="463550" algn="l"/>
                <a:tab pos="914400" algn="l"/>
                <a:tab pos="1377950" algn="l"/>
              </a:tabLst>
            </a:pPr>
            <a:r>
              <a:rPr lang="en-US" sz="1600" dirty="0">
                <a:latin typeface="Courier New" pitchFamily="49" charset="0"/>
                <a:cs typeface="Courier New" pitchFamily="49" charset="0"/>
              </a:rPr>
              <a:t>	if (sat &gt;= 1200)</a:t>
            </a:r>
          </a:p>
          <a:p>
            <a:pPr>
              <a:tabLst>
                <a:tab pos="463550" algn="l"/>
                <a:tab pos="914400" algn="l"/>
                <a:tab pos="1377950" algn="l"/>
              </a:tabLst>
            </a:pPr>
            <a:r>
              <a:rPr lang="en-US" sz="1600" dirty="0">
                <a:latin typeface="Courier New" pitchFamily="49" charset="0"/>
                <a:cs typeface="Courier New" pitchFamily="49" charset="0"/>
              </a:rPr>
              <a:t>		</a:t>
            </a:r>
            <a:r>
              <a:rPr lang="en-US" sz="1600" dirty="0" err="1">
                <a:latin typeface="Courier New" pitchFamily="49" charset="0"/>
                <a:cs typeface="Courier New" pitchFamily="49" charset="0"/>
              </a:rPr>
              <a:t>System.out.println</a:t>
            </a:r>
            <a:r>
              <a:rPr lang="en-US" sz="1600" dirty="0">
                <a:latin typeface="Courier New" pitchFamily="49" charset="0"/>
                <a:cs typeface="Courier New" pitchFamily="49" charset="0"/>
              </a:rPr>
              <a:t>("You're admitted");</a:t>
            </a:r>
          </a:p>
          <a:p>
            <a:pPr>
              <a:tabLst>
                <a:tab pos="463550" algn="l"/>
                <a:tab pos="914400" algn="l"/>
                <a:tab pos="1377950" algn="l"/>
              </a:tabLst>
            </a:pPr>
            <a:r>
              <a:rPr lang="en-US" sz="1600" dirty="0">
                <a:latin typeface="Courier New" pitchFamily="49" charset="0"/>
                <a:cs typeface="Courier New" pitchFamily="49" charset="0"/>
              </a:rPr>
              <a:t>	else</a:t>
            </a:r>
          </a:p>
          <a:p>
            <a:pPr>
              <a:tabLst>
                <a:tab pos="463550" algn="l"/>
                <a:tab pos="914400" algn="l"/>
                <a:tab pos="1377950" algn="l"/>
              </a:tabLst>
            </a:pPr>
            <a:r>
              <a:rPr lang="en-US" sz="1600" dirty="0">
                <a:latin typeface="Courier New" pitchFamily="49" charset="0"/>
                <a:cs typeface="Courier New" pitchFamily="49" charset="0"/>
              </a:rPr>
              <a:t>		</a:t>
            </a:r>
            <a:r>
              <a:rPr lang="en-US" sz="1600" dirty="0" err="1">
                <a:latin typeface="Courier New" pitchFamily="49" charset="0"/>
                <a:cs typeface="Courier New" pitchFamily="49" charset="0"/>
              </a:rPr>
              <a:t>System.out.println</a:t>
            </a:r>
            <a:r>
              <a:rPr lang="en-US" sz="1600" dirty="0">
                <a:latin typeface="Courier New" pitchFamily="49" charset="0"/>
                <a:cs typeface="Courier New" pitchFamily="49" charset="0"/>
              </a:rPr>
              <a:t>("You're not admitted");</a:t>
            </a:r>
          </a:p>
          <a:p>
            <a:pPr>
              <a:tabLst>
                <a:tab pos="463550" algn="l"/>
                <a:tab pos="914400" algn="l"/>
                <a:tab pos="1377950" algn="l"/>
              </a:tabLst>
            </a:pPr>
            <a:r>
              <a:rPr lang="en-US" sz="1600" dirty="0"/>
              <a:t> </a:t>
            </a:r>
          </a:p>
          <a:p>
            <a:pPr>
              <a:tabLst>
                <a:tab pos="463550" algn="l"/>
                <a:tab pos="914400" algn="l"/>
                <a:tab pos="1377950" algn="l"/>
              </a:tabLst>
            </a:pPr>
            <a:r>
              <a:rPr lang="en-US" sz="1600" dirty="0"/>
              <a:t>The multi-way selection </a:t>
            </a:r>
            <a:r>
              <a:rPr lang="en-US" sz="1600" b="0" dirty="0" err="1">
                <a:latin typeface="Arial Black" pitchFamily="34" charset="0"/>
              </a:rPr>
              <a:t>switch..case..break</a:t>
            </a:r>
            <a:r>
              <a:rPr lang="en-US" sz="1600" b="0" dirty="0">
                <a:latin typeface="Arial Black" pitchFamily="34" charset="0"/>
              </a:rPr>
              <a:t> </a:t>
            </a:r>
            <a:r>
              <a:rPr lang="en-US" sz="1600" dirty="0"/>
              <a:t>is </a:t>
            </a:r>
            <a:r>
              <a:rPr lang="en-US" sz="1600" u="sng" dirty="0" smtClean="0"/>
              <a:t>NOT</a:t>
            </a:r>
            <a:r>
              <a:rPr lang="en-US" sz="1600" dirty="0" smtClean="0"/>
              <a:t> tested </a:t>
            </a:r>
            <a:r>
              <a:rPr lang="en-US" sz="1600" dirty="0"/>
              <a:t>on the </a:t>
            </a:r>
            <a:r>
              <a:rPr lang="en-US" sz="1600" dirty="0" smtClean="0"/>
              <a:t>AP</a:t>
            </a:r>
            <a:r>
              <a:rPr lang="en-US" sz="1600" baseline="30000" dirty="0" smtClean="0"/>
              <a:t>®</a:t>
            </a:r>
            <a:r>
              <a:rPr lang="en-US" sz="1600" dirty="0" smtClean="0"/>
              <a:t> </a:t>
            </a:r>
            <a:r>
              <a:rPr lang="en-US" sz="1600" dirty="0"/>
              <a:t>Exam.</a:t>
            </a:r>
          </a:p>
          <a:p>
            <a:pPr>
              <a:tabLst>
                <a:tab pos="463550" algn="l"/>
                <a:tab pos="914400" algn="l"/>
                <a:tab pos="1377950" algn="l"/>
              </a:tabLst>
            </a:pPr>
            <a:r>
              <a:rPr lang="en-US" sz="1600" dirty="0">
                <a:latin typeface="Courier New" pitchFamily="49" charset="0"/>
                <a:cs typeface="Courier New" pitchFamily="49" charset="0"/>
              </a:rPr>
              <a:t>	switch (grade)</a:t>
            </a:r>
          </a:p>
          <a:p>
            <a:pPr>
              <a:tabLst>
                <a:tab pos="463550" algn="l"/>
                <a:tab pos="914400" algn="l"/>
                <a:tab pos="1377950" algn="l"/>
              </a:tabLst>
            </a:pPr>
            <a:r>
              <a:rPr lang="en-US" sz="1600" dirty="0">
                <a:latin typeface="Courier New" pitchFamily="49" charset="0"/>
                <a:cs typeface="Courier New" pitchFamily="49" charset="0"/>
              </a:rPr>
              <a:t>	{</a:t>
            </a:r>
          </a:p>
          <a:p>
            <a:pPr>
              <a:tabLst>
                <a:tab pos="463550" algn="l"/>
                <a:tab pos="914400" algn="l"/>
                <a:tab pos="1377950" algn="l"/>
              </a:tabLst>
            </a:pPr>
            <a:r>
              <a:rPr lang="en-US" sz="1600" dirty="0">
                <a:latin typeface="Courier New" pitchFamily="49" charset="0"/>
                <a:cs typeface="Courier New" pitchFamily="49" charset="0"/>
              </a:rPr>
              <a:t>		case 'A' : </a:t>
            </a:r>
            <a:r>
              <a:rPr lang="en-US" sz="1600" dirty="0" err="1">
                <a:latin typeface="Courier New" pitchFamily="49" charset="0"/>
                <a:cs typeface="Courier New" pitchFamily="49" charset="0"/>
              </a:rPr>
              <a:t>gpaPoints</a:t>
            </a:r>
            <a:r>
              <a:rPr lang="en-US" sz="1600" dirty="0">
                <a:latin typeface="Courier New" pitchFamily="49" charset="0"/>
                <a:cs typeface="Courier New" pitchFamily="49" charset="0"/>
              </a:rPr>
              <a:t> = 4; break;</a:t>
            </a:r>
          </a:p>
          <a:p>
            <a:pPr>
              <a:tabLst>
                <a:tab pos="463550" algn="l"/>
                <a:tab pos="914400" algn="l"/>
                <a:tab pos="1377950" algn="l"/>
              </a:tabLst>
            </a:pPr>
            <a:r>
              <a:rPr lang="en-US" sz="1600" dirty="0">
                <a:latin typeface="Courier New" pitchFamily="49" charset="0"/>
                <a:cs typeface="Courier New" pitchFamily="49" charset="0"/>
              </a:rPr>
              <a:t>		case 'B' : </a:t>
            </a:r>
            <a:r>
              <a:rPr lang="en-US" sz="1600" dirty="0" err="1">
                <a:latin typeface="Courier New" pitchFamily="49" charset="0"/>
                <a:cs typeface="Courier New" pitchFamily="49" charset="0"/>
              </a:rPr>
              <a:t>gpaPoints</a:t>
            </a:r>
            <a:r>
              <a:rPr lang="en-US" sz="1600" dirty="0">
                <a:latin typeface="Courier New" pitchFamily="49" charset="0"/>
                <a:cs typeface="Courier New" pitchFamily="49" charset="0"/>
              </a:rPr>
              <a:t> = 3; break;</a:t>
            </a:r>
          </a:p>
          <a:p>
            <a:pPr>
              <a:tabLst>
                <a:tab pos="463550" algn="l"/>
                <a:tab pos="914400" algn="l"/>
                <a:tab pos="1377950" algn="l"/>
              </a:tabLst>
            </a:pPr>
            <a:r>
              <a:rPr lang="en-US" sz="1600" dirty="0">
                <a:latin typeface="Courier New" pitchFamily="49" charset="0"/>
                <a:cs typeface="Courier New" pitchFamily="49" charset="0"/>
              </a:rPr>
              <a:t>		case 'C' : </a:t>
            </a:r>
            <a:r>
              <a:rPr lang="en-US" sz="1600" dirty="0" err="1">
                <a:latin typeface="Courier New" pitchFamily="49" charset="0"/>
                <a:cs typeface="Courier New" pitchFamily="49" charset="0"/>
              </a:rPr>
              <a:t>gpaPoints</a:t>
            </a:r>
            <a:r>
              <a:rPr lang="en-US" sz="1600" dirty="0">
                <a:latin typeface="Courier New" pitchFamily="49" charset="0"/>
                <a:cs typeface="Courier New" pitchFamily="49" charset="0"/>
              </a:rPr>
              <a:t> = 2; break;</a:t>
            </a:r>
          </a:p>
          <a:p>
            <a:pPr>
              <a:tabLst>
                <a:tab pos="463550" algn="l"/>
                <a:tab pos="914400" algn="l"/>
                <a:tab pos="1377950" algn="l"/>
              </a:tabLst>
            </a:pPr>
            <a:r>
              <a:rPr lang="en-US" sz="1600" dirty="0">
                <a:latin typeface="Courier New" pitchFamily="49" charset="0"/>
                <a:cs typeface="Courier New" pitchFamily="49" charset="0"/>
              </a:rPr>
              <a:t>		case 'D' : </a:t>
            </a:r>
            <a:r>
              <a:rPr lang="en-US" sz="1600" dirty="0" err="1">
                <a:latin typeface="Courier New" pitchFamily="49" charset="0"/>
                <a:cs typeface="Courier New" pitchFamily="49" charset="0"/>
              </a:rPr>
              <a:t>gpaPoints</a:t>
            </a:r>
            <a:r>
              <a:rPr lang="en-US" sz="1600" dirty="0">
                <a:latin typeface="Courier New" pitchFamily="49" charset="0"/>
                <a:cs typeface="Courier New" pitchFamily="49" charset="0"/>
              </a:rPr>
              <a:t> = 1; break;</a:t>
            </a:r>
          </a:p>
          <a:p>
            <a:pPr>
              <a:tabLst>
                <a:tab pos="463550" algn="l"/>
                <a:tab pos="914400" algn="l"/>
                <a:tab pos="1377950" algn="l"/>
              </a:tabLst>
            </a:pPr>
            <a:r>
              <a:rPr lang="en-US" sz="1600" dirty="0">
                <a:latin typeface="Courier New" pitchFamily="49" charset="0"/>
                <a:cs typeface="Courier New" pitchFamily="49" charset="0"/>
              </a:rPr>
              <a:t>		case 'F' : </a:t>
            </a:r>
            <a:r>
              <a:rPr lang="en-US" sz="1600" dirty="0" err="1">
                <a:latin typeface="Courier New" pitchFamily="49" charset="0"/>
                <a:cs typeface="Courier New" pitchFamily="49" charset="0"/>
              </a:rPr>
              <a:t>gpaPoints</a:t>
            </a:r>
            <a:r>
              <a:rPr lang="en-US" sz="1600" dirty="0">
                <a:latin typeface="Courier New" pitchFamily="49" charset="0"/>
                <a:cs typeface="Courier New" pitchFamily="49" charset="0"/>
              </a:rPr>
              <a:t> = 0</a:t>
            </a:r>
            <a:r>
              <a:rPr lang="en-US" sz="1600" dirty="0" smtClean="0">
                <a:latin typeface="Courier New" pitchFamily="49" charset="0"/>
                <a:cs typeface="Courier New" pitchFamily="49" charset="0"/>
              </a:rPr>
              <a:t>;</a:t>
            </a:r>
          </a:p>
          <a:p>
            <a:pPr>
              <a:tabLst>
                <a:tab pos="463550" algn="l"/>
                <a:tab pos="914400" algn="l"/>
                <a:tab pos="1377950" algn="l"/>
              </a:tabLst>
            </a:pPr>
            <a:r>
              <a:rPr lang="en-US" sz="1600" dirty="0" smtClean="0">
                <a:latin typeface="Courier New" pitchFamily="49" charset="0"/>
                <a:cs typeface="Courier New" pitchFamily="49" charset="0"/>
              </a:rPr>
              <a:t>	}</a:t>
            </a:r>
            <a:r>
              <a:rPr lang="en-US" sz="1600" dirty="0"/>
              <a:t>		</a:t>
            </a:r>
          </a:p>
        </p:txBody>
      </p:sp>
      <p:pic>
        <p:nvPicPr>
          <p:cNvPr id="58372" name="Picture 4" descr="MMj03368600000[1]"/>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8534400" y="76200"/>
            <a:ext cx="471488"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3" name="Picture 5" descr="MMj03368600000[1]"/>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8139113" y="76200"/>
            <a:ext cx="47148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4" name="Picture 6" descr="MMj03368600000[1]"/>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595313" y="76200"/>
            <a:ext cx="47148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5" name="Picture 7" descr="MMj03368600000[1]"/>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38113" y="76200"/>
            <a:ext cx="47148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4" descr="MMAG00293_0000[1]"/>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4267200"/>
            <a:ext cx="2290762"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62605052"/>
      </p:ext>
    </p:extLst>
  </p:cSld>
  <p:clrMapOvr>
    <a:masterClrMapping/>
  </p:clrMapOvr>
  <p:timing>
    <p:tnLst>
      <p:par>
        <p:cTn xmlns:p14="http://schemas.microsoft.com/office/powerpoint/2010/mai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0" y="0"/>
            <a:ext cx="9144000" cy="1600200"/>
          </a:xfrm>
        </p:spPr>
        <p:txBody>
          <a:bodyPr/>
          <a:lstStyle/>
          <a:p>
            <a:pPr eaLnBrk="1" hangingPunct="1">
              <a:lnSpc>
                <a:spcPct val="90000"/>
              </a:lnSpc>
            </a:pPr>
            <a:r>
              <a:rPr lang="en-US" sz="5400" dirty="0" smtClean="0">
                <a:latin typeface="Arial Black" pitchFamily="34" charset="0"/>
              </a:rPr>
              <a:t>AP</a:t>
            </a:r>
            <a:r>
              <a:rPr lang="en-US" sz="5400" baseline="30000" dirty="0" smtClean="0">
                <a:latin typeface="Arial Black" pitchFamily="34" charset="0"/>
              </a:rPr>
              <a:t>®</a:t>
            </a:r>
            <a:r>
              <a:rPr lang="en-US" sz="5400" dirty="0" smtClean="0">
                <a:latin typeface="Arial Black" pitchFamily="34" charset="0"/>
              </a:rPr>
              <a:t> Exam Alert</a:t>
            </a:r>
            <a:br>
              <a:rPr lang="en-US" sz="5400" dirty="0" smtClean="0">
                <a:latin typeface="Arial Black" pitchFamily="34" charset="0"/>
              </a:rPr>
            </a:br>
            <a:r>
              <a:rPr lang="en-US" sz="4800" b="1" dirty="0" smtClean="0">
                <a:latin typeface="Arial Narrow" pitchFamily="34" charset="0"/>
              </a:rPr>
              <a:t>Repetition Control Structures</a:t>
            </a:r>
            <a:endParaRPr lang="en-US" sz="5400" b="1" dirty="0" smtClean="0">
              <a:latin typeface="Arial Narrow" pitchFamily="34" charset="0"/>
            </a:endParaRPr>
          </a:p>
        </p:txBody>
      </p:sp>
      <p:sp>
        <p:nvSpPr>
          <p:cNvPr id="58371" name="Text Box 3"/>
          <p:cNvSpPr txBox="1">
            <a:spLocks noChangeArrowheads="1"/>
          </p:cNvSpPr>
          <p:nvPr/>
        </p:nvSpPr>
        <p:spPr bwMode="auto">
          <a:xfrm>
            <a:off x="609600" y="1600200"/>
            <a:ext cx="7765256" cy="4278094"/>
          </a:xfrm>
          <a:prstGeom prst="rect">
            <a:avLst/>
          </a:prstGeom>
          <a:solidFill>
            <a:srgbClr val="00FFCC"/>
          </a:solidFill>
          <a:ln w="57150">
            <a:solidFill>
              <a:schemeClr val="tx1"/>
            </a:solidFill>
            <a:miter lim="800000"/>
            <a:headEnd/>
            <a:tailEnd/>
          </a:ln>
        </p:spPr>
        <p:txBody>
          <a:bodyPr wrap="square">
            <a:spAutoFit/>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pPr>
              <a:tabLst>
                <a:tab pos="463550" algn="l"/>
                <a:tab pos="914400" algn="l"/>
                <a:tab pos="1377950" algn="l"/>
              </a:tabLst>
            </a:pPr>
            <a:r>
              <a:rPr lang="en-US" sz="1600" dirty="0" smtClean="0"/>
              <a:t>The </a:t>
            </a:r>
            <a:r>
              <a:rPr lang="en-US" sz="1600" dirty="0"/>
              <a:t>fixed-repetition </a:t>
            </a:r>
            <a:r>
              <a:rPr lang="en-US" sz="1600" b="0" dirty="0">
                <a:latin typeface="Arial Black" pitchFamily="34" charset="0"/>
              </a:rPr>
              <a:t>for</a:t>
            </a:r>
            <a:r>
              <a:rPr lang="en-US" sz="1600" dirty="0"/>
              <a:t> loop is tested on the </a:t>
            </a:r>
            <a:r>
              <a:rPr lang="en-US" sz="1600" dirty="0" smtClean="0"/>
              <a:t>AP</a:t>
            </a:r>
            <a:r>
              <a:rPr lang="en-US" sz="1600" baseline="30000" dirty="0" smtClean="0"/>
              <a:t>®</a:t>
            </a:r>
            <a:r>
              <a:rPr lang="en-US" sz="1600" dirty="0" smtClean="0"/>
              <a:t> </a:t>
            </a:r>
            <a:r>
              <a:rPr lang="en-US" sz="1600" dirty="0"/>
              <a:t>Exam.</a:t>
            </a:r>
          </a:p>
          <a:p>
            <a:pPr>
              <a:tabLst>
                <a:tab pos="463550" algn="l"/>
                <a:tab pos="914400" algn="l"/>
                <a:tab pos="1377950" algn="l"/>
              </a:tabLst>
            </a:pPr>
            <a:r>
              <a:rPr lang="en-US" sz="1600" dirty="0">
                <a:latin typeface="Courier New" pitchFamily="49" charset="0"/>
                <a:cs typeface="Courier New" pitchFamily="49" charset="0"/>
              </a:rPr>
              <a:t>	for (</a:t>
            </a:r>
            <a:r>
              <a:rPr lang="en-US" sz="1600" dirty="0" err="1">
                <a:latin typeface="Courier New" pitchFamily="49" charset="0"/>
                <a:cs typeface="Courier New" pitchFamily="49" charset="0"/>
              </a:rPr>
              <a:t>int</a:t>
            </a:r>
            <a:r>
              <a:rPr lang="en-US" sz="1600" dirty="0">
                <a:latin typeface="Courier New" pitchFamily="49" charset="0"/>
                <a:cs typeface="Courier New" pitchFamily="49" charset="0"/>
              </a:rPr>
              <a:t> k = 1; k &lt;= max; k++)</a:t>
            </a:r>
          </a:p>
          <a:p>
            <a:pPr>
              <a:tabLst>
                <a:tab pos="463550" algn="l"/>
                <a:tab pos="914400" algn="l"/>
                <a:tab pos="1377950" algn="l"/>
              </a:tabLst>
            </a:pPr>
            <a:r>
              <a:rPr lang="en-US" sz="1600" dirty="0">
                <a:latin typeface="Courier New" pitchFamily="49" charset="0"/>
                <a:cs typeface="Courier New" pitchFamily="49" charset="0"/>
              </a:rPr>
              <a:t>		sum += k;</a:t>
            </a:r>
          </a:p>
          <a:p>
            <a:pPr>
              <a:tabLst>
                <a:tab pos="463550" algn="l"/>
                <a:tab pos="914400" algn="l"/>
                <a:tab pos="1377950" algn="l"/>
              </a:tabLst>
            </a:pPr>
            <a:r>
              <a:rPr lang="en-US" sz="1600" dirty="0"/>
              <a:t> </a:t>
            </a:r>
          </a:p>
          <a:p>
            <a:pPr>
              <a:tabLst>
                <a:tab pos="463550" algn="l"/>
                <a:tab pos="914400" algn="l"/>
                <a:tab pos="1377950" algn="l"/>
              </a:tabLst>
            </a:pPr>
            <a:r>
              <a:rPr lang="en-US" sz="1600" dirty="0"/>
              <a:t>The pre-condition </a:t>
            </a:r>
            <a:r>
              <a:rPr lang="en-US" sz="1600" b="0" dirty="0">
                <a:latin typeface="Arial Black" pitchFamily="34" charset="0"/>
              </a:rPr>
              <a:t>while</a:t>
            </a:r>
            <a:r>
              <a:rPr lang="en-US" sz="1600" dirty="0"/>
              <a:t> loop is tested on the </a:t>
            </a:r>
            <a:r>
              <a:rPr lang="en-US" sz="1600" dirty="0" smtClean="0"/>
              <a:t>AP</a:t>
            </a:r>
            <a:r>
              <a:rPr lang="en-US" sz="1600" baseline="30000" dirty="0" smtClean="0"/>
              <a:t>®</a:t>
            </a:r>
            <a:r>
              <a:rPr lang="en-US" sz="1600" dirty="0" smtClean="0"/>
              <a:t> </a:t>
            </a:r>
            <a:r>
              <a:rPr lang="en-US" sz="1600" dirty="0"/>
              <a:t>Exam.</a:t>
            </a:r>
          </a:p>
          <a:p>
            <a:pPr>
              <a:tabLst>
                <a:tab pos="463550" algn="l"/>
                <a:tab pos="914400" algn="l"/>
                <a:tab pos="1377950" algn="l"/>
              </a:tabLst>
            </a:pPr>
            <a:r>
              <a:rPr lang="en-US" sz="1600" dirty="0">
                <a:latin typeface="Courier New" pitchFamily="49" charset="0"/>
                <a:cs typeface="Courier New" pitchFamily="49" charset="0"/>
              </a:rPr>
              <a:t>	while (k &lt; max)</a:t>
            </a:r>
          </a:p>
          <a:p>
            <a:pPr>
              <a:tabLst>
                <a:tab pos="463550" algn="l"/>
                <a:tab pos="914400" algn="l"/>
                <a:tab pos="1377950" algn="l"/>
              </a:tabLst>
            </a:pPr>
            <a:r>
              <a:rPr lang="en-US" sz="1600" dirty="0">
                <a:latin typeface="Courier New" pitchFamily="49" charset="0"/>
                <a:cs typeface="Courier New" pitchFamily="49" charset="0"/>
              </a:rPr>
              <a:t>	{</a:t>
            </a:r>
          </a:p>
          <a:p>
            <a:pPr>
              <a:tabLst>
                <a:tab pos="463550" algn="l"/>
                <a:tab pos="914400" algn="l"/>
                <a:tab pos="1377950" algn="l"/>
              </a:tabLst>
            </a:pPr>
            <a:r>
              <a:rPr lang="en-US" sz="1600" dirty="0">
                <a:latin typeface="Courier New" pitchFamily="49" charset="0"/>
                <a:cs typeface="Courier New" pitchFamily="49" charset="0"/>
              </a:rPr>
              <a:t>		sum += k;  k++;</a:t>
            </a:r>
          </a:p>
          <a:p>
            <a:pPr>
              <a:tabLst>
                <a:tab pos="463550" algn="l"/>
                <a:tab pos="914400" algn="l"/>
                <a:tab pos="1377950" algn="l"/>
              </a:tabLst>
            </a:pPr>
            <a:r>
              <a:rPr lang="en-US" sz="1600" dirty="0">
                <a:latin typeface="Courier New" pitchFamily="49" charset="0"/>
                <a:cs typeface="Courier New" pitchFamily="49" charset="0"/>
              </a:rPr>
              <a:t>	}</a:t>
            </a:r>
          </a:p>
          <a:p>
            <a:pPr>
              <a:tabLst>
                <a:tab pos="463550" algn="l"/>
                <a:tab pos="914400" algn="l"/>
                <a:tab pos="1377950" algn="l"/>
              </a:tabLst>
            </a:pPr>
            <a:r>
              <a:rPr lang="en-US" sz="1600" dirty="0"/>
              <a:t> </a:t>
            </a:r>
          </a:p>
          <a:p>
            <a:pPr>
              <a:tabLst>
                <a:tab pos="463550" algn="l"/>
                <a:tab pos="914400" algn="l"/>
                <a:tab pos="1377950" algn="l"/>
              </a:tabLst>
            </a:pPr>
            <a:r>
              <a:rPr lang="en-US" sz="1600" dirty="0"/>
              <a:t>The post-condition </a:t>
            </a:r>
            <a:r>
              <a:rPr lang="en-US" sz="1600" b="0" dirty="0" err="1">
                <a:latin typeface="Arial Black" pitchFamily="34" charset="0"/>
              </a:rPr>
              <a:t>do..while</a:t>
            </a:r>
            <a:r>
              <a:rPr lang="en-US" sz="1600" b="0" dirty="0">
                <a:latin typeface="Arial Black" pitchFamily="34" charset="0"/>
              </a:rPr>
              <a:t> </a:t>
            </a:r>
            <a:r>
              <a:rPr lang="en-US" sz="1600" dirty="0"/>
              <a:t>loop is </a:t>
            </a:r>
            <a:r>
              <a:rPr lang="en-US" sz="1600" u="sng" dirty="0" smtClean="0"/>
              <a:t>NOT</a:t>
            </a:r>
            <a:r>
              <a:rPr lang="en-US" sz="1600" dirty="0" smtClean="0"/>
              <a:t> tested </a:t>
            </a:r>
            <a:r>
              <a:rPr lang="en-US" sz="1600" dirty="0"/>
              <a:t>on the </a:t>
            </a:r>
            <a:r>
              <a:rPr lang="en-US" sz="1600" dirty="0" smtClean="0"/>
              <a:t>AP</a:t>
            </a:r>
            <a:r>
              <a:rPr lang="en-US" sz="1600" baseline="30000" dirty="0" smtClean="0"/>
              <a:t>®</a:t>
            </a:r>
            <a:r>
              <a:rPr lang="en-US" sz="1600" dirty="0" smtClean="0"/>
              <a:t> </a:t>
            </a:r>
            <a:r>
              <a:rPr lang="en-US" sz="1600" dirty="0"/>
              <a:t>Exam.</a:t>
            </a:r>
          </a:p>
          <a:p>
            <a:pPr>
              <a:tabLst>
                <a:tab pos="463550" algn="l"/>
                <a:tab pos="914400" algn="l"/>
                <a:tab pos="1377950" algn="l"/>
              </a:tabLst>
            </a:pPr>
            <a:r>
              <a:rPr lang="en-US" sz="1600" dirty="0">
                <a:latin typeface="Courier New" pitchFamily="49" charset="0"/>
                <a:cs typeface="Courier New" pitchFamily="49" charset="0"/>
              </a:rPr>
              <a:t>	do</a:t>
            </a:r>
          </a:p>
          <a:p>
            <a:pPr>
              <a:tabLst>
                <a:tab pos="463550" algn="l"/>
                <a:tab pos="914400" algn="l"/>
                <a:tab pos="1377950" algn="l"/>
              </a:tabLst>
            </a:pPr>
            <a:r>
              <a:rPr lang="en-US" sz="1600" dirty="0">
                <a:latin typeface="Courier New" pitchFamily="49" charset="0"/>
                <a:cs typeface="Courier New" pitchFamily="49" charset="0"/>
              </a:rPr>
              <a:t>	{</a:t>
            </a:r>
          </a:p>
          <a:p>
            <a:pPr>
              <a:tabLst>
                <a:tab pos="463550" algn="l"/>
                <a:tab pos="914400" algn="l"/>
                <a:tab pos="1377950" algn="l"/>
              </a:tabLst>
            </a:pPr>
            <a:r>
              <a:rPr lang="en-US" sz="1600" dirty="0">
                <a:latin typeface="Courier New" pitchFamily="49" charset="0"/>
                <a:cs typeface="Courier New" pitchFamily="49" charset="0"/>
              </a:rPr>
              <a:t>		sum += k;  </a:t>
            </a:r>
          </a:p>
          <a:p>
            <a:pPr>
              <a:tabLst>
                <a:tab pos="463550" algn="l"/>
                <a:tab pos="914400" algn="l"/>
                <a:tab pos="1377950" algn="l"/>
              </a:tabLst>
            </a:pPr>
            <a:r>
              <a:rPr lang="en-US" sz="1600" dirty="0">
                <a:latin typeface="Courier New" pitchFamily="49" charset="0"/>
                <a:cs typeface="Courier New" pitchFamily="49" charset="0"/>
              </a:rPr>
              <a:t>		k++;</a:t>
            </a:r>
          </a:p>
          <a:p>
            <a:pPr>
              <a:tabLst>
                <a:tab pos="463550" algn="l"/>
                <a:tab pos="914400" algn="l"/>
                <a:tab pos="1377950" algn="l"/>
              </a:tabLst>
            </a:pPr>
            <a:r>
              <a:rPr lang="en-US" sz="1600" dirty="0">
                <a:latin typeface="Courier New" pitchFamily="49" charset="0"/>
                <a:cs typeface="Courier New" pitchFamily="49" charset="0"/>
              </a:rPr>
              <a:t>	}</a:t>
            </a:r>
          </a:p>
          <a:p>
            <a:pPr>
              <a:tabLst>
                <a:tab pos="463550" algn="l"/>
                <a:tab pos="914400" algn="l"/>
                <a:tab pos="1377950" algn="l"/>
              </a:tabLst>
            </a:pPr>
            <a:r>
              <a:rPr lang="en-US" sz="1600" dirty="0">
                <a:latin typeface="Courier New" pitchFamily="49" charset="0"/>
                <a:cs typeface="Courier New" pitchFamily="49" charset="0"/>
              </a:rPr>
              <a:t>	while (k &lt; max); </a:t>
            </a:r>
            <a:r>
              <a:rPr lang="en-US" sz="1600" dirty="0"/>
              <a:t>		</a:t>
            </a:r>
          </a:p>
        </p:txBody>
      </p:sp>
      <p:pic>
        <p:nvPicPr>
          <p:cNvPr id="58372" name="Picture 4" descr="MMj03368600000[1]"/>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8534400" y="76200"/>
            <a:ext cx="471488"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3" name="Picture 5" descr="MMj03368600000[1]"/>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8139113" y="76200"/>
            <a:ext cx="47148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4" name="Picture 6" descr="MMj03368600000[1]"/>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595313" y="76200"/>
            <a:ext cx="47148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5" name="Picture 7" descr="MMj03368600000[1]"/>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38113" y="76200"/>
            <a:ext cx="47148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4" descr="MMAG00293_0000[1]"/>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4267200"/>
            <a:ext cx="2290762"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54293642"/>
      </p:ext>
    </p:extLst>
  </p:cSld>
  <p:clrMapOvr>
    <a:masterClrMapping/>
  </p:clrMapOvr>
  <p:timing>
    <p:tnLst>
      <p:par>
        <p:cTn xmlns:p14="http://schemas.microsoft.com/office/powerpoint/2010/mai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bg>
      <p:bgPr>
        <a:gradFill rotWithShape="0">
          <a:gsLst>
            <a:gs pos="0">
              <a:srgbClr val="000082"/>
            </a:gs>
            <a:gs pos="30000">
              <a:srgbClr val="66008F"/>
            </a:gs>
            <a:gs pos="64999">
              <a:srgbClr val="BA0066"/>
            </a:gs>
            <a:gs pos="89999">
              <a:srgbClr val="FF0000"/>
            </a:gs>
            <a:gs pos="100000">
              <a:srgbClr val="FF8200"/>
            </a:gs>
          </a:gsLst>
          <a:lin ang="5400000"/>
        </a:gradFill>
        <a:effectLst/>
      </p:bgPr>
    </p:bg>
    <p:spTree>
      <p:nvGrpSpPr>
        <p:cNvPr id="1" name=""/>
        <p:cNvGrpSpPr/>
        <p:nvPr/>
      </p:nvGrpSpPr>
      <p:grpSpPr>
        <a:xfrm>
          <a:off x="0" y="0"/>
          <a:ext cx="0" cy="0"/>
          <a:chOff x="0" y="0"/>
          <a:chExt cx="0" cy="0"/>
        </a:xfrm>
      </p:grpSpPr>
      <p:sp>
        <p:nvSpPr>
          <p:cNvPr id="73730" name="WordArt 2"/>
          <p:cNvSpPr>
            <a:spLocks noChangeArrowheads="1" noChangeShapeType="1" noTextEdit="1"/>
          </p:cNvSpPr>
          <p:nvPr/>
        </p:nvSpPr>
        <p:spPr bwMode="auto">
          <a:xfrm>
            <a:off x="457200" y="1295400"/>
            <a:ext cx="8382000" cy="2819400"/>
          </a:xfrm>
          <a:prstGeom prst="rect">
            <a:avLst/>
          </a:prstGeom>
        </p:spPr>
        <p:txBody>
          <a:bodyPr wrap="none" fromWordArt="1">
            <a:prstTxWarp prst="textSlantUp">
              <a:avLst>
                <a:gd name="adj" fmla="val 32056"/>
              </a:avLst>
            </a:prstTxWarp>
          </a:bodyPr>
          <a:lstStyle/>
          <a:p>
            <a:pPr algn="ctr"/>
            <a:r>
              <a:rPr lang="en-US" sz="3600" kern="1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Control Structures</a:t>
            </a:r>
          </a:p>
        </p:txBody>
      </p:sp>
      <p:sp>
        <p:nvSpPr>
          <p:cNvPr id="73731" name="WordArt 3"/>
          <p:cNvSpPr>
            <a:spLocks noChangeArrowheads="1" noChangeShapeType="1" noTextEdit="1"/>
          </p:cNvSpPr>
          <p:nvPr/>
        </p:nvSpPr>
        <p:spPr bwMode="auto">
          <a:xfrm>
            <a:off x="381000" y="3733800"/>
            <a:ext cx="8382000" cy="2819400"/>
          </a:xfrm>
          <a:prstGeom prst="rect">
            <a:avLst/>
          </a:prstGeom>
        </p:spPr>
        <p:txBody>
          <a:bodyPr wrap="none" fromWordArt="1">
            <a:prstTxWarp prst="textSlantUp">
              <a:avLst>
                <a:gd name="adj" fmla="val 32056"/>
              </a:avLst>
            </a:prstTxWarp>
          </a:bodyPr>
          <a:lstStyle/>
          <a:p>
            <a:pPr algn="ctr"/>
            <a:r>
              <a:rPr lang="en-US" sz="3600" kern="1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with Graphics</a:t>
            </a:r>
          </a:p>
        </p:txBody>
      </p:sp>
      <p:sp>
        <p:nvSpPr>
          <p:cNvPr id="73732" name="WordArt 18"/>
          <p:cNvSpPr>
            <a:spLocks noChangeArrowheads="1" noChangeShapeType="1" noTextEdit="1"/>
          </p:cNvSpPr>
          <p:nvPr/>
        </p:nvSpPr>
        <p:spPr bwMode="auto">
          <a:xfrm>
            <a:off x="371475" y="457200"/>
            <a:ext cx="8391525" cy="762000"/>
          </a:xfrm>
          <a:prstGeom prst="rect">
            <a:avLst/>
          </a:prstGeom>
        </p:spPr>
        <p:txBody>
          <a:bodyPr wrap="none" fromWordArt="1">
            <a:prstTxWarp prst="textPlain">
              <a:avLst>
                <a:gd name="adj" fmla="val 50000"/>
              </a:avLst>
            </a:prstTxWarp>
          </a:bodyPr>
          <a:lstStyle/>
          <a:p>
            <a:pPr algn="ctr"/>
            <a:r>
              <a:rPr lang="en-US" sz="3600" kern="10" dirty="0">
                <a:ln w="9525">
                  <a:solidFill>
                    <a:srgbClr val="000000"/>
                  </a:solidFill>
                  <a:round/>
                  <a:headEnd/>
                  <a:tailEnd/>
                </a:ln>
                <a:solidFill>
                  <a:srgbClr val="FFFFFF"/>
                </a:solidFill>
                <a:latin typeface="Arial Black"/>
              </a:rPr>
              <a:t>Section </a:t>
            </a:r>
            <a:r>
              <a:rPr lang="en-US" sz="3600" kern="10" dirty="0" smtClean="0">
                <a:ln w="9525">
                  <a:solidFill>
                    <a:srgbClr val="000000"/>
                  </a:solidFill>
                  <a:round/>
                  <a:headEnd/>
                  <a:tailEnd/>
                </a:ln>
                <a:solidFill>
                  <a:srgbClr val="FFFFFF"/>
                </a:solidFill>
                <a:latin typeface="Arial Black"/>
              </a:rPr>
              <a:t>5.9</a:t>
            </a:r>
            <a:endParaRPr lang="en-US" sz="3600" kern="10" dirty="0">
              <a:ln w="9525">
                <a:solidFill>
                  <a:srgbClr val="000000"/>
                </a:solidFill>
                <a:round/>
                <a:headEnd/>
                <a:tailEnd/>
              </a:ln>
              <a:solidFill>
                <a:srgbClr val="FFFFFF"/>
              </a:solidFill>
              <a:latin typeface="Arial Black"/>
            </a:endParaRPr>
          </a:p>
        </p:txBody>
      </p:sp>
    </p:spTree>
  </p:cSld>
  <p:clrMapOvr>
    <a:masterClrMapping/>
  </p:clrMapOvr>
  <p:timing>
    <p:tnLst>
      <p:par>
        <p:cTn xmlns:p14="http://schemas.microsoft.com/office/powerpoint/2010/mai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ext Box 2"/>
          <p:cNvSpPr txBox="1">
            <a:spLocks noChangeArrowheads="1"/>
          </p:cNvSpPr>
          <p:nvPr/>
        </p:nvSpPr>
        <p:spPr bwMode="auto">
          <a:xfrm>
            <a:off x="0" y="0"/>
            <a:ext cx="9144000" cy="6858000"/>
          </a:xfrm>
          <a:prstGeom prst="rect">
            <a:avLst/>
          </a:prstGeom>
          <a:solidFill>
            <a:srgbClr val="FFFF99"/>
          </a:solidFill>
          <a:ln w="57150">
            <a:solidFill>
              <a:schemeClr val="tx1"/>
            </a:solidFill>
            <a:miter lim="800000"/>
            <a:headEnd/>
            <a:tailEnd/>
          </a:ln>
        </p:spPr>
        <p:txBody>
          <a:bodyPr>
            <a:spAutoFit/>
          </a:bodyPr>
          <a:lstStyle>
            <a:lvl1pPr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1pPr>
            <a:lvl2pPr marL="742950" indent="-285750"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2pPr>
            <a:lvl3pPr marL="1143000" indent="-228600"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3pPr>
            <a:lvl4pPr marL="1600200" indent="-228600"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4pPr>
            <a:lvl5pPr marL="2057400" indent="-228600"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9pPr>
          </a:lstStyle>
          <a:p>
            <a:pPr eaLnBrk="1" hangingPunct="1"/>
            <a:r>
              <a:rPr lang="en-US" sz="2000" dirty="0">
                <a:latin typeface="Times New Roman" panose="02020603050405020304" pitchFamily="18" charset="0"/>
                <a:cs typeface="Times New Roman" panose="02020603050405020304" pitchFamily="18" charset="0"/>
              </a:rPr>
              <a:t>// Java0513.java</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This program shows how a control structure can be used with graphics.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This program draws vertical lines, because x1 and x2 have the same value.</a:t>
            </a:r>
            <a:br>
              <a:rPr lang="en-US" sz="20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import </a:t>
            </a:r>
            <a:r>
              <a:rPr lang="en-US" sz="2400" dirty="0" err="1">
                <a:latin typeface="Times New Roman" panose="02020603050405020304" pitchFamily="18" charset="0"/>
                <a:cs typeface="Times New Roman" panose="02020603050405020304" pitchFamily="18" charset="0"/>
              </a:rPr>
              <a:t>java.awt</a:t>
            </a:r>
            <a:r>
              <a:rPr lang="en-US" sz="2400" dirty="0">
                <a:latin typeface="Times New Roman" panose="02020603050405020304" pitchFamily="18" charset="0"/>
                <a:cs typeface="Times New Roman" panose="02020603050405020304" pitchFamily="18" charset="0"/>
              </a:rPr>
              <a: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import </a:t>
            </a:r>
            <a:r>
              <a:rPr lang="en-US" sz="2400" dirty="0" err="1">
                <a:latin typeface="Times New Roman" panose="02020603050405020304" pitchFamily="18" charset="0"/>
                <a:cs typeface="Times New Roman" panose="02020603050405020304" pitchFamily="18" charset="0"/>
              </a:rPr>
              <a:t>java.applet</a:t>
            </a:r>
            <a:r>
              <a:rPr lang="en-US" sz="2400" dirty="0">
                <a:latin typeface="Times New Roman" panose="02020603050405020304" pitchFamily="18" charset="0"/>
                <a:cs typeface="Times New Roman" panose="02020603050405020304" pitchFamily="18" charset="0"/>
              </a:rPr>
              <a: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public </a:t>
            </a:r>
            <a:r>
              <a:rPr lang="en-US" sz="2400" dirty="0">
                <a:latin typeface="Times New Roman" panose="02020603050405020304" pitchFamily="18" charset="0"/>
                <a:cs typeface="Times New Roman" panose="02020603050405020304" pitchFamily="18" charset="0"/>
              </a:rPr>
              <a:t>class Java0513 extends Applet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	public </a:t>
            </a:r>
            <a:r>
              <a:rPr lang="en-US" sz="2400" dirty="0">
                <a:latin typeface="Times New Roman" panose="02020603050405020304" pitchFamily="18" charset="0"/>
                <a:cs typeface="Times New Roman" panose="02020603050405020304" pitchFamily="18" charset="0"/>
              </a:rPr>
              <a:t>void paint(Graphics g)</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int</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y1 = 100;</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int</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y2 = 500;</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		for </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x = 50; x &lt; 700; x +=10)</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g.drawLine</a:t>
            </a:r>
            <a:r>
              <a:rPr lang="en-US" sz="2400" dirty="0" smtClean="0">
                <a:latin typeface="Times New Roman" panose="02020603050405020304" pitchFamily="18" charset="0"/>
                <a:cs typeface="Times New Roman" panose="02020603050405020304" pitchFamily="18" charset="0"/>
              </a:rPr>
              <a:t>(x,y1,x,y2</a:t>
            </a:r>
            <a:r>
              <a:rPr lang="en-US" sz="2400" dirty="0">
                <a:latin typeface="Times New Roman" panose="02020603050405020304" pitchFamily="18" charset="0"/>
                <a:cs typeface="Times New Roman" panose="02020603050405020304" pitchFamily="18" charset="0"/>
              </a:rPr>
              <a: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t>
            </a:r>
            <a:endParaRPr lang="en-US" sz="2400" dirty="0">
              <a:latin typeface="Times New Roman" pitchFamily="18" charset="0"/>
              <a:cs typeface="Times New Roman" panose="02020603050405020304" pitchFamily="18" charset="0"/>
              <a:sym typeface="Symbol" pitchFamily="18" charset="2"/>
            </a:endParaRPr>
          </a:p>
          <a:p>
            <a:pPr eaLnBrk="1" hangingPunct="1"/>
            <a:endParaRPr lang="en-US" sz="2000" dirty="0" smtClean="0">
              <a:latin typeface="Times New Roman" pitchFamily="18" charset="0"/>
              <a:sym typeface="Symbol" pitchFamily="18" charset="2"/>
            </a:endParaRPr>
          </a:p>
          <a:p>
            <a:pPr eaLnBrk="1" hangingPunct="1"/>
            <a:endParaRPr lang="en-US" sz="2000" dirty="0">
              <a:latin typeface="Times New Roman" pitchFamily="18" charset="0"/>
              <a:sym typeface="Symbol" pitchFamily="18" charset="2"/>
            </a:endParaRPr>
          </a:p>
        </p:txBody>
      </p:sp>
      <p:pic>
        <p:nvPicPr>
          <p:cNvPr id="4" name="Picture 3"/>
          <p:cNvPicPr/>
          <p:nvPr/>
        </p:nvPicPr>
        <p:blipFill>
          <a:blip r:embed="rId2"/>
          <a:stretch>
            <a:fillRect/>
          </a:stretch>
        </p:blipFill>
        <p:spPr>
          <a:xfrm>
            <a:off x="2879251" y="-1"/>
            <a:ext cx="6264749" cy="4572001"/>
          </a:xfrm>
          <a:prstGeom prst="rect">
            <a:avLst/>
          </a:prstGeom>
        </p:spPr>
      </p:pic>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to="" calcmode="lin" valueType="num">
                                      <p:cBhvr>
                                        <p:cTn id="7" dur="1" fill="hold"/>
                                        <p:tgtEl>
                                          <p:spTgt spid="4"/>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ext Box 2"/>
          <p:cNvSpPr txBox="1">
            <a:spLocks noChangeArrowheads="1"/>
          </p:cNvSpPr>
          <p:nvPr/>
        </p:nvSpPr>
        <p:spPr bwMode="auto">
          <a:xfrm>
            <a:off x="0" y="0"/>
            <a:ext cx="9144000" cy="6858000"/>
          </a:xfrm>
          <a:prstGeom prst="rect">
            <a:avLst/>
          </a:prstGeom>
          <a:solidFill>
            <a:srgbClr val="FFFF99"/>
          </a:solidFill>
          <a:ln w="57150">
            <a:solidFill>
              <a:schemeClr val="tx1"/>
            </a:solidFill>
            <a:miter lim="800000"/>
            <a:headEnd/>
            <a:tailEnd/>
          </a:ln>
        </p:spPr>
        <p:txBody>
          <a:bodyPr>
            <a:spAutoFit/>
          </a:bodyPr>
          <a:lstStyle>
            <a:lvl1pPr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1pPr>
            <a:lvl2pPr marL="742950" indent="-285750"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2pPr>
            <a:lvl3pPr marL="1143000" indent="-228600"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3pPr>
            <a:lvl4pPr marL="1600200" indent="-228600"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4pPr>
            <a:lvl5pPr marL="2057400" indent="-228600"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9pPr>
          </a:lstStyle>
          <a:p>
            <a:pPr eaLnBrk="1" hangingPunct="1"/>
            <a:r>
              <a:rPr lang="en-US" sz="2000" dirty="0">
                <a:latin typeface="Times New Roman" panose="02020603050405020304" pitchFamily="18" charset="0"/>
                <a:cs typeface="Times New Roman" panose="02020603050405020304" pitchFamily="18" charset="0"/>
              </a:rPr>
              <a:t>// Java0514.java</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This program shows how a control structure can be used with graphics.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This program draws horizontal lines, because y1 and y2 have the same value.</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import </a:t>
            </a:r>
            <a:r>
              <a:rPr lang="en-US" sz="2400" dirty="0" err="1">
                <a:latin typeface="Times New Roman" panose="02020603050405020304" pitchFamily="18" charset="0"/>
                <a:cs typeface="Times New Roman" panose="02020603050405020304" pitchFamily="18" charset="0"/>
              </a:rPr>
              <a:t>java.awt</a:t>
            </a:r>
            <a:r>
              <a:rPr lang="en-US" sz="2400" dirty="0">
                <a:latin typeface="Times New Roman" panose="02020603050405020304" pitchFamily="18" charset="0"/>
                <a:cs typeface="Times New Roman" panose="02020603050405020304" pitchFamily="18" charset="0"/>
              </a:rPr>
              <a: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import </a:t>
            </a:r>
            <a:r>
              <a:rPr lang="en-US" sz="2400" dirty="0" err="1">
                <a:latin typeface="Times New Roman" panose="02020603050405020304" pitchFamily="18" charset="0"/>
                <a:cs typeface="Times New Roman" panose="02020603050405020304" pitchFamily="18" charset="0"/>
              </a:rPr>
              <a:t>java.applet</a:t>
            </a:r>
            <a:r>
              <a:rPr lang="en-US" sz="2400" dirty="0">
                <a:latin typeface="Times New Roman" panose="02020603050405020304" pitchFamily="18" charset="0"/>
                <a:cs typeface="Times New Roman" panose="02020603050405020304" pitchFamily="18" charset="0"/>
              </a:rPr>
              <a: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public </a:t>
            </a:r>
            <a:r>
              <a:rPr lang="en-US" sz="2400" dirty="0">
                <a:latin typeface="Times New Roman" panose="02020603050405020304" pitchFamily="18" charset="0"/>
                <a:cs typeface="Times New Roman" panose="02020603050405020304" pitchFamily="18" charset="0"/>
              </a:rPr>
              <a:t>class Java0514 extends Applet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	public </a:t>
            </a:r>
            <a:r>
              <a:rPr lang="en-US" sz="2400" dirty="0">
                <a:latin typeface="Times New Roman" panose="02020603050405020304" pitchFamily="18" charset="0"/>
                <a:cs typeface="Times New Roman" panose="02020603050405020304" pitchFamily="18" charset="0"/>
              </a:rPr>
              <a:t>void paint(Graphics g)</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int</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x1 = 100;</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int</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x2 = 700;</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		for </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y = 50; y &lt; 500; y +=10)</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g.drawLine</a:t>
            </a:r>
            <a:r>
              <a:rPr lang="en-US" sz="2400" dirty="0" smtClean="0">
                <a:latin typeface="Times New Roman" panose="02020603050405020304" pitchFamily="18" charset="0"/>
                <a:cs typeface="Times New Roman" panose="02020603050405020304" pitchFamily="18" charset="0"/>
              </a:rPr>
              <a:t>(x1,y,x2,y</a:t>
            </a:r>
            <a:r>
              <a:rPr lang="en-US" sz="2400" dirty="0">
                <a:latin typeface="Times New Roman" panose="02020603050405020304" pitchFamily="18" charset="0"/>
                <a:cs typeface="Times New Roman" panose="02020603050405020304" pitchFamily="18" charset="0"/>
              </a:rPr>
              <a: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t>
            </a:r>
            <a:endParaRPr lang="en-US" sz="2400" dirty="0">
              <a:latin typeface="Times New Roman" pitchFamily="18" charset="0"/>
              <a:cs typeface="Times New Roman" panose="02020603050405020304" pitchFamily="18" charset="0"/>
              <a:sym typeface="Symbol" pitchFamily="18" charset="2"/>
            </a:endParaRPr>
          </a:p>
          <a:p>
            <a:pPr eaLnBrk="1" hangingPunct="1"/>
            <a:endParaRPr lang="en-US" sz="2400" dirty="0" smtClean="0">
              <a:latin typeface="Times New Roman" pitchFamily="18" charset="0"/>
              <a:sym typeface="Symbol" pitchFamily="18" charset="2"/>
            </a:endParaRPr>
          </a:p>
          <a:p>
            <a:pPr eaLnBrk="1" hangingPunct="1"/>
            <a:endParaRPr lang="en-US" sz="2400" dirty="0">
              <a:latin typeface="Times New Roman" pitchFamily="18" charset="0"/>
              <a:sym typeface="Symbol" pitchFamily="18" charset="2"/>
            </a:endParaRPr>
          </a:p>
        </p:txBody>
      </p:sp>
      <p:pic>
        <p:nvPicPr>
          <p:cNvPr id="5" name="Picture 4"/>
          <p:cNvPicPr/>
          <p:nvPr/>
        </p:nvPicPr>
        <p:blipFill>
          <a:blip r:embed="rId2"/>
          <a:stretch>
            <a:fillRect/>
          </a:stretch>
        </p:blipFill>
        <p:spPr>
          <a:xfrm>
            <a:off x="2879251" y="-1"/>
            <a:ext cx="6264749" cy="4572001"/>
          </a:xfrm>
          <a:prstGeom prst="rect">
            <a:avLst/>
          </a:prstGeom>
        </p:spPr>
      </p:pic>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to="" calcmode="lin" valueType="num">
                                      <p:cBhvr>
                                        <p:cTn id="7" dur="1" fill="hold"/>
                                        <p:tgtEl>
                                          <p:spTgt spid="5"/>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ext Box 2"/>
          <p:cNvSpPr txBox="1">
            <a:spLocks noChangeArrowheads="1"/>
          </p:cNvSpPr>
          <p:nvPr/>
        </p:nvSpPr>
        <p:spPr bwMode="auto">
          <a:xfrm>
            <a:off x="0" y="0"/>
            <a:ext cx="9144000" cy="6863417"/>
          </a:xfrm>
          <a:prstGeom prst="rect">
            <a:avLst/>
          </a:prstGeom>
          <a:solidFill>
            <a:srgbClr val="FFFF99"/>
          </a:solidFill>
          <a:ln w="57150">
            <a:solidFill>
              <a:schemeClr val="tx1"/>
            </a:solidFill>
            <a:miter lim="800000"/>
            <a:headEnd/>
            <a:tailEnd/>
          </a:ln>
        </p:spPr>
        <p:txBody>
          <a:bodyPr>
            <a:spAutoFit/>
          </a:bodyPr>
          <a:lstStyle>
            <a:lvl1pPr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1pPr>
            <a:lvl2pPr marL="742950" indent="-285750"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2pPr>
            <a:lvl3pPr marL="1143000" indent="-228600"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3pPr>
            <a:lvl4pPr marL="1600200" indent="-228600"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4pPr>
            <a:lvl5pPr marL="2057400" indent="-228600"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9pPr>
          </a:lstStyle>
          <a:p>
            <a:pPr eaLnBrk="1" hangingPunct="1"/>
            <a:r>
              <a:rPr lang="en-US" sz="2000" dirty="0">
                <a:latin typeface="Times New Roman" panose="02020603050405020304" pitchFamily="18" charset="0"/>
                <a:cs typeface="Times New Roman" panose="02020603050405020304" pitchFamily="18" charset="0"/>
              </a:rPr>
              <a:t>// Java0515.java</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This program demonstrates how to rotate a line around a point.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In this case the (x1,y1) coordinate stays fixed and the (x2,y2) point changes.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import </a:t>
            </a:r>
            <a:r>
              <a:rPr lang="en-US" sz="2000" dirty="0" err="1">
                <a:latin typeface="Times New Roman" panose="02020603050405020304" pitchFamily="18" charset="0"/>
                <a:cs typeface="Times New Roman" panose="02020603050405020304" pitchFamily="18" charset="0"/>
              </a:rPr>
              <a:t>java.awt</a:t>
            </a:r>
            <a:r>
              <a:rPr lang="en-US" sz="2000" dirty="0">
                <a:latin typeface="Times New Roman" panose="02020603050405020304" pitchFamily="18" charset="0"/>
                <a:cs typeface="Times New Roman" panose="02020603050405020304" pitchFamily="18" charset="0"/>
              </a:rPr>
              <a: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import </a:t>
            </a:r>
            <a:r>
              <a:rPr lang="en-US" sz="2000" dirty="0" err="1">
                <a:latin typeface="Times New Roman" panose="02020603050405020304" pitchFamily="18" charset="0"/>
                <a:cs typeface="Times New Roman" panose="02020603050405020304" pitchFamily="18" charset="0"/>
              </a:rPr>
              <a:t>java.applet</a:t>
            </a:r>
            <a:r>
              <a:rPr lang="en-US" sz="2000" dirty="0">
                <a:latin typeface="Times New Roman" panose="02020603050405020304" pitchFamily="18" charset="0"/>
                <a:cs typeface="Times New Roman" panose="02020603050405020304" pitchFamily="18" charset="0"/>
              </a:rPr>
              <a: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public class Java0515 extends Applet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	public </a:t>
            </a:r>
            <a:r>
              <a:rPr lang="en-US" sz="2000" dirty="0">
                <a:latin typeface="Times New Roman" panose="02020603050405020304" pitchFamily="18" charset="0"/>
                <a:cs typeface="Times New Roman" panose="02020603050405020304" pitchFamily="18" charset="0"/>
              </a:rPr>
              <a:t>void paint(Graphics g)</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int</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x1 = 50;</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int</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y1 = 50;</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int</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x2 = 600;</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int</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y2 = 50;</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		for </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int</a:t>
            </a:r>
            <a:r>
              <a:rPr lang="en-US" sz="2000" dirty="0">
                <a:latin typeface="Times New Roman" panose="02020603050405020304" pitchFamily="18" charset="0"/>
                <a:cs typeface="Times New Roman" panose="02020603050405020304" pitchFamily="18" charset="0"/>
              </a:rPr>
              <a:t> k = 1; k &lt; 50; k++)</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g.drawLine</a:t>
            </a:r>
            <a:r>
              <a:rPr lang="en-US" sz="2000" dirty="0" smtClean="0">
                <a:latin typeface="Times New Roman" panose="02020603050405020304" pitchFamily="18" charset="0"/>
                <a:cs typeface="Times New Roman" panose="02020603050405020304" pitchFamily="18" charset="0"/>
              </a:rPr>
              <a:t>(x1,y1,x2,y2);</a:t>
            </a: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		y2 </a:t>
            </a:r>
            <a:r>
              <a:rPr lang="en-US" sz="2000" dirty="0">
                <a:latin typeface="Times New Roman" panose="02020603050405020304" pitchFamily="18" charset="0"/>
                <a:cs typeface="Times New Roman" panose="02020603050405020304" pitchFamily="18" charset="0"/>
              </a:rPr>
              <a:t>+= 10;</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a:t>
            </a:r>
            <a:endParaRPr lang="en-US" sz="1800" dirty="0">
              <a:latin typeface="Times New Roman" pitchFamily="18" charset="0"/>
              <a:cs typeface="Times New Roman" panose="02020603050405020304" pitchFamily="18" charset="0"/>
              <a:sym typeface="Symbol" pitchFamily="18" charset="2"/>
            </a:endParaRPr>
          </a:p>
        </p:txBody>
      </p:sp>
      <p:pic>
        <p:nvPicPr>
          <p:cNvPr id="5" name="Picture 4"/>
          <p:cNvPicPr/>
          <p:nvPr/>
        </p:nvPicPr>
        <p:blipFill>
          <a:blip r:embed="rId2"/>
          <a:stretch>
            <a:fillRect/>
          </a:stretch>
        </p:blipFill>
        <p:spPr>
          <a:xfrm>
            <a:off x="2876764" y="0"/>
            <a:ext cx="6267236" cy="4573816"/>
          </a:xfrm>
          <a:prstGeom prst="rect">
            <a:avLst/>
          </a:prstGeom>
        </p:spPr>
      </p:pic>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to="" calcmode="lin" valueType="num">
                                      <p:cBhvr>
                                        <p:cTn id="7" dur="1" fill="hold"/>
                                        <p:tgtEl>
                                          <p:spTgt spid="5"/>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ext Box 2"/>
          <p:cNvSpPr txBox="1">
            <a:spLocks noChangeArrowheads="1"/>
          </p:cNvSpPr>
          <p:nvPr/>
        </p:nvSpPr>
        <p:spPr bwMode="auto">
          <a:xfrm>
            <a:off x="0" y="-1"/>
            <a:ext cx="9144000" cy="6858000"/>
          </a:xfrm>
          <a:prstGeom prst="rect">
            <a:avLst/>
          </a:prstGeom>
          <a:solidFill>
            <a:srgbClr val="FFFF99"/>
          </a:solidFill>
          <a:ln w="57150">
            <a:solidFill>
              <a:schemeClr val="tx1"/>
            </a:solidFill>
            <a:miter lim="800000"/>
            <a:headEnd/>
            <a:tailEnd/>
          </a:ln>
        </p:spPr>
        <p:txBody>
          <a:bodyPr>
            <a:spAutoFit/>
          </a:bodyPr>
          <a:lstStyle>
            <a:lvl1pPr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1pPr>
            <a:lvl2pPr marL="742950" indent="-285750"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2pPr>
            <a:lvl3pPr marL="1143000" indent="-228600"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3pPr>
            <a:lvl4pPr marL="1600200" indent="-228600"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4pPr>
            <a:lvl5pPr marL="2057400" indent="-228600"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9pPr>
          </a:lstStyle>
          <a:p>
            <a:pPr eaLnBrk="1" hangingPunct="1"/>
            <a:r>
              <a:rPr lang="en-US" dirty="0">
                <a:latin typeface="Times New Roman" panose="02020603050405020304" pitchFamily="18" charset="0"/>
                <a:cs typeface="Times New Roman" panose="02020603050405020304" pitchFamily="18" charset="0"/>
              </a:rPr>
              <a:t>// Java0516.java</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This program is example of displaying multiple graphics rectangles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using a loop control structure.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import </a:t>
            </a:r>
            <a:r>
              <a:rPr lang="en-US" dirty="0" err="1">
                <a:latin typeface="Times New Roman" panose="02020603050405020304" pitchFamily="18" charset="0"/>
                <a:cs typeface="Times New Roman" panose="02020603050405020304" pitchFamily="18" charset="0"/>
              </a:rPr>
              <a:t>java.awt</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import </a:t>
            </a:r>
            <a:r>
              <a:rPr lang="en-US" dirty="0" err="1">
                <a:latin typeface="Times New Roman" panose="02020603050405020304" pitchFamily="18" charset="0"/>
                <a:cs typeface="Times New Roman" panose="02020603050405020304" pitchFamily="18" charset="0"/>
              </a:rPr>
              <a:t>java.applet</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public class Java0516 extends Applet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public </a:t>
            </a:r>
            <a:r>
              <a:rPr lang="en-US" dirty="0">
                <a:latin typeface="Times New Roman" panose="02020603050405020304" pitchFamily="18" charset="0"/>
                <a:cs typeface="Times New Roman" panose="02020603050405020304" pitchFamily="18" charset="0"/>
              </a:rPr>
              <a:t>void paint(Graphics 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int</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x = 375;</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int</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y = 275;</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int</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side = 50;</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for </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int</a:t>
            </a:r>
            <a:r>
              <a:rPr lang="en-US" dirty="0">
                <a:latin typeface="Times New Roman" panose="02020603050405020304" pitchFamily="18" charset="0"/>
                <a:cs typeface="Times New Roman" panose="02020603050405020304" pitchFamily="18" charset="0"/>
              </a:rPr>
              <a:t> k = 1; k &lt;= 25; k++)</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g.drawRect</a:t>
            </a:r>
            <a:r>
              <a:rPr lang="en-US" dirty="0" smtClean="0">
                <a:latin typeface="Times New Roman" panose="02020603050405020304" pitchFamily="18" charset="0"/>
                <a:cs typeface="Times New Roman" panose="02020603050405020304" pitchFamily="18" charset="0"/>
              </a:rPr>
              <a:t>(</a:t>
            </a:r>
            <a:r>
              <a:rPr lang="en-US" dirty="0" err="1" smtClean="0">
                <a:latin typeface="Times New Roman" panose="02020603050405020304" pitchFamily="18" charset="0"/>
                <a:cs typeface="Times New Roman" panose="02020603050405020304" pitchFamily="18" charset="0"/>
              </a:rPr>
              <a:t>x,y,side,side</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x </a:t>
            </a:r>
            <a:r>
              <a:rPr lang="en-US" dirty="0">
                <a:latin typeface="Times New Roman" panose="02020603050405020304" pitchFamily="18" charset="0"/>
                <a:cs typeface="Times New Roman" panose="02020603050405020304" pitchFamily="18" charset="0"/>
              </a:rPr>
              <a:t>-= 10;</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y </a:t>
            </a:r>
            <a:r>
              <a:rPr lang="en-US" dirty="0">
                <a:latin typeface="Times New Roman" panose="02020603050405020304" pitchFamily="18" charset="0"/>
                <a:cs typeface="Times New Roman" panose="02020603050405020304" pitchFamily="18" charset="0"/>
              </a:rPr>
              <a:t>-= 10;</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side </a:t>
            </a:r>
            <a:r>
              <a:rPr lang="en-US" dirty="0">
                <a:latin typeface="Times New Roman" panose="02020603050405020304" pitchFamily="18" charset="0"/>
                <a:cs typeface="Times New Roman" panose="02020603050405020304" pitchFamily="18" charset="0"/>
              </a:rPr>
              <a:t>+= 20;</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t>
            </a:r>
            <a:endParaRPr lang="en-US" dirty="0">
              <a:latin typeface="Times New Roman" pitchFamily="18" charset="0"/>
              <a:cs typeface="Times New Roman" panose="02020603050405020304" pitchFamily="18" charset="0"/>
              <a:sym typeface="Symbol" pitchFamily="18" charset="2"/>
            </a:endParaRPr>
          </a:p>
        </p:txBody>
      </p:sp>
      <p:pic>
        <p:nvPicPr>
          <p:cNvPr id="5" name="Picture 4"/>
          <p:cNvPicPr/>
          <p:nvPr/>
        </p:nvPicPr>
        <p:blipFill rotWithShape="1">
          <a:blip r:embed="rId2"/>
          <a:srcRect r="19454"/>
          <a:stretch/>
        </p:blipFill>
        <p:spPr>
          <a:xfrm>
            <a:off x="4095964" y="0"/>
            <a:ext cx="5048036" cy="4573816"/>
          </a:xfrm>
          <a:prstGeom prst="rect">
            <a:avLst/>
          </a:prstGeom>
        </p:spPr>
      </p:pic>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to="" calcmode="lin" valueType="num">
                                      <p:cBhvr>
                                        <p:cTn id="7" dur="1" fill="hold"/>
                                        <p:tgtEl>
                                          <p:spTgt spid="5"/>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2"/>
          <p:cNvSpPr txBox="1">
            <a:spLocks noChangeArrowheads="1"/>
          </p:cNvSpPr>
          <p:nvPr/>
        </p:nvSpPr>
        <p:spPr bwMode="auto">
          <a:xfrm>
            <a:off x="0" y="0"/>
            <a:ext cx="9144000" cy="6955750"/>
          </a:xfrm>
          <a:prstGeom prst="rect">
            <a:avLst/>
          </a:prstGeom>
          <a:solidFill>
            <a:srgbClr val="FFFF99"/>
          </a:solidFill>
          <a:ln w="57150">
            <a:solidFill>
              <a:schemeClr val="tx1"/>
            </a:solidFill>
            <a:miter lim="800000"/>
            <a:headEnd/>
            <a:tailEnd/>
          </a:ln>
        </p:spPr>
        <p:txBody>
          <a:bodyPr>
            <a:spAutoFit/>
          </a:bodyPr>
          <a:lstStyle>
            <a:lvl1pPr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1pPr>
            <a:lvl2pPr marL="742950" indent="-285750"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2pPr>
            <a:lvl3pPr marL="1143000" indent="-228600"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3pPr>
            <a:lvl4pPr marL="1600200" indent="-228600"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4pPr>
            <a:lvl5pPr marL="2057400" indent="-228600" eaLnBrk="0" hangingPunct="0">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5pPr>
            <a:lvl6pPr marL="2514600" indent="-228600" eaLnBrk="0" fontAlgn="base" hangingPunct="0">
              <a:spcBef>
                <a:spcPct val="0"/>
              </a:spcBef>
              <a:spcAft>
                <a:spcPct val="0"/>
              </a:spcAft>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6pPr>
            <a:lvl7pPr marL="2971800" indent="-228600" eaLnBrk="0" fontAlgn="base" hangingPunct="0">
              <a:spcBef>
                <a:spcPct val="0"/>
              </a:spcBef>
              <a:spcAft>
                <a:spcPct val="0"/>
              </a:spcAft>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7pPr>
            <a:lvl8pPr marL="3429000" indent="-228600" eaLnBrk="0" fontAlgn="base" hangingPunct="0">
              <a:spcBef>
                <a:spcPct val="0"/>
              </a:spcBef>
              <a:spcAft>
                <a:spcPct val="0"/>
              </a:spcAft>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8pPr>
            <a:lvl9pPr marL="3886200" indent="-228600" eaLnBrk="0" fontAlgn="base" hangingPunct="0">
              <a:spcBef>
                <a:spcPct val="0"/>
              </a:spcBef>
              <a:spcAft>
                <a:spcPct val="0"/>
              </a:spcAft>
              <a:tabLst>
                <a:tab pos="463550" algn="l"/>
                <a:tab pos="914400" algn="l"/>
                <a:tab pos="137795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Lst>
              <a:defRPr sz="1900" b="1">
                <a:solidFill>
                  <a:schemeClr val="tx1"/>
                </a:solidFill>
                <a:latin typeface="Arial Black" pitchFamily="34" charset="0"/>
              </a:defRPr>
            </a:lvl9pPr>
          </a:lstStyle>
          <a:p>
            <a:pPr eaLnBrk="1" hangingPunct="1"/>
            <a:r>
              <a:rPr lang="en-US" sz="2400" dirty="0">
                <a:latin typeface="Times New Roman" panose="02020603050405020304" pitchFamily="18" charset="0"/>
                <a:cs typeface="Times New Roman" panose="02020603050405020304" pitchFamily="18" charset="0"/>
              </a:rPr>
              <a:t>// Java0517.java</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This program create an interesting pattern.</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import </a:t>
            </a:r>
            <a:r>
              <a:rPr lang="en-US" sz="2400" dirty="0" err="1">
                <a:latin typeface="Times New Roman" panose="02020603050405020304" pitchFamily="18" charset="0"/>
                <a:cs typeface="Times New Roman" panose="02020603050405020304" pitchFamily="18" charset="0"/>
              </a:rPr>
              <a:t>java.awt</a:t>
            </a:r>
            <a:r>
              <a:rPr lang="en-US" sz="2400" dirty="0">
                <a:latin typeface="Times New Roman" panose="02020603050405020304" pitchFamily="18" charset="0"/>
                <a:cs typeface="Times New Roman" panose="02020603050405020304" pitchFamily="18" charset="0"/>
              </a:rPr>
              <a: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import </a:t>
            </a:r>
            <a:r>
              <a:rPr lang="en-US" sz="2400" dirty="0" err="1">
                <a:latin typeface="Times New Roman" panose="02020603050405020304" pitchFamily="18" charset="0"/>
                <a:cs typeface="Times New Roman" panose="02020603050405020304" pitchFamily="18" charset="0"/>
              </a:rPr>
              <a:t>java.applet</a:t>
            </a:r>
            <a:r>
              <a:rPr lang="en-US" sz="2400" dirty="0">
                <a:latin typeface="Times New Roman" panose="02020603050405020304" pitchFamily="18" charset="0"/>
                <a:cs typeface="Times New Roman" panose="02020603050405020304" pitchFamily="18" charset="0"/>
              </a:rPr>
              <a: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public class Java0517 extends Applet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	public </a:t>
            </a:r>
            <a:r>
              <a:rPr lang="en-US" sz="2400" dirty="0">
                <a:latin typeface="Times New Roman" panose="02020603050405020304" pitchFamily="18" charset="0"/>
                <a:cs typeface="Times New Roman" panose="02020603050405020304" pitchFamily="18" charset="0"/>
              </a:rPr>
              <a:t>void paint(Graphics g)</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g.drawRect</a:t>
            </a:r>
            <a:r>
              <a:rPr lang="en-US" sz="2400" dirty="0" smtClean="0">
                <a:latin typeface="Times New Roman" panose="02020603050405020304" pitchFamily="18" charset="0"/>
                <a:cs typeface="Times New Roman" panose="02020603050405020304" pitchFamily="18" charset="0"/>
              </a:rPr>
              <a:t>(50,50,500,500);</a:t>
            </a:r>
          </a:p>
          <a:p>
            <a:pPr eaLnBrk="1" hangingPunct="1"/>
            <a:r>
              <a:rPr lang="en-US" sz="1400" dirty="0">
                <a:latin typeface="Times New Roman" panose="02020603050405020304" pitchFamily="18" charset="0"/>
                <a:cs typeface="Times New Roman" panose="02020603050405020304" pitchFamily="18" charset="0"/>
              </a:rPr>
              <a:t/>
            </a:r>
            <a:br>
              <a:rPr lang="en-US" sz="1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		for </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x = 50; x &lt;= 550; x += 10)</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g.drawLine</a:t>
            </a:r>
            <a:r>
              <a:rPr lang="en-US" sz="2400" dirty="0" smtClean="0">
                <a:latin typeface="Times New Roman" panose="02020603050405020304" pitchFamily="18" charset="0"/>
                <a:cs typeface="Times New Roman" panose="02020603050405020304" pitchFamily="18" charset="0"/>
              </a:rPr>
              <a:t>(x,50,600-x,550);</a:t>
            </a:r>
          </a:p>
          <a:p>
            <a:pPr eaLnBrk="1" hangingPunct="1"/>
            <a:r>
              <a:rPr lang="en-US" sz="1400" dirty="0">
                <a:latin typeface="Times New Roman" panose="02020603050405020304" pitchFamily="18" charset="0"/>
                <a:cs typeface="Times New Roman" panose="02020603050405020304" pitchFamily="18" charset="0"/>
              </a:rPr>
              <a:t/>
            </a:r>
            <a:br>
              <a:rPr lang="en-US" sz="1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		for </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y = 50; y &lt;= 550; y += 10)</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g.drawLine</a:t>
            </a:r>
            <a:r>
              <a:rPr lang="en-US" sz="2400" dirty="0" smtClean="0">
                <a:latin typeface="Times New Roman" panose="02020603050405020304" pitchFamily="18" charset="0"/>
                <a:cs typeface="Times New Roman" panose="02020603050405020304" pitchFamily="18" charset="0"/>
              </a:rPr>
              <a:t>(50,y,550,600-y</a:t>
            </a:r>
            <a:r>
              <a:rPr lang="en-US" sz="2400" dirty="0">
                <a:latin typeface="Times New Roman" panose="02020603050405020304" pitchFamily="18" charset="0"/>
                <a:cs typeface="Times New Roman" panose="02020603050405020304" pitchFamily="18" charset="0"/>
              </a:rPr>
              <a: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t>
            </a:r>
            <a:endParaRPr lang="en-US" sz="2400" dirty="0">
              <a:latin typeface="Times New Roman" pitchFamily="18" charset="0"/>
              <a:cs typeface="Times New Roman" panose="02020603050405020304" pitchFamily="18" charset="0"/>
              <a:sym typeface="Symbol" pitchFamily="18" charset="2"/>
            </a:endParaRPr>
          </a:p>
        </p:txBody>
      </p:sp>
      <p:pic>
        <p:nvPicPr>
          <p:cNvPr id="4" name="Picture 3"/>
          <p:cNvPicPr/>
          <p:nvPr/>
        </p:nvPicPr>
        <p:blipFill rotWithShape="1">
          <a:blip r:embed="rId2"/>
          <a:srcRect r="41339"/>
          <a:stretch/>
        </p:blipFill>
        <p:spPr>
          <a:xfrm>
            <a:off x="5467564" y="0"/>
            <a:ext cx="3676436" cy="4573816"/>
          </a:xfrm>
          <a:prstGeom prst="rect">
            <a:avLst/>
          </a:prstGeom>
        </p:spPr>
      </p:pic>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to="" calcmode="lin" valueType="num">
                                      <p:cBhvr>
                                        <p:cTn id="7" dur="1" fill="hold"/>
                                        <p:tgtEl>
                                          <p:spTgt spid="4"/>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bg>
      <p:bgPr>
        <a:gradFill rotWithShape="0">
          <a:gsLst>
            <a:gs pos="0">
              <a:srgbClr val="000082"/>
            </a:gs>
            <a:gs pos="30000">
              <a:srgbClr val="66008F"/>
            </a:gs>
            <a:gs pos="64999">
              <a:srgbClr val="BA0066"/>
            </a:gs>
            <a:gs pos="89999">
              <a:srgbClr val="FF0000"/>
            </a:gs>
            <a:gs pos="100000">
              <a:srgbClr val="FF8200"/>
            </a:gs>
          </a:gsLst>
          <a:lin ang="5400000"/>
        </a:gradFill>
        <a:effectLst/>
      </p:bgPr>
    </p:bg>
    <p:spTree>
      <p:nvGrpSpPr>
        <p:cNvPr id="1" name=""/>
        <p:cNvGrpSpPr/>
        <p:nvPr/>
      </p:nvGrpSpPr>
      <p:grpSpPr>
        <a:xfrm>
          <a:off x="0" y="0"/>
          <a:ext cx="0" cy="0"/>
          <a:chOff x="0" y="0"/>
          <a:chExt cx="0" cy="0"/>
        </a:xfrm>
      </p:grpSpPr>
      <p:sp>
        <p:nvSpPr>
          <p:cNvPr id="73730" name="WordArt 2"/>
          <p:cNvSpPr>
            <a:spLocks noChangeArrowheads="1" noChangeShapeType="1" noTextEdit="1"/>
          </p:cNvSpPr>
          <p:nvPr/>
        </p:nvSpPr>
        <p:spPr bwMode="auto">
          <a:xfrm>
            <a:off x="457200" y="1295400"/>
            <a:ext cx="8382000" cy="2819400"/>
          </a:xfrm>
          <a:prstGeom prst="rect">
            <a:avLst/>
          </a:prstGeom>
        </p:spPr>
        <p:txBody>
          <a:bodyPr wrap="none" fromWordArt="1">
            <a:prstTxWarp prst="textSlantUp">
              <a:avLst>
                <a:gd name="adj" fmla="val 32056"/>
              </a:avLst>
            </a:prstTxWarp>
          </a:bodyPr>
          <a:lstStyle/>
          <a:p>
            <a:pPr algn="ctr"/>
            <a:r>
              <a:rPr lang="en-US" sz="3600" kern="10" dirty="0" smtClean="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            Nested            </a:t>
            </a:r>
            <a:endParaRPr lang="en-US" sz="3600" kern="10" dirty="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endParaRPr>
          </a:p>
        </p:txBody>
      </p:sp>
      <p:sp>
        <p:nvSpPr>
          <p:cNvPr id="73731" name="WordArt 3"/>
          <p:cNvSpPr>
            <a:spLocks noChangeArrowheads="1" noChangeShapeType="1" noTextEdit="1"/>
          </p:cNvSpPr>
          <p:nvPr/>
        </p:nvSpPr>
        <p:spPr bwMode="auto">
          <a:xfrm>
            <a:off x="381000" y="3733800"/>
            <a:ext cx="8382000" cy="2819400"/>
          </a:xfrm>
          <a:prstGeom prst="rect">
            <a:avLst/>
          </a:prstGeom>
        </p:spPr>
        <p:txBody>
          <a:bodyPr wrap="none" fromWordArt="1">
            <a:prstTxWarp prst="textSlantUp">
              <a:avLst>
                <a:gd name="adj" fmla="val 32056"/>
              </a:avLst>
            </a:prstTxWarp>
          </a:bodyPr>
          <a:lstStyle/>
          <a:p>
            <a:pPr algn="ctr"/>
            <a:r>
              <a:rPr lang="en-US" sz="3600" kern="10" dirty="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Control Structures</a:t>
            </a:r>
          </a:p>
        </p:txBody>
      </p:sp>
      <p:sp>
        <p:nvSpPr>
          <p:cNvPr id="73732" name="WordArt 18"/>
          <p:cNvSpPr>
            <a:spLocks noChangeArrowheads="1" noChangeShapeType="1" noTextEdit="1"/>
          </p:cNvSpPr>
          <p:nvPr/>
        </p:nvSpPr>
        <p:spPr bwMode="auto">
          <a:xfrm>
            <a:off x="371475" y="457200"/>
            <a:ext cx="8391525" cy="762000"/>
          </a:xfrm>
          <a:prstGeom prst="rect">
            <a:avLst/>
          </a:prstGeom>
        </p:spPr>
        <p:txBody>
          <a:bodyPr wrap="none" fromWordArt="1">
            <a:prstTxWarp prst="textPlain">
              <a:avLst>
                <a:gd name="adj" fmla="val 50000"/>
              </a:avLst>
            </a:prstTxWarp>
          </a:bodyPr>
          <a:lstStyle/>
          <a:p>
            <a:pPr algn="ctr"/>
            <a:r>
              <a:rPr lang="en-US" sz="3600" kern="10" dirty="0">
                <a:ln w="9525">
                  <a:solidFill>
                    <a:srgbClr val="000000"/>
                  </a:solidFill>
                  <a:round/>
                  <a:headEnd/>
                  <a:tailEnd/>
                </a:ln>
                <a:solidFill>
                  <a:srgbClr val="FFFFFF"/>
                </a:solidFill>
                <a:latin typeface="Arial Black"/>
              </a:rPr>
              <a:t>Section </a:t>
            </a:r>
            <a:r>
              <a:rPr lang="en-US" sz="3600" kern="10" dirty="0" smtClean="0">
                <a:ln w="9525">
                  <a:solidFill>
                    <a:srgbClr val="000000"/>
                  </a:solidFill>
                  <a:round/>
                  <a:headEnd/>
                  <a:tailEnd/>
                </a:ln>
                <a:solidFill>
                  <a:srgbClr val="FFFFFF"/>
                </a:solidFill>
                <a:latin typeface="Arial Black"/>
              </a:rPr>
              <a:t>5.10</a:t>
            </a:r>
            <a:endParaRPr lang="en-US" sz="3600" kern="10" dirty="0">
              <a:ln w="9525">
                <a:solidFill>
                  <a:srgbClr val="000000"/>
                </a:solidFill>
                <a:round/>
                <a:headEnd/>
                <a:tailEnd/>
              </a:ln>
              <a:solidFill>
                <a:srgbClr val="FFFFFF"/>
              </a:solidFill>
              <a:latin typeface="Arial Black"/>
            </a:endParaRPr>
          </a:p>
        </p:txBody>
      </p:sp>
      <p:pic>
        <p:nvPicPr>
          <p:cNvPr id="5" name="Picture 10" descr="C:\Users\johnschram\AppData\Local\Microsoft\Windows\Temporary Internet Files\Content.IE5\63XOC3GE\MC900329269[1].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5800" y="2914650"/>
            <a:ext cx="1809750" cy="116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1" descr="C:\Users\johnschram\AppData\Local\Microsoft\Windows\Temporary Internet Files\Content.IE5\0T87347Y\MC900055206[1].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58000" y="1689899"/>
            <a:ext cx="1828800" cy="2365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7" descr="C:\Users\johnschram\AppData\Local\Microsoft\Windows\Temporary Internet Files\Content.IE5\72GUAF6R\MC900312104[1].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81000" y="1687146"/>
            <a:ext cx="181927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61949841"/>
      </p:ext>
    </p:extLst>
  </p:cSld>
  <p:clrMapOvr>
    <a:masterClrMapping/>
  </p:clrMapOvr>
  <p:timing>
    <p:tnLst>
      <p:par>
        <p:cTn xmlns:p14="http://schemas.microsoft.com/office/powerpoint/2010/mai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p:cNvSpPr txBox="1">
            <a:spLocks noChangeArrowheads="1"/>
          </p:cNvSpPr>
          <p:nvPr/>
        </p:nvSpPr>
        <p:spPr bwMode="auto">
          <a:xfrm>
            <a:off x="0" y="0"/>
            <a:ext cx="9144000" cy="6961906"/>
          </a:xfrm>
          <a:prstGeom prst="rect">
            <a:avLst/>
          </a:prstGeom>
          <a:solidFill>
            <a:srgbClr val="FFFF99"/>
          </a:solidFill>
          <a:ln w="38100">
            <a:solidFill>
              <a:schemeClr val="tx1"/>
            </a:solidFill>
            <a:miter lim="800000"/>
            <a:headEnd/>
            <a:tailEnd/>
          </a:ln>
        </p:spPr>
        <p:txBody>
          <a:bodyPr>
            <a:spAutoFit/>
          </a:bodyPr>
          <a:lstStyle>
            <a:lvl1pPr>
              <a:tabLst>
                <a:tab pos="466725" algn="l"/>
                <a:tab pos="914400" algn="l"/>
                <a:tab pos="1379538" algn="l"/>
                <a:tab pos="1828800" algn="l"/>
                <a:tab pos="2286000" algn="l"/>
                <a:tab pos="2743200" algn="l"/>
                <a:tab pos="3200400" algn="l"/>
              </a:tabLst>
              <a:defRPr sz="2400">
                <a:solidFill>
                  <a:schemeClr val="tx1"/>
                </a:solidFill>
                <a:latin typeface="Times New Roman" pitchFamily="18" charset="0"/>
              </a:defRPr>
            </a:lvl1pPr>
            <a:lvl2pPr marL="742950" indent="-285750">
              <a:tabLst>
                <a:tab pos="466725" algn="l"/>
                <a:tab pos="914400" algn="l"/>
                <a:tab pos="1379538" algn="l"/>
                <a:tab pos="1828800" algn="l"/>
                <a:tab pos="2286000" algn="l"/>
                <a:tab pos="2743200" algn="l"/>
                <a:tab pos="3200400" algn="l"/>
              </a:tabLst>
              <a:defRPr sz="2400">
                <a:solidFill>
                  <a:schemeClr val="tx1"/>
                </a:solidFill>
                <a:latin typeface="Times New Roman" pitchFamily="18" charset="0"/>
              </a:defRPr>
            </a:lvl2pPr>
            <a:lvl3pPr marL="1143000" indent="-228600">
              <a:tabLst>
                <a:tab pos="466725" algn="l"/>
                <a:tab pos="914400" algn="l"/>
                <a:tab pos="1379538" algn="l"/>
                <a:tab pos="1828800" algn="l"/>
                <a:tab pos="2286000" algn="l"/>
                <a:tab pos="2743200" algn="l"/>
                <a:tab pos="3200400" algn="l"/>
              </a:tabLst>
              <a:defRPr sz="2400">
                <a:solidFill>
                  <a:schemeClr val="tx1"/>
                </a:solidFill>
                <a:latin typeface="Times New Roman" pitchFamily="18" charset="0"/>
              </a:defRPr>
            </a:lvl3pPr>
            <a:lvl4pPr marL="1600200" indent="-228600">
              <a:tabLst>
                <a:tab pos="466725" algn="l"/>
                <a:tab pos="914400" algn="l"/>
                <a:tab pos="1379538" algn="l"/>
                <a:tab pos="1828800" algn="l"/>
                <a:tab pos="2286000" algn="l"/>
                <a:tab pos="2743200" algn="l"/>
                <a:tab pos="3200400" algn="l"/>
              </a:tabLst>
              <a:defRPr sz="2400">
                <a:solidFill>
                  <a:schemeClr val="tx1"/>
                </a:solidFill>
                <a:latin typeface="Times New Roman" pitchFamily="18" charset="0"/>
              </a:defRPr>
            </a:lvl4pPr>
            <a:lvl5pPr marL="2057400" indent="-228600">
              <a:tabLst>
                <a:tab pos="466725" algn="l"/>
                <a:tab pos="914400" algn="l"/>
                <a:tab pos="1379538" algn="l"/>
                <a:tab pos="1828800" algn="l"/>
                <a:tab pos="2286000" algn="l"/>
                <a:tab pos="2743200" algn="l"/>
                <a:tab pos="3200400" algn="l"/>
              </a:tabLst>
              <a:defRPr sz="2400">
                <a:solidFill>
                  <a:schemeClr val="tx1"/>
                </a:solidFill>
                <a:latin typeface="Times New Roman" pitchFamily="18" charset="0"/>
              </a:defRPr>
            </a:lvl5pPr>
            <a:lvl6pPr marL="2514600" indent="-228600" eaLnBrk="0" fontAlgn="base" hangingPunct="0">
              <a:spcBef>
                <a:spcPct val="0"/>
              </a:spcBef>
              <a:spcAft>
                <a:spcPct val="0"/>
              </a:spcAft>
              <a:tabLst>
                <a:tab pos="466725" algn="l"/>
                <a:tab pos="914400" algn="l"/>
                <a:tab pos="1379538" algn="l"/>
                <a:tab pos="1828800" algn="l"/>
                <a:tab pos="2286000" algn="l"/>
                <a:tab pos="2743200" algn="l"/>
                <a:tab pos="3200400" algn="l"/>
              </a:tabLst>
              <a:defRPr sz="2400">
                <a:solidFill>
                  <a:schemeClr val="tx1"/>
                </a:solidFill>
                <a:latin typeface="Times New Roman" pitchFamily="18" charset="0"/>
              </a:defRPr>
            </a:lvl6pPr>
            <a:lvl7pPr marL="2971800" indent="-228600" eaLnBrk="0" fontAlgn="base" hangingPunct="0">
              <a:spcBef>
                <a:spcPct val="0"/>
              </a:spcBef>
              <a:spcAft>
                <a:spcPct val="0"/>
              </a:spcAft>
              <a:tabLst>
                <a:tab pos="466725" algn="l"/>
                <a:tab pos="914400" algn="l"/>
                <a:tab pos="1379538" algn="l"/>
                <a:tab pos="1828800" algn="l"/>
                <a:tab pos="2286000" algn="l"/>
                <a:tab pos="2743200" algn="l"/>
                <a:tab pos="3200400" algn="l"/>
              </a:tabLst>
              <a:defRPr sz="2400">
                <a:solidFill>
                  <a:schemeClr val="tx1"/>
                </a:solidFill>
                <a:latin typeface="Times New Roman" pitchFamily="18" charset="0"/>
              </a:defRPr>
            </a:lvl7pPr>
            <a:lvl8pPr marL="3429000" indent="-228600" eaLnBrk="0" fontAlgn="base" hangingPunct="0">
              <a:spcBef>
                <a:spcPct val="0"/>
              </a:spcBef>
              <a:spcAft>
                <a:spcPct val="0"/>
              </a:spcAft>
              <a:tabLst>
                <a:tab pos="466725" algn="l"/>
                <a:tab pos="914400" algn="l"/>
                <a:tab pos="1379538" algn="l"/>
                <a:tab pos="1828800" algn="l"/>
                <a:tab pos="2286000" algn="l"/>
                <a:tab pos="2743200" algn="l"/>
                <a:tab pos="3200400" algn="l"/>
              </a:tabLst>
              <a:defRPr sz="2400">
                <a:solidFill>
                  <a:schemeClr val="tx1"/>
                </a:solidFill>
                <a:latin typeface="Times New Roman" pitchFamily="18" charset="0"/>
              </a:defRPr>
            </a:lvl8pPr>
            <a:lvl9pPr marL="3886200" indent="-228600" eaLnBrk="0" fontAlgn="base" hangingPunct="0">
              <a:spcBef>
                <a:spcPct val="0"/>
              </a:spcBef>
              <a:spcAft>
                <a:spcPct val="0"/>
              </a:spcAft>
              <a:tabLst>
                <a:tab pos="466725" algn="l"/>
                <a:tab pos="914400" algn="l"/>
                <a:tab pos="1379538" algn="l"/>
                <a:tab pos="1828800" algn="l"/>
                <a:tab pos="2286000" algn="l"/>
                <a:tab pos="2743200" algn="l"/>
                <a:tab pos="3200400" algn="l"/>
              </a:tabLst>
              <a:defRPr sz="2400">
                <a:solidFill>
                  <a:schemeClr val="tx1"/>
                </a:solidFill>
                <a:latin typeface="Times New Roman" pitchFamily="18" charset="0"/>
              </a:defRPr>
            </a:lvl9pPr>
          </a:lstStyle>
          <a:p>
            <a:pPr>
              <a:lnSpc>
                <a:spcPct val="80000"/>
              </a:lnSpc>
            </a:pPr>
            <a:r>
              <a:rPr lang="en-US" sz="1600" dirty="0"/>
              <a:t>// Java0518.java</a:t>
            </a:r>
          </a:p>
          <a:p>
            <a:pPr>
              <a:lnSpc>
                <a:spcPct val="80000"/>
              </a:lnSpc>
            </a:pPr>
            <a:r>
              <a:rPr lang="en-US" sz="1600" dirty="0"/>
              <a:t>// This program demonstrates nesting an &lt;</a:t>
            </a:r>
            <a:r>
              <a:rPr lang="en-US" sz="1600" dirty="0" err="1"/>
              <a:t>if..else</a:t>
            </a:r>
            <a:r>
              <a:rPr lang="en-US" sz="1600" dirty="0"/>
              <a:t>&gt; structure inside another &lt;</a:t>
            </a:r>
            <a:r>
              <a:rPr lang="en-US" sz="1600" dirty="0" err="1"/>
              <a:t>if..else</a:t>
            </a:r>
            <a:r>
              <a:rPr lang="en-US" sz="1600" dirty="0"/>
              <a:t>&gt; structure.</a:t>
            </a:r>
          </a:p>
          <a:p>
            <a:pPr>
              <a:lnSpc>
                <a:spcPct val="80000"/>
              </a:lnSpc>
            </a:pPr>
            <a:r>
              <a:rPr lang="en-US" sz="1600" dirty="0"/>
              <a:t>// This will determine if a student is eligible for financial aid.</a:t>
            </a:r>
          </a:p>
          <a:p>
            <a:pPr>
              <a:lnSpc>
                <a:spcPct val="80000"/>
              </a:lnSpc>
            </a:pPr>
            <a:r>
              <a:rPr lang="en-US" sz="1600" dirty="0"/>
              <a:t>// Note that this is not an issue for students whose SAT scores are below 1100</a:t>
            </a:r>
            <a:r>
              <a:rPr lang="en-US" sz="1600" dirty="0" smtClean="0"/>
              <a:t>.</a:t>
            </a:r>
            <a:endParaRPr lang="en-US" sz="1600" dirty="0"/>
          </a:p>
          <a:p>
            <a:pPr>
              <a:lnSpc>
                <a:spcPct val="80000"/>
              </a:lnSpc>
            </a:pPr>
            <a:r>
              <a:rPr lang="en-US" sz="1600" dirty="0"/>
              <a:t>import </a:t>
            </a:r>
            <a:r>
              <a:rPr lang="en-US" sz="1600" dirty="0" err="1"/>
              <a:t>java.util.Scanner</a:t>
            </a:r>
            <a:r>
              <a:rPr lang="en-US" sz="1600" dirty="0" smtClean="0"/>
              <a:t>;</a:t>
            </a:r>
            <a:endParaRPr lang="en-US" sz="1600" dirty="0"/>
          </a:p>
          <a:p>
            <a:pPr>
              <a:lnSpc>
                <a:spcPct val="80000"/>
              </a:lnSpc>
            </a:pPr>
            <a:r>
              <a:rPr lang="en-US" sz="1600" dirty="0"/>
              <a:t>public class Java0518</a:t>
            </a:r>
          </a:p>
          <a:p>
            <a:pPr>
              <a:lnSpc>
                <a:spcPct val="80000"/>
              </a:lnSpc>
            </a:pPr>
            <a:r>
              <a:rPr lang="en-US" sz="1600" dirty="0"/>
              <a:t>{</a:t>
            </a:r>
          </a:p>
          <a:p>
            <a:pPr>
              <a:lnSpc>
                <a:spcPct val="80000"/>
              </a:lnSpc>
            </a:pPr>
            <a:r>
              <a:rPr lang="en-US" sz="1600" dirty="0"/>
              <a:t>	public static void main (String </a:t>
            </a:r>
            <a:r>
              <a:rPr lang="en-US" sz="1600" dirty="0" err="1"/>
              <a:t>args</a:t>
            </a:r>
            <a:r>
              <a:rPr lang="en-US" sz="1600" dirty="0"/>
              <a:t>[])</a:t>
            </a:r>
          </a:p>
          <a:p>
            <a:pPr>
              <a:lnSpc>
                <a:spcPct val="80000"/>
              </a:lnSpc>
            </a:pPr>
            <a:r>
              <a:rPr lang="en-US" sz="1600" dirty="0"/>
              <a:t>	{</a:t>
            </a:r>
          </a:p>
          <a:p>
            <a:pPr>
              <a:lnSpc>
                <a:spcPct val="80000"/>
              </a:lnSpc>
            </a:pPr>
            <a:r>
              <a:rPr lang="en-US" sz="1600" dirty="0"/>
              <a:t>		</a:t>
            </a:r>
            <a:r>
              <a:rPr lang="en-US" sz="1600" dirty="0" err="1"/>
              <a:t>System.out.println</a:t>
            </a:r>
            <a:r>
              <a:rPr lang="en-US" sz="1600" dirty="0"/>
              <a:t>("JAVA0518.JAVA\n");</a:t>
            </a:r>
          </a:p>
          <a:p>
            <a:pPr>
              <a:lnSpc>
                <a:spcPct val="80000"/>
              </a:lnSpc>
            </a:pPr>
            <a:r>
              <a:rPr lang="en-US" sz="1600" dirty="0"/>
              <a:t>      		Scanner input = new Scanner(System.in</a:t>
            </a:r>
            <a:r>
              <a:rPr lang="en-US" sz="1600" dirty="0" smtClean="0"/>
              <a:t>);</a:t>
            </a:r>
            <a:endParaRPr lang="en-US" sz="1600" dirty="0"/>
          </a:p>
          <a:p>
            <a:pPr>
              <a:lnSpc>
                <a:spcPct val="80000"/>
              </a:lnSpc>
            </a:pPr>
            <a:r>
              <a:rPr lang="en-US" sz="1600" dirty="0"/>
              <a:t>		</a:t>
            </a:r>
            <a:r>
              <a:rPr lang="en-US" sz="1600" dirty="0" err="1"/>
              <a:t>System.out.print</a:t>
            </a:r>
            <a:r>
              <a:rPr lang="en-US" sz="1600" dirty="0"/>
              <a:t>("Enter SAT  ===&gt;&gt;  ");</a:t>
            </a:r>
          </a:p>
          <a:p>
            <a:pPr>
              <a:lnSpc>
                <a:spcPct val="80000"/>
              </a:lnSpc>
            </a:pPr>
            <a:r>
              <a:rPr lang="en-US" sz="1600" dirty="0"/>
              <a:t>		</a:t>
            </a:r>
            <a:r>
              <a:rPr lang="en-US" sz="1600" dirty="0" err="1"/>
              <a:t>int</a:t>
            </a:r>
            <a:r>
              <a:rPr lang="en-US" sz="1600" dirty="0"/>
              <a:t> sat  = </a:t>
            </a:r>
            <a:r>
              <a:rPr lang="en-US" sz="1600" dirty="0" err="1"/>
              <a:t>input.nextInt</a:t>
            </a:r>
            <a:r>
              <a:rPr lang="en-US" sz="1600" dirty="0"/>
              <a:t>();</a:t>
            </a:r>
          </a:p>
          <a:p>
            <a:pPr>
              <a:lnSpc>
                <a:spcPct val="80000"/>
              </a:lnSpc>
            </a:pPr>
            <a:r>
              <a:rPr lang="en-US" sz="1600" dirty="0"/>
              <a:t>		</a:t>
            </a:r>
            <a:r>
              <a:rPr lang="en-US" sz="1600" dirty="0" err="1"/>
              <a:t>System.out.println</a:t>
            </a:r>
            <a:r>
              <a:rPr lang="en-US" sz="1600" dirty="0" smtClean="0"/>
              <a:t>();</a:t>
            </a:r>
            <a:endParaRPr lang="en-US" sz="1600" dirty="0"/>
          </a:p>
          <a:p>
            <a:pPr>
              <a:lnSpc>
                <a:spcPct val="80000"/>
              </a:lnSpc>
            </a:pPr>
            <a:r>
              <a:rPr lang="en-US" sz="1600" dirty="0"/>
              <a:t>		if (sat &gt;= 1100)</a:t>
            </a:r>
          </a:p>
          <a:p>
            <a:pPr>
              <a:lnSpc>
                <a:spcPct val="70000"/>
              </a:lnSpc>
            </a:pPr>
            <a:r>
              <a:rPr lang="en-US" sz="1600" dirty="0"/>
              <a:t>		{</a:t>
            </a:r>
          </a:p>
          <a:p>
            <a:pPr>
              <a:lnSpc>
                <a:spcPct val="80000"/>
              </a:lnSpc>
            </a:pPr>
            <a:r>
              <a:rPr lang="en-US" sz="1600" dirty="0"/>
              <a:t>			</a:t>
            </a:r>
            <a:r>
              <a:rPr lang="en-US" sz="1600" dirty="0" err="1"/>
              <a:t>System.out.println</a:t>
            </a:r>
            <a:r>
              <a:rPr lang="en-US" sz="1600" dirty="0"/>
              <a:t>("You are admitted");</a:t>
            </a:r>
          </a:p>
          <a:p>
            <a:pPr>
              <a:lnSpc>
                <a:spcPct val="80000"/>
              </a:lnSpc>
            </a:pPr>
            <a:r>
              <a:rPr lang="en-US" sz="1600" dirty="0"/>
              <a:t>			</a:t>
            </a:r>
            <a:r>
              <a:rPr lang="en-US" sz="1600" dirty="0" err="1"/>
              <a:t>System.out.println</a:t>
            </a:r>
            <a:r>
              <a:rPr lang="en-US" sz="1600" dirty="0"/>
              <a:t>("Orientation will start in June</a:t>
            </a:r>
            <a:r>
              <a:rPr lang="en-US" sz="1600" dirty="0" smtClean="0"/>
              <a:t>");</a:t>
            </a:r>
            <a:endParaRPr lang="en-US" sz="1600" dirty="0"/>
          </a:p>
          <a:p>
            <a:pPr>
              <a:lnSpc>
                <a:spcPct val="80000"/>
              </a:lnSpc>
            </a:pPr>
            <a:r>
              <a:rPr lang="en-US" sz="1600" dirty="0"/>
              <a:t>			</a:t>
            </a:r>
            <a:r>
              <a:rPr lang="en-US" sz="1600" dirty="0" err="1"/>
              <a:t>System.out.println</a:t>
            </a:r>
            <a:r>
              <a:rPr lang="en-US" sz="1600" dirty="0"/>
              <a:t>();</a:t>
            </a:r>
          </a:p>
          <a:p>
            <a:pPr>
              <a:lnSpc>
                <a:spcPct val="80000"/>
              </a:lnSpc>
            </a:pPr>
            <a:r>
              <a:rPr lang="en-US" sz="1600" dirty="0"/>
              <a:t>			</a:t>
            </a:r>
            <a:r>
              <a:rPr lang="en-US" sz="1600" dirty="0" err="1"/>
              <a:t>System.out.print</a:t>
            </a:r>
            <a:r>
              <a:rPr lang="en-US" sz="1600" dirty="0"/>
              <a:t>("What is your family income?  ===&gt;&gt;  ");</a:t>
            </a:r>
          </a:p>
          <a:p>
            <a:pPr>
              <a:lnSpc>
                <a:spcPct val="80000"/>
              </a:lnSpc>
            </a:pPr>
            <a:r>
              <a:rPr lang="en-US" sz="1600" dirty="0"/>
              <a:t>			</a:t>
            </a:r>
            <a:r>
              <a:rPr lang="en-US" sz="1600" dirty="0" err="1"/>
              <a:t>int</a:t>
            </a:r>
            <a:r>
              <a:rPr lang="en-US" sz="1600" dirty="0"/>
              <a:t> income  = </a:t>
            </a:r>
            <a:r>
              <a:rPr lang="en-US" sz="1600" dirty="0" err="1"/>
              <a:t>input.nextInt</a:t>
            </a:r>
            <a:r>
              <a:rPr lang="en-US" sz="1600" dirty="0"/>
              <a:t>();</a:t>
            </a:r>
          </a:p>
          <a:p>
            <a:pPr>
              <a:lnSpc>
                <a:spcPct val="80000"/>
              </a:lnSpc>
            </a:pPr>
            <a:r>
              <a:rPr lang="en-US" sz="1600" dirty="0"/>
              <a:t>			</a:t>
            </a:r>
            <a:r>
              <a:rPr lang="en-US" sz="1600" dirty="0" err="1"/>
              <a:t>System.out.println</a:t>
            </a:r>
            <a:r>
              <a:rPr lang="en-US" sz="1600" dirty="0" smtClean="0"/>
              <a:t>();</a:t>
            </a:r>
            <a:endParaRPr lang="en-US" sz="1600" dirty="0"/>
          </a:p>
          <a:p>
            <a:pPr>
              <a:lnSpc>
                <a:spcPct val="90000"/>
              </a:lnSpc>
            </a:pPr>
            <a:r>
              <a:rPr lang="en-US" sz="1800" b="0" dirty="0">
                <a:latin typeface="Arial Black" panose="020B0A04020102020204" pitchFamily="34" charset="0"/>
              </a:rPr>
              <a:t>			if (income &lt;= 20000</a:t>
            </a:r>
            <a:r>
              <a:rPr lang="en-US" sz="1800" b="0" dirty="0" smtClean="0">
                <a:latin typeface="Arial Black" panose="020B0A04020102020204" pitchFamily="34" charset="0"/>
              </a:rPr>
              <a:t>)</a:t>
            </a:r>
            <a:endParaRPr lang="en-US" sz="1800" b="0" dirty="0">
              <a:latin typeface="Arial Black" panose="020B0A04020102020204" pitchFamily="34" charset="0"/>
            </a:endParaRPr>
          </a:p>
          <a:p>
            <a:pPr>
              <a:lnSpc>
                <a:spcPct val="80000"/>
              </a:lnSpc>
            </a:pPr>
            <a:r>
              <a:rPr lang="en-US" sz="1800" b="0" dirty="0">
                <a:latin typeface="Arial Black" panose="020B0A04020102020204" pitchFamily="34" charset="0"/>
              </a:rPr>
              <a:t>				</a:t>
            </a:r>
            <a:r>
              <a:rPr lang="en-US" sz="1800" b="0" dirty="0" err="1">
                <a:latin typeface="Arial Black" panose="020B0A04020102020204" pitchFamily="34" charset="0"/>
              </a:rPr>
              <a:t>System.out.println</a:t>
            </a:r>
            <a:r>
              <a:rPr lang="en-US" sz="1800" b="0" dirty="0">
                <a:latin typeface="Arial Black" panose="020B0A04020102020204" pitchFamily="34" charset="0"/>
              </a:rPr>
              <a:t>("You qualify for financial aid</a:t>
            </a:r>
            <a:r>
              <a:rPr lang="en-US" sz="1800" b="0" dirty="0" smtClean="0">
                <a:latin typeface="Arial Black" panose="020B0A04020102020204" pitchFamily="34" charset="0"/>
              </a:rPr>
              <a:t>.");</a:t>
            </a:r>
            <a:endParaRPr lang="en-US" sz="1800" b="0" dirty="0">
              <a:latin typeface="Arial Black" panose="020B0A04020102020204" pitchFamily="34" charset="0"/>
            </a:endParaRPr>
          </a:p>
          <a:p>
            <a:pPr>
              <a:lnSpc>
                <a:spcPct val="80000"/>
              </a:lnSpc>
            </a:pPr>
            <a:r>
              <a:rPr lang="en-US" sz="1800" b="0" dirty="0">
                <a:latin typeface="Arial Black" panose="020B0A04020102020204" pitchFamily="34" charset="0"/>
              </a:rPr>
              <a:t>			</a:t>
            </a:r>
            <a:r>
              <a:rPr lang="en-US" sz="1800" b="0" dirty="0" smtClean="0">
                <a:latin typeface="Arial Black" panose="020B0A04020102020204" pitchFamily="34" charset="0"/>
              </a:rPr>
              <a:t>else</a:t>
            </a:r>
            <a:endParaRPr lang="en-US" sz="1800" b="0" dirty="0">
              <a:latin typeface="Arial Black" panose="020B0A04020102020204" pitchFamily="34" charset="0"/>
            </a:endParaRPr>
          </a:p>
          <a:p>
            <a:pPr>
              <a:lnSpc>
                <a:spcPct val="80000"/>
              </a:lnSpc>
            </a:pPr>
            <a:r>
              <a:rPr lang="en-US" sz="1800" b="0" dirty="0">
                <a:latin typeface="Arial Black" panose="020B0A04020102020204" pitchFamily="34" charset="0"/>
              </a:rPr>
              <a:t>				</a:t>
            </a:r>
            <a:r>
              <a:rPr lang="en-US" sz="1800" b="0" dirty="0" err="1">
                <a:latin typeface="Arial Black" panose="020B0A04020102020204" pitchFamily="34" charset="0"/>
              </a:rPr>
              <a:t>System.out.println</a:t>
            </a:r>
            <a:r>
              <a:rPr lang="en-US" sz="1800" b="0" dirty="0">
                <a:latin typeface="Arial Black" panose="020B0A04020102020204" pitchFamily="34" charset="0"/>
              </a:rPr>
              <a:t>("You do not qualify for financial aid</a:t>
            </a:r>
            <a:r>
              <a:rPr lang="en-US" sz="1800" b="0" dirty="0" smtClean="0">
                <a:latin typeface="Arial Black" panose="020B0A04020102020204" pitchFamily="34" charset="0"/>
              </a:rPr>
              <a:t>.");</a:t>
            </a:r>
            <a:endParaRPr lang="en-US" sz="1800" b="0" dirty="0">
              <a:latin typeface="Arial Black" panose="020B0A04020102020204" pitchFamily="34" charset="0"/>
            </a:endParaRPr>
          </a:p>
          <a:p>
            <a:pPr>
              <a:lnSpc>
                <a:spcPct val="60000"/>
              </a:lnSpc>
            </a:pPr>
            <a:r>
              <a:rPr lang="en-US" sz="1600" dirty="0"/>
              <a:t>		}</a:t>
            </a:r>
          </a:p>
          <a:p>
            <a:pPr>
              <a:lnSpc>
                <a:spcPct val="70000"/>
              </a:lnSpc>
            </a:pPr>
            <a:r>
              <a:rPr lang="en-US" sz="1600" dirty="0"/>
              <a:t>		else</a:t>
            </a:r>
          </a:p>
          <a:p>
            <a:pPr>
              <a:lnSpc>
                <a:spcPct val="70000"/>
              </a:lnSpc>
            </a:pPr>
            <a:r>
              <a:rPr lang="en-US" sz="1600" dirty="0"/>
              <a:t>		{</a:t>
            </a:r>
          </a:p>
          <a:p>
            <a:pPr>
              <a:lnSpc>
                <a:spcPct val="80000"/>
              </a:lnSpc>
            </a:pPr>
            <a:r>
              <a:rPr lang="en-US" sz="1600" dirty="0"/>
              <a:t>			</a:t>
            </a:r>
            <a:r>
              <a:rPr lang="en-US" sz="1600" dirty="0" err="1"/>
              <a:t>System.out.println</a:t>
            </a:r>
            <a:r>
              <a:rPr lang="en-US" sz="1600" dirty="0"/>
              <a:t>("You are not admitted");</a:t>
            </a:r>
          </a:p>
          <a:p>
            <a:pPr>
              <a:lnSpc>
                <a:spcPct val="80000"/>
              </a:lnSpc>
            </a:pPr>
            <a:r>
              <a:rPr lang="en-US" sz="1600" dirty="0"/>
              <a:t>			</a:t>
            </a:r>
            <a:r>
              <a:rPr lang="en-US" sz="1600" dirty="0" err="1"/>
              <a:t>System.out.println</a:t>
            </a:r>
            <a:r>
              <a:rPr lang="en-US" sz="1600" dirty="0"/>
              <a:t>("Please try again when your SAT improves.");</a:t>
            </a:r>
          </a:p>
          <a:p>
            <a:pPr>
              <a:lnSpc>
                <a:spcPct val="80000"/>
              </a:lnSpc>
            </a:pPr>
            <a:r>
              <a:rPr lang="en-US" sz="1600" dirty="0"/>
              <a:t>		}</a:t>
            </a:r>
          </a:p>
          <a:p>
            <a:pPr>
              <a:lnSpc>
                <a:spcPct val="80000"/>
              </a:lnSpc>
            </a:pPr>
            <a:r>
              <a:rPr lang="en-US" sz="1600" dirty="0"/>
              <a:t>		</a:t>
            </a:r>
            <a:r>
              <a:rPr lang="en-US" sz="1600" dirty="0" err="1"/>
              <a:t>System.out.println</a:t>
            </a:r>
            <a:r>
              <a:rPr lang="en-US" sz="1600" dirty="0"/>
              <a:t>();</a:t>
            </a:r>
          </a:p>
          <a:p>
            <a:pPr>
              <a:lnSpc>
                <a:spcPct val="60000"/>
              </a:lnSpc>
            </a:pPr>
            <a:r>
              <a:rPr lang="en-US" sz="1600" dirty="0"/>
              <a:t>	}</a:t>
            </a:r>
          </a:p>
          <a:p>
            <a:pPr>
              <a:lnSpc>
                <a:spcPct val="60000"/>
              </a:lnSpc>
            </a:pPr>
            <a:r>
              <a:rPr lang="en-US" sz="1600" dirty="0"/>
              <a:t>}</a:t>
            </a:r>
          </a:p>
        </p:txBody>
      </p:sp>
      <p:pic>
        <p:nvPicPr>
          <p:cNvPr id="20483" name="Picture 5" descr="MMAG00401_0000[1]"/>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135813" y="1219200"/>
            <a:ext cx="1017587" cy="201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73902"/>
      </p:ext>
    </p:extLst>
  </p:cSld>
  <p:clrMapOvr>
    <a:masterClrMapping/>
  </p:clrMapOvr>
  <p:timing>
    <p:tnLst>
      <p:par>
        <p:cTn xmlns:p14="http://schemas.microsoft.com/office/powerpoint/2010/mai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0"/>
            <a:ext cx="9144000" cy="2569934"/>
          </a:xfrm>
          <a:prstGeom prst="rect">
            <a:avLst/>
          </a:prstGeom>
          <a:solidFill>
            <a:schemeClr val="accent6">
              <a:lumMod val="20000"/>
              <a:lumOff val="80000"/>
            </a:schemeClr>
          </a:solidFill>
          <a:ln w="57150">
            <a:solidFill>
              <a:schemeClr val="tx1"/>
            </a:solidFill>
          </a:ln>
        </p:spPr>
        <p:txBody>
          <a:bodyPr wrap="square" rtlCol="0">
            <a:spAutoFit/>
          </a:bodyPr>
          <a:lstStyle/>
          <a:p>
            <a:endParaRPr lang="en-US" sz="900" dirty="0" smtClean="0">
              <a:latin typeface="Courier New" panose="02070309020205020404" pitchFamily="49" charset="0"/>
              <a:cs typeface="Courier New" panose="02070309020205020404" pitchFamily="49" charset="0"/>
            </a:endParaRPr>
          </a:p>
          <a:p>
            <a:r>
              <a:rPr lang="en-US" sz="1600" dirty="0" smtClean="0">
                <a:latin typeface="Courier New" panose="02070309020205020404" pitchFamily="49" charset="0"/>
                <a:cs typeface="Courier New" panose="02070309020205020404" pitchFamily="49" charset="0"/>
              </a:rPr>
              <a:t>JAVA0518.JAVA</a:t>
            </a:r>
            <a:endParaRPr lang="en-US" sz="1600" dirty="0">
              <a:latin typeface="Courier New" panose="02070309020205020404" pitchFamily="49" charset="0"/>
              <a:cs typeface="Courier New" panose="02070309020205020404" pitchFamily="49" charset="0"/>
            </a:endParaRPr>
          </a:p>
          <a:p>
            <a:r>
              <a:rPr lang="en-US" sz="12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Enter SAT  ===&gt;&gt;  1350</a:t>
            </a:r>
          </a:p>
          <a:p>
            <a:r>
              <a:rPr lang="en-US" sz="12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You are admitted</a:t>
            </a:r>
          </a:p>
          <a:p>
            <a:r>
              <a:rPr lang="en-US" sz="1600" dirty="0">
                <a:latin typeface="Courier New" panose="02070309020205020404" pitchFamily="49" charset="0"/>
                <a:cs typeface="Courier New" panose="02070309020205020404" pitchFamily="49" charset="0"/>
              </a:rPr>
              <a:t>Orientation will start in June</a:t>
            </a:r>
          </a:p>
          <a:p>
            <a:r>
              <a:rPr lang="en-US" sz="12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What is your family income?  ===&gt;&gt;  18000</a:t>
            </a:r>
          </a:p>
          <a:p>
            <a:r>
              <a:rPr lang="en-US" sz="12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You qualify for financial aid</a:t>
            </a:r>
            <a:r>
              <a:rPr lang="en-US" sz="1600" dirty="0" smtClean="0">
                <a:latin typeface="Courier New" panose="02070309020205020404" pitchFamily="49" charset="0"/>
                <a:cs typeface="Courier New" panose="02070309020205020404" pitchFamily="49" charset="0"/>
              </a:rPr>
              <a:t>.</a:t>
            </a:r>
          </a:p>
          <a:p>
            <a:endParaRPr lang="en-US" sz="900" dirty="0">
              <a:latin typeface="Courier New" panose="02070309020205020404" pitchFamily="49" charset="0"/>
              <a:cs typeface="Courier New" panose="02070309020205020404" pitchFamily="49" charset="0"/>
            </a:endParaRPr>
          </a:p>
        </p:txBody>
      </p:sp>
      <p:sp>
        <p:nvSpPr>
          <p:cNvPr id="6" name="TextBox 5"/>
          <p:cNvSpPr txBox="1"/>
          <p:nvPr/>
        </p:nvSpPr>
        <p:spPr>
          <a:xfrm>
            <a:off x="0" y="2569934"/>
            <a:ext cx="9144000" cy="2585323"/>
          </a:xfrm>
          <a:prstGeom prst="rect">
            <a:avLst/>
          </a:prstGeom>
          <a:solidFill>
            <a:schemeClr val="accent6">
              <a:lumMod val="20000"/>
              <a:lumOff val="80000"/>
            </a:schemeClr>
          </a:solidFill>
          <a:ln w="57150">
            <a:solidFill>
              <a:schemeClr val="tx1"/>
            </a:solidFill>
          </a:ln>
        </p:spPr>
        <p:txBody>
          <a:bodyPr wrap="square" rtlCol="0">
            <a:spAutoFit/>
          </a:bodyPr>
          <a:lstStyle/>
          <a:p>
            <a:endParaRPr lang="en-US" sz="900" dirty="0" smtClean="0">
              <a:latin typeface="Courier New" panose="02070309020205020404" pitchFamily="49" charset="0"/>
              <a:cs typeface="Courier New" panose="02070309020205020404" pitchFamily="49" charset="0"/>
            </a:endParaRPr>
          </a:p>
          <a:p>
            <a:r>
              <a:rPr lang="en-US" sz="1600" dirty="0" smtClean="0">
                <a:latin typeface="Courier New" panose="02070309020205020404" pitchFamily="49" charset="0"/>
                <a:cs typeface="Courier New" panose="02070309020205020404" pitchFamily="49" charset="0"/>
              </a:rPr>
              <a:t>JAVA0518.JAVA</a:t>
            </a:r>
            <a:endParaRPr lang="en-US" sz="1600" dirty="0">
              <a:latin typeface="Courier New" panose="02070309020205020404" pitchFamily="49" charset="0"/>
              <a:cs typeface="Courier New" panose="02070309020205020404" pitchFamily="49" charset="0"/>
            </a:endParaRPr>
          </a:p>
          <a:p>
            <a:r>
              <a:rPr lang="en-US" sz="12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Enter SAT  ===&gt;&gt;  </a:t>
            </a:r>
            <a:r>
              <a:rPr lang="en-US" sz="1600" dirty="0" smtClean="0">
                <a:latin typeface="Courier New" panose="02070309020205020404" pitchFamily="49" charset="0"/>
                <a:cs typeface="Courier New" panose="02070309020205020404" pitchFamily="49" charset="0"/>
              </a:rPr>
              <a:t>1500</a:t>
            </a:r>
            <a:endParaRPr lang="en-US" sz="1600" dirty="0">
              <a:latin typeface="Courier New" panose="02070309020205020404" pitchFamily="49" charset="0"/>
              <a:cs typeface="Courier New" panose="02070309020205020404" pitchFamily="49" charset="0"/>
            </a:endParaRPr>
          </a:p>
          <a:p>
            <a:r>
              <a:rPr lang="en-US" sz="12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You are admitted</a:t>
            </a:r>
          </a:p>
          <a:p>
            <a:r>
              <a:rPr lang="en-US" sz="1600" dirty="0">
                <a:latin typeface="Courier New" panose="02070309020205020404" pitchFamily="49" charset="0"/>
                <a:cs typeface="Courier New" panose="02070309020205020404" pitchFamily="49" charset="0"/>
              </a:rPr>
              <a:t>Orientation will start in June</a:t>
            </a:r>
          </a:p>
          <a:p>
            <a:r>
              <a:rPr lang="en-US" sz="12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What is your family income?  ===&gt;&gt;  </a:t>
            </a:r>
            <a:r>
              <a:rPr lang="en-US" sz="1600" dirty="0" smtClean="0">
                <a:latin typeface="Courier New" panose="02070309020205020404" pitchFamily="49" charset="0"/>
                <a:cs typeface="Courier New" panose="02070309020205020404" pitchFamily="49" charset="0"/>
              </a:rPr>
              <a:t>90000</a:t>
            </a:r>
            <a:endParaRPr lang="en-US" sz="1600" dirty="0">
              <a:latin typeface="Courier New" panose="02070309020205020404" pitchFamily="49" charset="0"/>
              <a:cs typeface="Courier New" panose="02070309020205020404" pitchFamily="49" charset="0"/>
            </a:endParaRPr>
          </a:p>
          <a:p>
            <a:r>
              <a:rPr lang="en-US" sz="12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You </a:t>
            </a:r>
            <a:r>
              <a:rPr lang="en-US" sz="1600" dirty="0" smtClean="0">
                <a:latin typeface="Courier New" panose="02070309020205020404" pitchFamily="49" charset="0"/>
                <a:cs typeface="Courier New" panose="02070309020205020404" pitchFamily="49" charset="0"/>
              </a:rPr>
              <a:t>do not qualify </a:t>
            </a:r>
            <a:r>
              <a:rPr lang="en-US" sz="1600" dirty="0">
                <a:latin typeface="Courier New" panose="02070309020205020404" pitchFamily="49" charset="0"/>
                <a:cs typeface="Courier New" panose="02070309020205020404" pitchFamily="49" charset="0"/>
              </a:rPr>
              <a:t>for financial aid</a:t>
            </a:r>
            <a:r>
              <a:rPr lang="en-US" sz="1600" dirty="0" smtClean="0">
                <a:latin typeface="Courier New" panose="02070309020205020404" pitchFamily="49" charset="0"/>
                <a:cs typeface="Courier New" panose="02070309020205020404" pitchFamily="49" charset="0"/>
              </a:rPr>
              <a:t>.</a:t>
            </a:r>
          </a:p>
          <a:p>
            <a:endParaRPr lang="en-US" sz="900" dirty="0">
              <a:latin typeface="Courier New" panose="02070309020205020404" pitchFamily="49" charset="0"/>
              <a:cs typeface="Courier New" panose="02070309020205020404" pitchFamily="49" charset="0"/>
            </a:endParaRPr>
          </a:p>
        </p:txBody>
      </p:sp>
      <p:sp>
        <p:nvSpPr>
          <p:cNvPr id="7" name="TextBox 6"/>
          <p:cNvSpPr txBox="1"/>
          <p:nvPr/>
        </p:nvSpPr>
        <p:spPr>
          <a:xfrm>
            <a:off x="0" y="5155257"/>
            <a:ext cx="9144000" cy="1769715"/>
          </a:xfrm>
          <a:prstGeom prst="rect">
            <a:avLst/>
          </a:prstGeom>
          <a:solidFill>
            <a:schemeClr val="accent6">
              <a:lumMod val="20000"/>
              <a:lumOff val="80000"/>
            </a:schemeClr>
          </a:solidFill>
          <a:ln w="57150">
            <a:solidFill>
              <a:schemeClr val="tx1"/>
            </a:solidFill>
          </a:ln>
        </p:spPr>
        <p:txBody>
          <a:bodyPr wrap="square" rtlCol="0">
            <a:spAutoFit/>
          </a:bodyPr>
          <a:lstStyle/>
          <a:p>
            <a:endParaRPr lang="en-US" sz="900" dirty="0" smtClean="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JAVA0518.JAVA</a:t>
            </a:r>
          </a:p>
          <a:p>
            <a:r>
              <a:rPr lang="en-US" sz="12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Enter SAT  ===&gt;&gt;  700</a:t>
            </a:r>
          </a:p>
          <a:p>
            <a:r>
              <a:rPr lang="en-US" sz="12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You are not admitted</a:t>
            </a:r>
          </a:p>
          <a:p>
            <a:r>
              <a:rPr lang="en-US" sz="1600" dirty="0">
                <a:latin typeface="Courier New" panose="02070309020205020404" pitchFamily="49" charset="0"/>
                <a:cs typeface="Courier New" panose="02070309020205020404" pitchFamily="49" charset="0"/>
              </a:rPr>
              <a:t>Please try again when your SAT improves.</a:t>
            </a:r>
          </a:p>
          <a:p>
            <a:endParaRPr lang="en-US" sz="9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227824734"/>
      </p:ext>
    </p:extLst>
  </p:cSld>
  <p:clrMapOvr>
    <a:masterClrMapping/>
  </p:clrMapOvr>
  <p:timing>
    <p:tnLst>
      <p:par>
        <p:cTn xmlns:p14="http://schemas.microsoft.com/office/powerpoint/2010/mai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
          <p:cNvSpPr txBox="1">
            <a:spLocks noChangeArrowheads="1"/>
          </p:cNvSpPr>
          <p:nvPr/>
        </p:nvSpPr>
        <p:spPr bwMode="auto">
          <a:xfrm>
            <a:off x="0" y="0"/>
            <a:ext cx="9144000" cy="6858000"/>
          </a:xfrm>
          <a:prstGeom prst="rect">
            <a:avLst/>
          </a:prstGeom>
          <a:solidFill>
            <a:srgbClr val="FFFF99"/>
          </a:solidFill>
          <a:ln w="38100">
            <a:solidFill>
              <a:schemeClr val="tx1"/>
            </a:solidFill>
            <a:miter lim="800000"/>
            <a:headEnd/>
            <a:tailEnd/>
          </a:ln>
        </p:spPr>
        <p:txBody>
          <a:bodyPr>
            <a:spAutoFit/>
          </a:bodyPr>
          <a:lstStyle>
            <a:lvl1pPr>
              <a:tabLst>
                <a:tab pos="466725" algn="l"/>
                <a:tab pos="914400" algn="l"/>
                <a:tab pos="1379538" algn="l"/>
              </a:tabLst>
              <a:defRPr sz="2400">
                <a:solidFill>
                  <a:schemeClr val="tx1"/>
                </a:solidFill>
                <a:latin typeface="Times New Roman" pitchFamily="18" charset="0"/>
              </a:defRPr>
            </a:lvl1pPr>
            <a:lvl2pPr marL="742950" indent="-285750">
              <a:tabLst>
                <a:tab pos="466725" algn="l"/>
                <a:tab pos="914400" algn="l"/>
                <a:tab pos="1379538" algn="l"/>
              </a:tabLst>
              <a:defRPr sz="2400">
                <a:solidFill>
                  <a:schemeClr val="tx1"/>
                </a:solidFill>
                <a:latin typeface="Times New Roman" pitchFamily="18" charset="0"/>
              </a:defRPr>
            </a:lvl2pPr>
            <a:lvl3pPr marL="1143000" indent="-228600">
              <a:tabLst>
                <a:tab pos="466725" algn="l"/>
                <a:tab pos="914400" algn="l"/>
                <a:tab pos="1379538" algn="l"/>
              </a:tabLst>
              <a:defRPr sz="2400">
                <a:solidFill>
                  <a:schemeClr val="tx1"/>
                </a:solidFill>
                <a:latin typeface="Times New Roman" pitchFamily="18" charset="0"/>
              </a:defRPr>
            </a:lvl3pPr>
            <a:lvl4pPr marL="1600200" indent="-228600">
              <a:tabLst>
                <a:tab pos="466725" algn="l"/>
                <a:tab pos="914400" algn="l"/>
                <a:tab pos="1379538" algn="l"/>
              </a:tabLst>
              <a:defRPr sz="2400">
                <a:solidFill>
                  <a:schemeClr val="tx1"/>
                </a:solidFill>
                <a:latin typeface="Times New Roman" pitchFamily="18" charset="0"/>
              </a:defRPr>
            </a:lvl4pPr>
            <a:lvl5pPr marL="2057400" indent="-228600">
              <a:tabLst>
                <a:tab pos="466725" algn="l"/>
                <a:tab pos="914400" algn="l"/>
                <a:tab pos="1379538" algn="l"/>
              </a:tabLst>
              <a:defRPr sz="2400">
                <a:solidFill>
                  <a:schemeClr val="tx1"/>
                </a:solidFill>
                <a:latin typeface="Times New Roman" pitchFamily="18" charset="0"/>
              </a:defRPr>
            </a:lvl5pPr>
            <a:lvl6pPr marL="2514600" indent="-228600" eaLnBrk="0" fontAlgn="base" hangingPunct="0">
              <a:spcBef>
                <a:spcPct val="0"/>
              </a:spcBef>
              <a:spcAft>
                <a:spcPct val="0"/>
              </a:spcAft>
              <a:tabLst>
                <a:tab pos="466725" algn="l"/>
                <a:tab pos="914400" algn="l"/>
                <a:tab pos="1379538" algn="l"/>
              </a:tabLst>
              <a:defRPr sz="2400">
                <a:solidFill>
                  <a:schemeClr val="tx1"/>
                </a:solidFill>
                <a:latin typeface="Times New Roman" pitchFamily="18" charset="0"/>
              </a:defRPr>
            </a:lvl6pPr>
            <a:lvl7pPr marL="2971800" indent="-228600" eaLnBrk="0" fontAlgn="base" hangingPunct="0">
              <a:spcBef>
                <a:spcPct val="0"/>
              </a:spcBef>
              <a:spcAft>
                <a:spcPct val="0"/>
              </a:spcAft>
              <a:tabLst>
                <a:tab pos="466725" algn="l"/>
                <a:tab pos="914400" algn="l"/>
                <a:tab pos="1379538" algn="l"/>
              </a:tabLst>
              <a:defRPr sz="2400">
                <a:solidFill>
                  <a:schemeClr val="tx1"/>
                </a:solidFill>
                <a:latin typeface="Times New Roman" pitchFamily="18" charset="0"/>
              </a:defRPr>
            </a:lvl7pPr>
            <a:lvl8pPr marL="3429000" indent="-228600" eaLnBrk="0" fontAlgn="base" hangingPunct="0">
              <a:spcBef>
                <a:spcPct val="0"/>
              </a:spcBef>
              <a:spcAft>
                <a:spcPct val="0"/>
              </a:spcAft>
              <a:tabLst>
                <a:tab pos="466725" algn="l"/>
                <a:tab pos="914400" algn="l"/>
                <a:tab pos="1379538" algn="l"/>
              </a:tabLst>
              <a:defRPr sz="2400">
                <a:solidFill>
                  <a:schemeClr val="tx1"/>
                </a:solidFill>
                <a:latin typeface="Times New Roman" pitchFamily="18" charset="0"/>
              </a:defRPr>
            </a:lvl8pPr>
            <a:lvl9pPr marL="3886200" indent="-228600" eaLnBrk="0" fontAlgn="base" hangingPunct="0">
              <a:spcBef>
                <a:spcPct val="0"/>
              </a:spcBef>
              <a:spcAft>
                <a:spcPct val="0"/>
              </a:spcAft>
              <a:tabLst>
                <a:tab pos="466725" algn="l"/>
                <a:tab pos="914400" algn="l"/>
                <a:tab pos="1379538" algn="l"/>
              </a:tabLst>
              <a:defRPr sz="2400">
                <a:solidFill>
                  <a:schemeClr val="tx1"/>
                </a:solidFill>
                <a:latin typeface="Times New Roman" pitchFamily="18" charset="0"/>
              </a:defRPr>
            </a:lvl9pPr>
          </a:lstStyle>
          <a:p>
            <a:pPr>
              <a:lnSpc>
                <a:spcPct val="90000"/>
              </a:lnSpc>
            </a:pPr>
            <a:r>
              <a:rPr lang="en-US" sz="1600" dirty="0"/>
              <a:t>// Java0519.java</a:t>
            </a:r>
          </a:p>
          <a:p>
            <a:pPr>
              <a:lnSpc>
                <a:spcPct val="90000"/>
              </a:lnSpc>
            </a:pPr>
            <a:r>
              <a:rPr lang="en-US" sz="1600" dirty="0"/>
              <a:t>// This program determine your graduation status based on your college </a:t>
            </a:r>
            <a:r>
              <a:rPr lang="en-US" sz="1600" dirty="0" smtClean="0"/>
              <a:t>GPA using </a:t>
            </a:r>
            <a:r>
              <a:rPr lang="en-US" sz="1600" dirty="0"/>
              <a:t>multiple nested </a:t>
            </a:r>
            <a:endParaRPr lang="en-US" sz="1600" dirty="0" smtClean="0"/>
          </a:p>
          <a:p>
            <a:pPr>
              <a:lnSpc>
                <a:spcPct val="90000"/>
              </a:lnSpc>
            </a:pPr>
            <a:r>
              <a:rPr lang="en-US" sz="1600" dirty="0" smtClean="0"/>
              <a:t>// </a:t>
            </a:r>
            <a:r>
              <a:rPr lang="en-US" sz="1600" spc="-20" dirty="0" smtClean="0"/>
              <a:t>&lt;</a:t>
            </a:r>
            <a:r>
              <a:rPr lang="en-US" sz="1600" spc="-20" dirty="0" err="1"/>
              <a:t>if..else</a:t>
            </a:r>
            <a:r>
              <a:rPr lang="en-US" sz="1600" spc="-20" dirty="0"/>
              <a:t>&gt; </a:t>
            </a:r>
            <a:r>
              <a:rPr lang="en-US" sz="1600" spc="-20" dirty="0" smtClean="0"/>
              <a:t>statements.  This </a:t>
            </a:r>
            <a:r>
              <a:rPr lang="en-US" sz="1600" spc="-20" dirty="0"/>
              <a:t>is necessary because &lt;switch&gt; only works with integers, characters </a:t>
            </a:r>
            <a:r>
              <a:rPr lang="en-US" sz="1600" spc="-20" dirty="0" smtClean="0"/>
              <a:t>&amp; strings</a:t>
            </a:r>
            <a:r>
              <a:rPr lang="en-US" sz="1600" spc="-20" dirty="0"/>
              <a:t>.</a:t>
            </a:r>
          </a:p>
          <a:p>
            <a:pPr>
              <a:lnSpc>
                <a:spcPct val="90000"/>
              </a:lnSpc>
            </a:pPr>
            <a:endParaRPr lang="en-US" sz="1400" dirty="0"/>
          </a:p>
          <a:p>
            <a:pPr>
              <a:lnSpc>
                <a:spcPct val="90000"/>
              </a:lnSpc>
            </a:pPr>
            <a:r>
              <a:rPr lang="en-US" sz="1600" dirty="0" smtClean="0"/>
              <a:t>import </a:t>
            </a:r>
            <a:r>
              <a:rPr lang="en-US" sz="1600" dirty="0" err="1"/>
              <a:t>java.util.Scanner</a:t>
            </a:r>
            <a:r>
              <a:rPr lang="en-US" sz="1600" dirty="0"/>
              <a:t>;</a:t>
            </a:r>
          </a:p>
          <a:p>
            <a:pPr>
              <a:lnSpc>
                <a:spcPct val="90000"/>
              </a:lnSpc>
            </a:pPr>
            <a:endParaRPr lang="en-US" sz="1400" dirty="0"/>
          </a:p>
          <a:p>
            <a:pPr>
              <a:lnSpc>
                <a:spcPct val="90000"/>
              </a:lnSpc>
            </a:pPr>
            <a:r>
              <a:rPr lang="en-US" sz="1600" dirty="0"/>
              <a:t>public class Java0519</a:t>
            </a:r>
          </a:p>
          <a:p>
            <a:pPr>
              <a:lnSpc>
                <a:spcPct val="90000"/>
              </a:lnSpc>
            </a:pPr>
            <a:r>
              <a:rPr lang="en-US" sz="1600" dirty="0"/>
              <a:t>{</a:t>
            </a:r>
          </a:p>
          <a:p>
            <a:pPr>
              <a:lnSpc>
                <a:spcPct val="90000"/>
              </a:lnSpc>
            </a:pPr>
            <a:r>
              <a:rPr lang="en-US" sz="1600" dirty="0"/>
              <a:t>	public static void main (String </a:t>
            </a:r>
            <a:r>
              <a:rPr lang="en-US" sz="1600" dirty="0" err="1"/>
              <a:t>args</a:t>
            </a:r>
            <a:r>
              <a:rPr lang="en-US" sz="1600" dirty="0"/>
              <a:t>[])</a:t>
            </a:r>
          </a:p>
          <a:p>
            <a:pPr>
              <a:lnSpc>
                <a:spcPct val="90000"/>
              </a:lnSpc>
            </a:pPr>
            <a:r>
              <a:rPr lang="en-US" sz="1600" dirty="0"/>
              <a:t>	{</a:t>
            </a:r>
          </a:p>
          <a:p>
            <a:pPr>
              <a:lnSpc>
                <a:spcPct val="90000"/>
              </a:lnSpc>
            </a:pPr>
            <a:r>
              <a:rPr lang="en-US" sz="1600" dirty="0"/>
              <a:t>		</a:t>
            </a:r>
            <a:r>
              <a:rPr lang="en-US" sz="1600" dirty="0" err="1"/>
              <a:t>System.out.println</a:t>
            </a:r>
            <a:r>
              <a:rPr lang="en-US" sz="1600" dirty="0"/>
              <a:t>("JAVA0519.JAVA\n");</a:t>
            </a:r>
          </a:p>
          <a:p>
            <a:pPr>
              <a:lnSpc>
                <a:spcPct val="90000"/>
              </a:lnSpc>
            </a:pPr>
            <a:r>
              <a:rPr lang="en-US" sz="1600" dirty="0"/>
              <a:t>      	</a:t>
            </a:r>
            <a:r>
              <a:rPr lang="en-US" sz="1600" dirty="0" smtClean="0"/>
              <a:t>	Scanner </a:t>
            </a:r>
            <a:r>
              <a:rPr lang="en-US" sz="1600" dirty="0"/>
              <a:t>input = new Scanner(System.in</a:t>
            </a:r>
            <a:r>
              <a:rPr lang="en-US" sz="1600" dirty="0" smtClean="0"/>
              <a:t>);</a:t>
            </a:r>
            <a:endParaRPr lang="en-US" sz="1600" dirty="0"/>
          </a:p>
          <a:p>
            <a:pPr>
              <a:lnSpc>
                <a:spcPct val="90000"/>
              </a:lnSpc>
            </a:pPr>
            <a:r>
              <a:rPr lang="en-US" sz="1600" dirty="0"/>
              <a:t>		</a:t>
            </a:r>
            <a:r>
              <a:rPr lang="en-US" sz="1600" dirty="0" err="1"/>
              <a:t>System.out.print</a:t>
            </a:r>
            <a:r>
              <a:rPr lang="en-US" sz="1600" dirty="0"/>
              <a:t>("Enter GPA  ===&gt;&gt;  ");</a:t>
            </a:r>
          </a:p>
          <a:p>
            <a:pPr>
              <a:lnSpc>
                <a:spcPct val="90000"/>
              </a:lnSpc>
            </a:pPr>
            <a:r>
              <a:rPr lang="en-US" sz="1600" dirty="0"/>
              <a:t>		double </a:t>
            </a:r>
            <a:r>
              <a:rPr lang="en-US" sz="1600" dirty="0" err="1"/>
              <a:t>gpa</a:t>
            </a:r>
            <a:r>
              <a:rPr lang="en-US" sz="1600" dirty="0"/>
              <a:t>  = </a:t>
            </a:r>
            <a:r>
              <a:rPr lang="en-US" sz="1600" dirty="0" err="1"/>
              <a:t>input.nextDouble</a:t>
            </a:r>
            <a:r>
              <a:rPr lang="en-US" sz="1600" dirty="0"/>
              <a:t>();</a:t>
            </a:r>
          </a:p>
          <a:p>
            <a:pPr>
              <a:lnSpc>
                <a:spcPct val="90000"/>
              </a:lnSpc>
            </a:pPr>
            <a:r>
              <a:rPr lang="en-US" sz="1600" dirty="0"/>
              <a:t>		</a:t>
            </a:r>
            <a:r>
              <a:rPr lang="en-US" sz="1600" dirty="0" err="1"/>
              <a:t>System.out.println</a:t>
            </a:r>
            <a:r>
              <a:rPr lang="en-US" sz="1600" dirty="0"/>
              <a:t>();</a:t>
            </a:r>
          </a:p>
          <a:p>
            <a:pPr>
              <a:lnSpc>
                <a:spcPct val="90000"/>
              </a:lnSpc>
            </a:pPr>
            <a:endParaRPr lang="en-US" sz="1400" dirty="0"/>
          </a:p>
          <a:p>
            <a:pPr>
              <a:lnSpc>
                <a:spcPct val="90000"/>
              </a:lnSpc>
            </a:pPr>
            <a:r>
              <a:rPr lang="en-US" sz="1800" b="0" dirty="0">
                <a:latin typeface="Arial Black" panose="020B0A04020102020204" pitchFamily="34" charset="0"/>
              </a:rPr>
              <a:t>		if (</a:t>
            </a:r>
            <a:r>
              <a:rPr lang="en-US" sz="1800" b="0" dirty="0" err="1">
                <a:latin typeface="Arial Black" panose="020B0A04020102020204" pitchFamily="34" charset="0"/>
              </a:rPr>
              <a:t>gpa</a:t>
            </a:r>
            <a:r>
              <a:rPr lang="en-US" sz="1800" b="0" dirty="0">
                <a:latin typeface="Arial Black" panose="020B0A04020102020204" pitchFamily="34" charset="0"/>
              </a:rPr>
              <a:t> </a:t>
            </a:r>
            <a:r>
              <a:rPr lang="en-US" sz="1800" b="0" dirty="0" smtClean="0">
                <a:latin typeface="Arial Black" panose="020B0A04020102020204" pitchFamily="34" charset="0"/>
              </a:rPr>
              <a:t>&gt;= 3.9)</a:t>
            </a:r>
            <a:endParaRPr lang="en-US" sz="1800" b="0" dirty="0">
              <a:latin typeface="Arial Black" panose="020B0A04020102020204" pitchFamily="34" charset="0"/>
            </a:endParaRPr>
          </a:p>
          <a:p>
            <a:pPr>
              <a:lnSpc>
                <a:spcPct val="90000"/>
              </a:lnSpc>
            </a:pPr>
            <a:r>
              <a:rPr lang="en-US" sz="1800" b="0" dirty="0">
                <a:latin typeface="Arial Black" panose="020B0A04020102020204" pitchFamily="34" charset="0"/>
              </a:rPr>
              <a:t>			</a:t>
            </a:r>
            <a:r>
              <a:rPr lang="en-US" sz="1800" b="0" dirty="0" err="1">
                <a:latin typeface="Arial Black" panose="020B0A04020102020204" pitchFamily="34" charset="0"/>
              </a:rPr>
              <a:t>System.out.println</a:t>
            </a:r>
            <a:r>
              <a:rPr lang="en-US" sz="1800" b="0" dirty="0">
                <a:latin typeface="Arial Black" panose="020B0A04020102020204" pitchFamily="34" charset="0"/>
              </a:rPr>
              <a:t>("Summa Cum Laude");</a:t>
            </a:r>
          </a:p>
          <a:p>
            <a:pPr>
              <a:lnSpc>
                <a:spcPct val="90000"/>
              </a:lnSpc>
            </a:pPr>
            <a:r>
              <a:rPr lang="en-US" sz="1800" b="0" dirty="0">
                <a:latin typeface="Arial Black" panose="020B0A04020102020204" pitchFamily="34" charset="0"/>
              </a:rPr>
              <a:t>		else if (</a:t>
            </a:r>
            <a:r>
              <a:rPr lang="en-US" sz="1800" b="0" dirty="0" err="1">
                <a:latin typeface="Arial Black" panose="020B0A04020102020204" pitchFamily="34" charset="0"/>
              </a:rPr>
              <a:t>gpa</a:t>
            </a:r>
            <a:r>
              <a:rPr lang="en-US" sz="1800" b="0" dirty="0">
                <a:latin typeface="Arial Black" panose="020B0A04020102020204" pitchFamily="34" charset="0"/>
              </a:rPr>
              <a:t> &gt;= 3.75)</a:t>
            </a:r>
          </a:p>
          <a:p>
            <a:pPr>
              <a:lnSpc>
                <a:spcPct val="90000"/>
              </a:lnSpc>
            </a:pPr>
            <a:r>
              <a:rPr lang="en-US" sz="1800" b="0" dirty="0">
                <a:latin typeface="Arial Black" panose="020B0A04020102020204" pitchFamily="34" charset="0"/>
              </a:rPr>
              <a:t>			</a:t>
            </a:r>
            <a:r>
              <a:rPr lang="en-US" sz="1800" b="0" dirty="0" err="1">
                <a:latin typeface="Arial Black" panose="020B0A04020102020204" pitchFamily="34" charset="0"/>
              </a:rPr>
              <a:t>System.out.println</a:t>
            </a:r>
            <a:r>
              <a:rPr lang="en-US" sz="1800" b="0" dirty="0">
                <a:latin typeface="Arial Black" panose="020B0A04020102020204" pitchFamily="34" charset="0"/>
              </a:rPr>
              <a:t>("Magna Cum Laude");</a:t>
            </a:r>
          </a:p>
          <a:p>
            <a:pPr>
              <a:lnSpc>
                <a:spcPct val="90000"/>
              </a:lnSpc>
            </a:pPr>
            <a:r>
              <a:rPr lang="en-US" sz="1800" b="0" dirty="0">
                <a:latin typeface="Arial Black" panose="020B0A04020102020204" pitchFamily="34" charset="0"/>
              </a:rPr>
              <a:t>		else if (</a:t>
            </a:r>
            <a:r>
              <a:rPr lang="en-US" sz="1800" b="0" dirty="0" err="1">
                <a:latin typeface="Arial Black" panose="020B0A04020102020204" pitchFamily="34" charset="0"/>
              </a:rPr>
              <a:t>gpa</a:t>
            </a:r>
            <a:r>
              <a:rPr lang="en-US" sz="1800" b="0" dirty="0">
                <a:latin typeface="Arial Black" panose="020B0A04020102020204" pitchFamily="34" charset="0"/>
              </a:rPr>
              <a:t> &gt;= 3.5)</a:t>
            </a:r>
          </a:p>
          <a:p>
            <a:pPr>
              <a:lnSpc>
                <a:spcPct val="90000"/>
              </a:lnSpc>
            </a:pPr>
            <a:r>
              <a:rPr lang="en-US" sz="1800" b="0" dirty="0">
                <a:latin typeface="Arial Black" panose="020B0A04020102020204" pitchFamily="34" charset="0"/>
              </a:rPr>
              <a:t>			</a:t>
            </a:r>
            <a:r>
              <a:rPr lang="en-US" sz="1800" b="0" dirty="0" err="1">
                <a:latin typeface="Arial Black" panose="020B0A04020102020204" pitchFamily="34" charset="0"/>
              </a:rPr>
              <a:t>System.out.println</a:t>
            </a:r>
            <a:r>
              <a:rPr lang="en-US" sz="1800" b="0" dirty="0">
                <a:latin typeface="Arial Black" panose="020B0A04020102020204" pitchFamily="34" charset="0"/>
              </a:rPr>
              <a:t>("Cum Laude");</a:t>
            </a:r>
          </a:p>
          <a:p>
            <a:pPr>
              <a:lnSpc>
                <a:spcPct val="90000"/>
              </a:lnSpc>
            </a:pPr>
            <a:r>
              <a:rPr lang="en-US" sz="1800" b="0" dirty="0">
                <a:latin typeface="Arial Black" panose="020B0A04020102020204" pitchFamily="34" charset="0"/>
              </a:rPr>
              <a:t>		else if (</a:t>
            </a:r>
            <a:r>
              <a:rPr lang="en-US" sz="1800" b="0" dirty="0" err="1">
                <a:latin typeface="Arial Black" panose="020B0A04020102020204" pitchFamily="34" charset="0"/>
              </a:rPr>
              <a:t>gpa</a:t>
            </a:r>
            <a:r>
              <a:rPr lang="en-US" sz="1800" b="0" dirty="0">
                <a:latin typeface="Arial Black" panose="020B0A04020102020204" pitchFamily="34" charset="0"/>
              </a:rPr>
              <a:t> &gt;= 2.0)</a:t>
            </a:r>
          </a:p>
          <a:p>
            <a:pPr>
              <a:lnSpc>
                <a:spcPct val="90000"/>
              </a:lnSpc>
            </a:pPr>
            <a:r>
              <a:rPr lang="en-US" sz="1800" b="0" dirty="0">
                <a:latin typeface="Arial Black" panose="020B0A04020102020204" pitchFamily="34" charset="0"/>
              </a:rPr>
              <a:t>			</a:t>
            </a:r>
            <a:r>
              <a:rPr lang="en-US" sz="1800" b="0" dirty="0" err="1">
                <a:latin typeface="Arial Black" panose="020B0A04020102020204" pitchFamily="34" charset="0"/>
              </a:rPr>
              <a:t>System.out.println</a:t>
            </a:r>
            <a:r>
              <a:rPr lang="en-US" sz="1800" b="0" dirty="0">
                <a:latin typeface="Arial Black" panose="020B0A04020102020204" pitchFamily="34" charset="0"/>
              </a:rPr>
              <a:t>("Graduate without honors");</a:t>
            </a:r>
          </a:p>
          <a:p>
            <a:pPr>
              <a:lnSpc>
                <a:spcPct val="90000"/>
              </a:lnSpc>
            </a:pPr>
            <a:r>
              <a:rPr lang="en-US" sz="1800" b="0" dirty="0">
                <a:latin typeface="Arial Black" panose="020B0A04020102020204" pitchFamily="34" charset="0"/>
              </a:rPr>
              <a:t>		else</a:t>
            </a:r>
          </a:p>
          <a:p>
            <a:pPr>
              <a:lnSpc>
                <a:spcPct val="90000"/>
              </a:lnSpc>
            </a:pPr>
            <a:r>
              <a:rPr lang="en-US" sz="1800" b="0" dirty="0">
                <a:latin typeface="Arial Black" panose="020B0A04020102020204" pitchFamily="34" charset="0"/>
              </a:rPr>
              <a:t>			</a:t>
            </a:r>
            <a:r>
              <a:rPr lang="en-US" sz="1800" b="0" dirty="0" err="1">
                <a:latin typeface="Arial Black" panose="020B0A04020102020204" pitchFamily="34" charset="0"/>
              </a:rPr>
              <a:t>System.out.println</a:t>
            </a:r>
            <a:r>
              <a:rPr lang="en-US" sz="1800" b="0" dirty="0">
                <a:latin typeface="Arial Black" panose="020B0A04020102020204" pitchFamily="34" charset="0"/>
              </a:rPr>
              <a:t>("Will not graduate");</a:t>
            </a:r>
          </a:p>
          <a:p>
            <a:pPr>
              <a:lnSpc>
                <a:spcPct val="90000"/>
              </a:lnSpc>
            </a:pPr>
            <a:endParaRPr lang="en-US" sz="1400" dirty="0"/>
          </a:p>
          <a:p>
            <a:pPr>
              <a:lnSpc>
                <a:spcPct val="90000"/>
              </a:lnSpc>
            </a:pPr>
            <a:r>
              <a:rPr lang="en-US" sz="1600" dirty="0"/>
              <a:t>		</a:t>
            </a:r>
            <a:r>
              <a:rPr lang="en-US" sz="1600" dirty="0" err="1"/>
              <a:t>System.out.println</a:t>
            </a:r>
            <a:r>
              <a:rPr lang="en-US" sz="1600" dirty="0"/>
              <a:t>();</a:t>
            </a:r>
          </a:p>
          <a:p>
            <a:pPr>
              <a:lnSpc>
                <a:spcPct val="90000"/>
              </a:lnSpc>
            </a:pPr>
            <a:r>
              <a:rPr lang="en-US" sz="1600" dirty="0"/>
              <a:t>	}</a:t>
            </a:r>
          </a:p>
          <a:p>
            <a:pPr>
              <a:lnSpc>
                <a:spcPct val="90000"/>
              </a:lnSpc>
            </a:pPr>
            <a:r>
              <a:rPr lang="en-US" sz="1600" dirty="0" smtClean="0"/>
              <a:t>}</a:t>
            </a:r>
            <a:endParaRPr lang="en-US" sz="1600" dirty="0"/>
          </a:p>
        </p:txBody>
      </p:sp>
      <p:sp>
        <p:nvSpPr>
          <p:cNvPr id="96268" name="WordArt 12"/>
          <p:cNvSpPr>
            <a:spLocks noChangeArrowheads="1" noChangeShapeType="1" noTextEdit="1"/>
          </p:cNvSpPr>
          <p:nvPr/>
        </p:nvSpPr>
        <p:spPr bwMode="auto">
          <a:xfrm rot="-5062396">
            <a:off x="-1648917" y="4049431"/>
            <a:ext cx="4106434" cy="561077"/>
          </a:xfrm>
          <a:prstGeom prst="rect">
            <a:avLst/>
          </a:prstGeom>
        </p:spPr>
        <p:txBody>
          <a:bodyPr wrap="none" fromWordArt="1">
            <a:prstTxWarp prst="textSlantUp">
              <a:avLst>
                <a:gd name="adj" fmla="val 32056"/>
              </a:avLst>
            </a:prstTxWarp>
          </a:bodyPr>
          <a:lstStyle/>
          <a:p>
            <a:pPr algn="ctr"/>
            <a:r>
              <a:rPr lang="en-US" sz="3600" kern="10" dirty="0">
                <a:ln w="9525">
                  <a:solidFill>
                    <a:srgbClr val="CC99FF"/>
                  </a:solidFill>
                  <a:round/>
                  <a:headEnd/>
                  <a:tailEnd/>
                </a:ln>
                <a:gradFill rotWithShape="1">
                  <a:gsLst>
                    <a:gs pos="0">
                      <a:srgbClr val="6600CC"/>
                    </a:gs>
                    <a:gs pos="100000">
                      <a:srgbClr val="CC00CC"/>
                    </a:gs>
                  </a:gsLst>
                  <a:lin ang="10440000" scaled="1"/>
                </a:gradFill>
                <a:effectLst>
                  <a:outerShdw dist="53882" dir="2700000" algn="ctr" rotWithShape="0">
                    <a:srgbClr val="9999FF">
                      <a:alpha val="79999"/>
                    </a:srgbClr>
                  </a:outerShdw>
                </a:effectLst>
                <a:latin typeface="Impact"/>
              </a:rPr>
              <a:t>Is this really multi-way selection?</a:t>
            </a:r>
          </a:p>
        </p:txBody>
      </p:sp>
      <p:sp>
        <p:nvSpPr>
          <p:cNvPr id="10" name="TextBox 9"/>
          <p:cNvSpPr txBox="1"/>
          <p:nvPr/>
        </p:nvSpPr>
        <p:spPr>
          <a:xfrm>
            <a:off x="6096000" y="0"/>
            <a:ext cx="3048000" cy="1371600"/>
          </a:xfrm>
          <a:prstGeom prst="rect">
            <a:avLst/>
          </a:prstGeom>
          <a:solidFill>
            <a:schemeClr val="accent6">
              <a:lumMod val="20000"/>
              <a:lumOff val="80000"/>
            </a:schemeClr>
          </a:solidFill>
          <a:ln w="57150">
            <a:solidFill>
              <a:schemeClr val="tx1"/>
            </a:solidFill>
          </a:ln>
        </p:spPr>
        <p:txBody>
          <a:bodyPr wrap="square" rtlCol="0">
            <a:spAutoFit/>
          </a:bodyPr>
          <a:lstStyle/>
          <a:p>
            <a:r>
              <a:rPr lang="en-US" sz="1600" dirty="0" smtClean="0">
                <a:latin typeface="Courier New" panose="02070309020205020404" pitchFamily="49" charset="0"/>
                <a:cs typeface="Courier New" panose="02070309020205020404" pitchFamily="49" charset="0"/>
              </a:rPr>
              <a:t>JAVA0519.JAVA</a:t>
            </a:r>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Enter GPA  ===&gt;&gt;  4.0</a:t>
            </a:r>
          </a:p>
          <a:p>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Summa Cum </a:t>
            </a:r>
            <a:r>
              <a:rPr lang="en-US" sz="1600" dirty="0" smtClean="0">
                <a:latin typeface="Courier New" panose="02070309020205020404" pitchFamily="49" charset="0"/>
                <a:cs typeface="Courier New" panose="02070309020205020404" pitchFamily="49" charset="0"/>
              </a:rPr>
              <a:t>Laude</a:t>
            </a:r>
          </a:p>
        </p:txBody>
      </p:sp>
      <p:sp>
        <p:nvSpPr>
          <p:cNvPr id="11" name="TextBox 10"/>
          <p:cNvSpPr txBox="1"/>
          <p:nvPr/>
        </p:nvSpPr>
        <p:spPr>
          <a:xfrm>
            <a:off x="6096000" y="1371599"/>
            <a:ext cx="3048000" cy="1371600"/>
          </a:xfrm>
          <a:prstGeom prst="rect">
            <a:avLst/>
          </a:prstGeom>
          <a:solidFill>
            <a:schemeClr val="accent6">
              <a:lumMod val="20000"/>
              <a:lumOff val="80000"/>
            </a:schemeClr>
          </a:solidFill>
          <a:ln w="57150">
            <a:solidFill>
              <a:schemeClr val="tx1"/>
            </a:solidFill>
          </a:ln>
        </p:spPr>
        <p:txBody>
          <a:bodyPr wrap="square" rtlCol="0">
            <a:spAutoFit/>
          </a:bodyPr>
          <a:lstStyle/>
          <a:p>
            <a:r>
              <a:rPr lang="en-US" sz="1600" dirty="0" smtClean="0">
                <a:latin typeface="Courier New" panose="02070309020205020404" pitchFamily="49" charset="0"/>
                <a:cs typeface="Courier New" panose="02070309020205020404" pitchFamily="49" charset="0"/>
              </a:rPr>
              <a:t>JAVA0519.JAVA</a:t>
            </a:r>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Enter GPA  ===&gt;&gt;  </a:t>
            </a:r>
            <a:r>
              <a:rPr lang="en-US" sz="1600" dirty="0" smtClean="0">
                <a:latin typeface="Courier New" panose="02070309020205020404" pitchFamily="49" charset="0"/>
                <a:cs typeface="Courier New" panose="02070309020205020404" pitchFamily="49" charset="0"/>
              </a:rPr>
              <a:t>3.88</a:t>
            </a:r>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 </a:t>
            </a:r>
          </a:p>
          <a:p>
            <a:r>
              <a:rPr lang="en-US" sz="1600" dirty="0" smtClean="0">
                <a:latin typeface="Courier New" panose="02070309020205020404" pitchFamily="49" charset="0"/>
                <a:cs typeface="Courier New" panose="02070309020205020404" pitchFamily="49" charset="0"/>
              </a:rPr>
              <a:t>Magna Cum Laude</a:t>
            </a:r>
          </a:p>
        </p:txBody>
      </p:sp>
      <p:sp>
        <p:nvSpPr>
          <p:cNvPr id="12" name="TextBox 11"/>
          <p:cNvSpPr txBox="1"/>
          <p:nvPr/>
        </p:nvSpPr>
        <p:spPr>
          <a:xfrm>
            <a:off x="6096000" y="2743200"/>
            <a:ext cx="3048000" cy="1371600"/>
          </a:xfrm>
          <a:prstGeom prst="rect">
            <a:avLst/>
          </a:prstGeom>
          <a:solidFill>
            <a:schemeClr val="accent6">
              <a:lumMod val="20000"/>
              <a:lumOff val="80000"/>
            </a:schemeClr>
          </a:solidFill>
          <a:ln w="57150">
            <a:solidFill>
              <a:schemeClr val="tx1"/>
            </a:solidFill>
          </a:ln>
        </p:spPr>
        <p:txBody>
          <a:bodyPr wrap="square" rtlCol="0">
            <a:spAutoFit/>
          </a:bodyPr>
          <a:lstStyle/>
          <a:p>
            <a:r>
              <a:rPr lang="en-US" sz="1600" dirty="0" smtClean="0">
                <a:latin typeface="Courier New" panose="02070309020205020404" pitchFamily="49" charset="0"/>
                <a:cs typeface="Courier New" panose="02070309020205020404" pitchFamily="49" charset="0"/>
              </a:rPr>
              <a:t>JAVA0519.JAVA</a:t>
            </a:r>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Enter GPA  ===&gt;&gt;  </a:t>
            </a:r>
            <a:r>
              <a:rPr lang="en-US" sz="1600" dirty="0" smtClean="0">
                <a:latin typeface="Courier New" panose="02070309020205020404" pitchFamily="49" charset="0"/>
                <a:cs typeface="Courier New" panose="02070309020205020404" pitchFamily="49" charset="0"/>
              </a:rPr>
              <a:t>3.63</a:t>
            </a:r>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 </a:t>
            </a:r>
          </a:p>
          <a:p>
            <a:r>
              <a:rPr lang="en-US" sz="1600" dirty="0" smtClean="0">
                <a:latin typeface="Courier New" panose="02070309020205020404" pitchFamily="49" charset="0"/>
                <a:cs typeface="Courier New" panose="02070309020205020404" pitchFamily="49" charset="0"/>
              </a:rPr>
              <a:t>Cum Laude</a:t>
            </a:r>
          </a:p>
        </p:txBody>
      </p:sp>
      <p:sp>
        <p:nvSpPr>
          <p:cNvPr id="13" name="TextBox 12"/>
          <p:cNvSpPr txBox="1"/>
          <p:nvPr/>
        </p:nvSpPr>
        <p:spPr>
          <a:xfrm>
            <a:off x="6096000" y="4114799"/>
            <a:ext cx="3048000" cy="1371600"/>
          </a:xfrm>
          <a:prstGeom prst="rect">
            <a:avLst/>
          </a:prstGeom>
          <a:solidFill>
            <a:schemeClr val="accent6">
              <a:lumMod val="20000"/>
              <a:lumOff val="80000"/>
            </a:schemeClr>
          </a:solidFill>
          <a:ln w="57150">
            <a:solidFill>
              <a:schemeClr val="tx1"/>
            </a:solidFill>
          </a:ln>
        </p:spPr>
        <p:txBody>
          <a:bodyPr wrap="square" rtlCol="0">
            <a:spAutoFit/>
          </a:bodyPr>
          <a:lstStyle/>
          <a:p>
            <a:r>
              <a:rPr lang="en-US" sz="1600" dirty="0" smtClean="0">
                <a:latin typeface="Courier New" panose="02070309020205020404" pitchFamily="49" charset="0"/>
                <a:cs typeface="Courier New" panose="02070309020205020404" pitchFamily="49" charset="0"/>
              </a:rPr>
              <a:t>JAVA0519.JAVA</a:t>
            </a:r>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Enter GPA  ===&gt;&gt;  </a:t>
            </a:r>
            <a:r>
              <a:rPr lang="en-US" sz="1600" dirty="0" smtClean="0">
                <a:latin typeface="Courier New" panose="02070309020205020404" pitchFamily="49" charset="0"/>
                <a:cs typeface="Courier New" panose="02070309020205020404" pitchFamily="49" charset="0"/>
              </a:rPr>
              <a:t>2.65</a:t>
            </a:r>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Graduate without honors</a:t>
            </a:r>
            <a:endParaRPr lang="en-US" sz="1600" dirty="0" smtClean="0">
              <a:latin typeface="Courier New" panose="02070309020205020404" pitchFamily="49" charset="0"/>
              <a:cs typeface="Courier New" panose="02070309020205020404" pitchFamily="49" charset="0"/>
            </a:endParaRPr>
          </a:p>
        </p:txBody>
      </p:sp>
      <p:sp>
        <p:nvSpPr>
          <p:cNvPr id="14" name="TextBox 13"/>
          <p:cNvSpPr txBox="1"/>
          <p:nvPr/>
        </p:nvSpPr>
        <p:spPr>
          <a:xfrm>
            <a:off x="6096000" y="5486400"/>
            <a:ext cx="3048000" cy="1371600"/>
          </a:xfrm>
          <a:prstGeom prst="rect">
            <a:avLst/>
          </a:prstGeom>
          <a:solidFill>
            <a:schemeClr val="accent6">
              <a:lumMod val="20000"/>
              <a:lumOff val="80000"/>
            </a:schemeClr>
          </a:solidFill>
          <a:ln w="57150">
            <a:solidFill>
              <a:schemeClr val="tx1"/>
            </a:solidFill>
          </a:ln>
        </p:spPr>
        <p:txBody>
          <a:bodyPr wrap="square" rtlCol="0">
            <a:spAutoFit/>
          </a:bodyPr>
          <a:lstStyle/>
          <a:p>
            <a:r>
              <a:rPr lang="en-US" sz="1600" dirty="0">
                <a:latin typeface="Courier New" panose="02070309020205020404" pitchFamily="49" charset="0"/>
                <a:cs typeface="Courier New" panose="02070309020205020404" pitchFamily="49" charset="0"/>
              </a:rPr>
              <a:t>JAVA0519.JAVA</a:t>
            </a:r>
          </a:p>
          <a:p>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Enter GPA  ===&gt;&gt;  </a:t>
            </a:r>
            <a:r>
              <a:rPr lang="en-US" sz="1600" dirty="0" smtClean="0">
                <a:latin typeface="Courier New" panose="02070309020205020404" pitchFamily="49" charset="0"/>
                <a:cs typeface="Courier New" panose="02070309020205020404" pitchFamily="49" charset="0"/>
              </a:rPr>
              <a:t>1.99</a:t>
            </a:r>
            <a:endParaRPr lang="en-US" sz="1600" dirty="0">
              <a:latin typeface="Courier New" panose="02070309020205020404" pitchFamily="49" charset="0"/>
              <a:cs typeface="Courier New" panose="02070309020205020404" pitchFamily="49" charset="0"/>
            </a:endParaRPr>
          </a:p>
          <a:p>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Will not graduate</a:t>
            </a:r>
            <a:endParaRPr lang="en-US" sz="1600" dirty="0" smtClean="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985593386"/>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to="" calcmode="lin" valueType="num">
                                      <p:cBhvr>
                                        <p:cTn id="7" dur="1" fill="hold"/>
                                        <p:tgtEl>
                                          <p:spTgt spid="10"/>
                                        </p:tgtEl>
                                        <p:attrNameLst>
                                          <p:attrName/>
                                        </p:attrNameLst>
                                      </p:cBhvr>
                                    </p:anim>
                                  </p:childTnLst>
                                </p:cTn>
                              </p:par>
                            </p:childTnLst>
                          </p:cTn>
                        </p:par>
                        <p:par>
                          <p:cTn id="8" fill="hold">
                            <p:stCondLst>
                              <p:cond delay="0"/>
                            </p:stCondLst>
                            <p:childTnLst>
                              <p:par>
                                <p:cTn id="9" presetID="24" presetClass="entr" presetSubtype="0"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 to="" calcmode="lin" valueType="num">
                                      <p:cBhvr>
                                        <p:cTn id="11" dur="1" fill="hold"/>
                                        <p:tgtEl>
                                          <p:spTgt spid="11"/>
                                        </p:tgtEl>
                                        <p:attrNameLst>
                                          <p:attrName/>
                                        </p:attrNameLst>
                                      </p:cBhvr>
                                    </p:anim>
                                  </p:childTnLst>
                                </p:cTn>
                              </p:par>
                            </p:childTnLst>
                          </p:cTn>
                        </p:par>
                        <p:par>
                          <p:cTn id="12" fill="hold">
                            <p:stCondLst>
                              <p:cond delay="0"/>
                            </p:stCondLst>
                            <p:childTnLst>
                              <p:par>
                                <p:cTn id="13" presetID="24" presetClass="entr" presetSubtype="0"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 to="" calcmode="lin" valueType="num">
                                      <p:cBhvr>
                                        <p:cTn id="15" dur="1" fill="hold"/>
                                        <p:tgtEl>
                                          <p:spTgt spid="12"/>
                                        </p:tgtEl>
                                        <p:attrNameLst>
                                          <p:attrName/>
                                        </p:attrNameLst>
                                      </p:cBhvr>
                                    </p:anim>
                                  </p:childTnLst>
                                </p:cTn>
                              </p:par>
                            </p:childTnLst>
                          </p:cTn>
                        </p:par>
                        <p:par>
                          <p:cTn id="16" fill="hold">
                            <p:stCondLst>
                              <p:cond delay="0"/>
                            </p:stCondLst>
                            <p:childTnLst>
                              <p:par>
                                <p:cTn id="17" presetID="24" presetClass="entr" presetSubtype="0"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 to="" calcmode="lin" valueType="num">
                                      <p:cBhvr>
                                        <p:cTn id="19" dur="1" fill="hold"/>
                                        <p:tgtEl>
                                          <p:spTgt spid="13"/>
                                        </p:tgtEl>
                                        <p:attrNameLst>
                                          <p:attrName/>
                                        </p:attrNameLst>
                                      </p:cBhvr>
                                    </p:anim>
                                  </p:childTnLst>
                                </p:cTn>
                              </p:par>
                            </p:childTnLst>
                          </p:cTn>
                        </p:par>
                        <p:par>
                          <p:cTn id="20" fill="hold">
                            <p:stCondLst>
                              <p:cond delay="0"/>
                            </p:stCondLst>
                            <p:childTnLst>
                              <p:par>
                                <p:cTn id="21" presetID="24" presetClass="entr" presetSubtype="0" fill="hold" grpId="0" nodeType="afterEffect">
                                  <p:stCondLst>
                                    <p:cond delay="0"/>
                                  </p:stCondLst>
                                  <p:childTnLst>
                                    <p:set>
                                      <p:cBhvr>
                                        <p:cTn id="22" dur="1" fill="hold">
                                          <p:stCondLst>
                                            <p:cond delay="0"/>
                                          </p:stCondLst>
                                        </p:cTn>
                                        <p:tgtEl>
                                          <p:spTgt spid="14"/>
                                        </p:tgtEl>
                                        <p:attrNameLst>
                                          <p:attrName>style.visibility</p:attrName>
                                        </p:attrNameLst>
                                      </p:cBhvr>
                                      <p:to>
                                        <p:strVal val="visible"/>
                                      </p:to>
                                    </p:set>
                                    <p:anim to="" calcmode="lin" valueType="num">
                                      <p:cBhvr>
                                        <p:cTn id="23" dur="1" fill="hold"/>
                                        <p:tgtEl>
                                          <p:spTgt spid="14"/>
                                        </p:tgtEl>
                                        <p:attrNameLst>
                                          <p:attrName/>
                                        </p:attrNameLst>
                                      </p:cBhvr>
                                    </p:anim>
                                  </p:childTnLst>
                                </p:cTn>
                              </p:par>
                            </p:childTnLst>
                          </p:cTn>
                        </p:par>
                        <p:par>
                          <p:cTn id="24" fill="hold">
                            <p:stCondLst>
                              <p:cond delay="0"/>
                            </p:stCondLst>
                            <p:childTnLst>
                              <p:par>
                                <p:cTn id="25" presetID="24" presetClass="entr" presetSubtype="0" fill="hold" grpId="0" nodeType="afterEffect">
                                  <p:stCondLst>
                                    <p:cond delay="0"/>
                                  </p:stCondLst>
                                  <p:childTnLst>
                                    <p:set>
                                      <p:cBhvr>
                                        <p:cTn id="26" dur="1" fill="hold">
                                          <p:stCondLst>
                                            <p:cond delay="0"/>
                                          </p:stCondLst>
                                        </p:cTn>
                                        <p:tgtEl>
                                          <p:spTgt spid="96268"/>
                                        </p:tgtEl>
                                        <p:attrNameLst>
                                          <p:attrName>style.visibility</p:attrName>
                                        </p:attrNameLst>
                                      </p:cBhvr>
                                      <p:to>
                                        <p:strVal val="visible"/>
                                      </p:to>
                                    </p:set>
                                    <p:anim to="" calcmode="lin" valueType="num">
                                      <p:cBhvr>
                                        <p:cTn id="27" dur="1" fill="hold"/>
                                        <p:tgtEl>
                                          <p:spTgt spid="96268"/>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68" grpId="0" animBg="1"/>
      <p:bldP spid="10" grpId="0" animBg="1"/>
      <p:bldP spid="11" grpId="0" animBg="1"/>
      <p:bldP spid="12" grpId="0" animBg="1"/>
      <p:bldP spid="13" grpId="0" animBg="1"/>
      <p:bldP spid="14"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2"/>
          <p:cNvSpPr txBox="1">
            <a:spLocks noChangeArrowheads="1"/>
          </p:cNvSpPr>
          <p:nvPr/>
        </p:nvSpPr>
        <p:spPr bwMode="auto">
          <a:xfrm>
            <a:off x="0" y="0"/>
            <a:ext cx="9144000" cy="6858000"/>
          </a:xfrm>
          <a:prstGeom prst="rect">
            <a:avLst/>
          </a:prstGeom>
          <a:solidFill>
            <a:srgbClr val="FFFF99"/>
          </a:solidFill>
          <a:ln w="38100">
            <a:solidFill>
              <a:schemeClr val="tx1"/>
            </a:solidFill>
            <a:miter lim="800000"/>
            <a:headEnd/>
            <a:tailEnd/>
          </a:ln>
        </p:spPr>
        <p:txBody>
          <a:bodyPr>
            <a:spAutoFit/>
          </a:bodyPr>
          <a:lstStyle>
            <a:lvl1pPr>
              <a:tabLst>
                <a:tab pos="466725" algn="l"/>
                <a:tab pos="914400" algn="l"/>
                <a:tab pos="1379538" algn="l"/>
              </a:tabLst>
              <a:defRPr sz="2400">
                <a:solidFill>
                  <a:schemeClr val="tx1"/>
                </a:solidFill>
                <a:latin typeface="Times New Roman" pitchFamily="18" charset="0"/>
              </a:defRPr>
            </a:lvl1pPr>
            <a:lvl2pPr marL="742950" indent="-285750">
              <a:tabLst>
                <a:tab pos="466725" algn="l"/>
                <a:tab pos="914400" algn="l"/>
                <a:tab pos="1379538" algn="l"/>
              </a:tabLst>
              <a:defRPr sz="2400">
                <a:solidFill>
                  <a:schemeClr val="tx1"/>
                </a:solidFill>
                <a:latin typeface="Times New Roman" pitchFamily="18" charset="0"/>
              </a:defRPr>
            </a:lvl2pPr>
            <a:lvl3pPr marL="1143000" indent="-228600">
              <a:tabLst>
                <a:tab pos="466725" algn="l"/>
                <a:tab pos="914400" algn="l"/>
                <a:tab pos="1379538" algn="l"/>
              </a:tabLst>
              <a:defRPr sz="2400">
                <a:solidFill>
                  <a:schemeClr val="tx1"/>
                </a:solidFill>
                <a:latin typeface="Times New Roman" pitchFamily="18" charset="0"/>
              </a:defRPr>
            </a:lvl3pPr>
            <a:lvl4pPr marL="1600200" indent="-228600">
              <a:tabLst>
                <a:tab pos="466725" algn="l"/>
                <a:tab pos="914400" algn="l"/>
                <a:tab pos="1379538" algn="l"/>
              </a:tabLst>
              <a:defRPr sz="2400">
                <a:solidFill>
                  <a:schemeClr val="tx1"/>
                </a:solidFill>
                <a:latin typeface="Times New Roman" pitchFamily="18" charset="0"/>
              </a:defRPr>
            </a:lvl4pPr>
            <a:lvl5pPr marL="2057400" indent="-228600">
              <a:tabLst>
                <a:tab pos="466725" algn="l"/>
                <a:tab pos="914400" algn="l"/>
                <a:tab pos="1379538" algn="l"/>
              </a:tabLst>
              <a:defRPr sz="2400">
                <a:solidFill>
                  <a:schemeClr val="tx1"/>
                </a:solidFill>
                <a:latin typeface="Times New Roman" pitchFamily="18" charset="0"/>
              </a:defRPr>
            </a:lvl5pPr>
            <a:lvl6pPr marL="2514600" indent="-228600" eaLnBrk="0" fontAlgn="base" hangingPunct="0">
              <a:spcBef>
                <a:spcPct val="0"/>
              </a:spcBef>
              <a:spcAft>
                <a:spcPct val="0"/>
              </a:spcAft>
              <a:tabLst>
                <a:tab pos="466725" algn="l"/>
                <a:tab pos="914400" algn="l"/>
                <a:tab pos="1379538" algn="l"/>
              </a:tabLst>
              <a:defRPr sz="2400">
                <a:solidFill>
                  <a:schemeClr val="tx1"/>
                </a:solidFill>
                <a:latin typeface="Times New Roman" pitchFamily="18" charset="0"/>
              </a:defRPr>
            </a:lvl6pPr>
            <a:lvl7pPr marL="2971800" indent="-228600" eaLnBrk="0" fontAlgn="base" hangingPunct="0">
              <a:spcBef>
                <a:spcPct val="0"/>
              </a:spcBef>
              <a:spcAft>
                <a:spcPct val="0"/>
              </a:spcAft>
              <a:tabLst>
                <a:tab pos="466725" algn="l"/>
                <a:tab pos="914400" algn="l"/>
                <a:tab pos="1379538" algn="l"/>
              </a:tabLst>
              <a:defRPr sz="2400">
                <a:solidFill>
                  <a:schemeClr val="tx1"/>
                </a:solidFill>
                <a:latin typeface="Times New Roman" pitchFamily="18" charset="0"/>
              </a:defRPr>
            </a:lvl7pPr>
            <a:lvl8pPr marL="3429000" indent="-228600" eaLnBrk="0" fontAlgn="base" hangingPunct="0">
              <a:spcBef>
                <a:spcPct val="0"/>
              </a:spcBef>
              <a:spcAft>
                <a:spcPct val="0"/>
              </a:spcAft>
              <a:tabLst>
                <a:tab pos="466725" algn="l"/>
                <a:tab pos="914400" algn="l"/>
                <a:tab pos="1379538" algn="l"/>
              </a:tabLst>
              <a:defRPr sz="2400">
                <a:solidFill>
                  <a:schemeClr val="tx1"/>
                </a:solidFill>
                <a:latin typeface="Times New Roman" pitchFamily="18" charset="0"/>
              </a:defRPr>
            </a:lvl8pPr>
            <a:lvl9pPr marL="3886200" indent="-228600" eaLnBrk="0" fontAlgn="base" hangingPunct="0">
              <a:spcBef>
                <a:spcPct val="0"/>
              </a:spcBef>
              <a:spcAft>
                <a:spcPct val="0"/>
              </a:spcAft>
              <a:tabLst>
                <a:tab pos="466725" algn="l"/>
                <a:tab pos="914400" algn="l"/>
                <a:tab pos="1379538" algn="l"/>
              </a:tabLst>
              <a:defRPr sz="2400">
                <a:solidFill>
                  <a:schemeClr val="tx1"/>
                </a:solidFill>
                <a:latin typeface="Times New Roman" pitchFamily="18" charset="0"/>
              </a:defRPr>
            </a:lvl9pPr>
          </a:lstStyle>
          <a:p>
            <a:pPr>
              <a:tabLst>
                <a:tab pos="346075" algn="l"/>
                <a:tab pos="690563" algn="l"/>
                <a:tab pos="1025525" algn="l"/>
              </a:tabLst>
            </a:pPr>
            <a:r>
              <a:rPr lang="en-US" sz="2000" b="1" dirty="0">
                <a:cs typeface="Times New Roman" pitchFamily="18" charset="0"/>
              </a:rPr>
              <a:t>// </a:t>
            </a:r>
            <a:r>
              <a:rPr lang="en-US" sz="2000" b="1" dirty="0" smtClean="0">
                <a:cs typeface="Times New Roman" pitchFamily="18" charset="0"/>
              </a:rPr>
              <a:t>Java520.java</a:t>
            </a:r>
            <a:endParaRPr lang="en-US" sz="2000" b="1" dirty="0">
              <a:cs typeface="Times New Roman" pitchFamily="18" charset="0"/>
            </a:endParaRPr>
          </a:p>
          <a:p>
            <a:pPr>
              <a:tabLst>
                <a:tab pos="346075" algn="l"/>
                <a:tab pos="690563" algn="l"/>
                <a:tab pos="1025525" algn="l"/>
                <a:tab pos="1371600" algn="l"/>
                <a:tab pos="1717675" algn="l"/>
              </a:tabLst>
            </a:pPr>
            <a:r>
              <a:rPr lang="en-US" sz="2000" b="1" dirty="0">
                <a:cs typeface="Times New Roman" pitchFamily="18" charset="0"/>
              </a:rPr>
              <a:t>// This program displays several multiplication tables using</a:t>
            </a:r>
          </a:p>
          <a:p>
            <a:pPr>
              <a:tabLst>
                <a:tab pos="346075" algn="l"/>
                <a:tab pos="690563" algn="l"/>
                <a:tab pos="1025525" algn="l"/>
                <a:tab pos="1371600" algn="l"/>
                <a:tab pos="1717675" algn="l"/>
              </a:tabLst>
            </a:pPr>
            <a:r>
              <a:rPr lang="en-US" sz="2000" b="1" dirty="0">
                <a:cs typeface="Times New Roman" pitchFamily="18" charset="0"/>
              </a:rPr>
              <a:t>// a nested &lt;for&gt; loop structure.</a:t>
            </a:r>
          </a:p>
          <a:p>
            <a:pPr>
              <a:tabLst>
                <a:tab pos="346075" algn="l"/>
                <a:tab pos="690563" algn="l"/>
                <a:tab pos="1025525" algn="l"/>
                <a:tab pos="1371600" algn="l"/>
                <a:tab pos="1717675" algn="l"/>
              </a:tabLst>
            </a:pPr>
            <a:endParaRPr lang="en-US" sz="2000" b="1" dirty="0">
              <a:cs typeface="Times New Roman" pitchFamily="18" charset="0"/>
            </a:endParaRPr>
          </a:p>
          <a:p>
            <a:pPr>
              <a:tabLst>
                <a:tab pos="346075" algn="l"/>
                <a:tab pos="690563" algn="l"/>
                <a:tab pos="1025525" algn="l"/>
                <a:tab pos="1371600" algn="l"/>
                <a:tab pos="1717675" algn="l"/>
              </a:tabLst>
            </a:pPr>
            <a:r>
              <a:rPr lang="en-US" sz="2000" b="1" dirty="0">
                <a:cs typeface="Times New Roman" pitchFamily="18" charset="0"/>
              </a:rPr>
              <a:t>public class </a:t>
            </a:r>
            <a:r>
              <a:rPr lang="en-US" sz="2000" b="1" dirty="0" smtClean="0">
                <a:cs typeface="Times New Roman" pitchFamily="18" charset="0"/>
              </a:rPr>
              <a:t>Java1520</a:t>
            </a:r>
            <a:endParaRPr lang="en-US" sz="2000" b="1" dirty="0">
              <a:cs typeface="Times New Roman" pitchFamily="18" charset="0"/>
            </a:endParaRPr>
          </a:p>
          <a:p>
            <a:pPr>
              <a:tabLst>
                <a:tab pos="346075" algn="l"/>
                <a:tab pos="690563" algn="l"/>
                <a:tab pos="1025525" algn="l"/>
                <a:tab pos="1371600" algn="l"/>
                <a:tab pos="1717675" algn="l"/>
              </a:tabLst>
            </a:pPr>
            <a:r>
              <a:rPr lang="en-US" sz="2000" b="1" dirty="0">
                <a:cs typeface="Times New Roman" pitchFamily="18" charset="0"/>
              </a:rPr>
              <a:t>{</a:t>
            </a:r>
          </a:p>
          <a:p>
            <a:pPr>
              <a:tabLst>
                <a:tab pos="346075" algn="l"/>
                <a:tab pos="690563" algn="l"/>
                <a:tab pos="1025525" algn="l"/>
                <a:tab pos="1371600" algn="l"/>
                <a:tab pos="1717675" algn="l"/>
              </a:tabLst>
            </a:pPr>
            <a:r>
              <a:rPr lang="en-US" sz="2000" b="1" dirty="0">
                <a:cs typeface="Times New Roman" pitchFamily="18" charset="0"/>
              </a:rPr>
              <a:t>	public static void main(String </a:t>
            </a:r>
            <a:r>
              <a:rPr lang="en-US" sz="2000" b="1" dirty="0" err="1">
                <a:cs typeface="Times New Roman" pitchFamily="18" charset="0"/>
              </a:rPr>
              <a:t>args</a:t>
            </a:r>
            <a:r>
              <a:rPr lang="en-US" sz="2000" b="1" dirty="0">
                <a:cs typeface="Times New Roman" pitchFamily="18" charset="0"/>
              </a:rPr>
              <a:t>[])</a:t>
            </a:r>
          </a:p>
          <a:p>
            <a:pPr>
              <a:tabLst>
                <a:tab pos="346075" algn="l"/>
                <a:tab pos="690563" algn="l"/>
                <a:tab pos="1025525" algn="l"/>
                <a:tab pos="1371600" algn="l"/>
                <a:tab pos="1717675" algn="l"/>
              </a:tabLst>
            </a:pPr>
            <a:r>
              <a:rPr lang="en-US" sz="2000" b="1" dirty="0">
                <a:cs typeface="Times New Roman" pitchFamily="18" charset="0"/>
              </a:rPr>
              <a:t>	{</a:t>
            </a:r>
          </a:p>
          <a:p>
            <a:pPr>
              <a:tabLst>
                <a:tab pos="346075" algn="l"/>
                <a:tab pos="690563" algn="l"/>
                <a:tab pos="1025525" algn="l"/>
                <a:tab pos="1371600" algn="l"/>
                <a:tab pos="1717675" algn="l"/>
              </a:tabLst>
            </a:pPr>
            <a:r>
              <a:rPr lang="en-US" sz="2000" b="1" dirty="0">
                <a:cs typeface="Times New Roman" pitchFamily="18" charset="0"/>
              </a:rPr>
              <a:t>		</a:t>
            </a:r>
            <a:r>
              <a:rPr lang="en-US" sz="2000" b="1" dirty="0" err="1">
                <a:cs typeface="Times New Roman" pitchFamily="18" charset="0"/>
              </a:rPr>
              <a:t>System.out.println</a:t>
            </a:r>
            <a:r>
              <a:rPr lang="en-US" sz="2000" b="1" dirty="0">
                <a:cs typeface="Times New Roman" pitchFamily="18" charset="0"/>
              </a:rPr>
              <a:t>("</a:t>
            </a:r>
            <a:r>
              <a:rPr lang="en-US" sz="2000" b="1" dirty="0" smtClean="0">
                <a:cs typeface="Times New Roman" pitchFamily="18" charset="0"/>
              </a:rPr>
              <a:t>Java0520\n</a:t>
            </a:r>
            <a:r>
              <a:rPr lang="en-US" sz="2000" b="1" dirty="0">
                <a:cs typeface="Times New Roman" pitchFamily="18" charset="0"/>
              </a:rPr>
              <a:t>");</a:t>
            </a:r>
          </a:p>
          <a:p>
            <a:pPr>
              <a:tabLst>
                <a:tab pos="346075" algn="l"/>
                <a:tab pos="690563" algn="l"/>
                <a:tab pos="1025525" algn="l"/>
                <a:tab pos="1371600" algn="l"/>
                <a:tab pos="1717675" algn="l"/>
              </a:tabLst>
            </a:pPr>
            <a:r>
              <a:rPr lang="en-US" sz="2000" b="1" dirty="0">
                <a:cs typeface="Times New Roman" pitchFamily="18" charset="0"/>
              </a:rPr>
              <a:t>		for (</a:t>
            </a:r>
            <a:r>
              <a:rPr lang="en-US" sz="2000" b="1" dirty="0" err="1">
                <a:cs typeface="Times New Roman" pitchFamily="18" charset="0"/>
              </a:rPr>
              <a:t>int</a:t>
            </a:r>
            <a:r>
              <a:rPr lang="en-US" sz="2000" b="1" dirty="0">
                <a:cs typeface="Times New Roman" pitchFamily="18" charset="0"/>
              </a:rPr>
              <a:t> table = 11; table &lt;= 13; table++)</a:t>
            </a:r>
          </a:p>
          <a:p>
            <a:pPr>
              <a:tabLst>
                <a:tab pos="346075" algn="l"/>
                <a:tab pos="690563" algn="l"/>
                <a:tab pos="1025525" algn="l"/>
                <a:tab pos="1371600" algn="l"/>
                <a:tab pos="1717675" algn="l"/>
              </a:tabLst>
            </a:pPr>
            <a:r>
              <a:rPr lang="en-US" sz="2000" b="1" dirty="0">
                <a:cs typeface="Times New Roman" pitchFamily="18" charset="0"/>
              </a:rPr>
              <a:t>		{</a:t>
            </a:r>
          </a:p>
          <a:p>
            <a:pPr>
              <a:tabLst>
                <a:tab pos="346075" algn="l"/>
                <a:tab pos="690563" algn="l"/>
                <a:tab pos="1025525" algn="l"/>
                <a:tab pos="1371600" algn="l"/>
                <a:tab pos="1773238" algn="l"/>
              </a:tabLst>
            </a:pPr>
            <a:r>
              <a:rPr lang="en-US" b="1" dirty="0">
                <a:latin typeface="Arial Black" panose="020B0A04020102020204" pitchFamily="34" charset="0"/>
                <a:cs typeface="Times New Roman" pitchFamily="18" charset="0"/>
              </a:rPr>
              <a:t>			for (</a:t>
            </a:r>
            <a:r>
              <a:rPr lang="en-US" b="1" dirty="0" err="1">
                <a:latin typeface="Arial Black" panose="020B0A04020102020204" pitchFamily="34" charset="0"/>
                <a:cs typeface="Times New Roman" pitchFamily="18" charset="0"/>
              </a:rPr>
              <a:t>int</a:t>
            </a:r>
            <a:r>
              <a:rPr lang="en-US" b="1" dirty="0">
                <a:latin typeface="Arial Black" panose="020B0A04020102020204" pitchFamily="34" charset="0"/>
                <a:cs typeface="Times New Roman" pitchFamily="18" charset="0"/>
              </a:rPr>
              <a:t> k = 1; k &lt;= 5; k++)</a:t>
            </a:r>
          </a:p>
          <a:p>
            <a:pPr>
              <a:tabLst>
                <a:tab pos="346075" algn="l"/>
                <a:tab pos="690563" algn="l"/>
                <a:tab pos="1025525" algn="l"/>
                <a:tab pos="1371600" algn="l"/>
                <a:tab pos="1773238" algn="l"/>
              </a:tabLst>
            </a:pPr>
            <a:r>
              <a:rPr lang="en-US" b="1" dirty="0">
                <a:latin typeface="Arial Black" panose="020B0A04020102020204" pitchFamily="34" charset="0"/>
                <a:cs typeface="Times New Roman" pitchFamily="18" charset="0"/>
              </a:rPr>
              <a:t>			{</a:t>
            </a:r>
          </a:p>
          <a:p>
            <a:pPr>
              <a:tabLst>
                <a:tab pos="346075" algn="l"/>
                <a:tab pos="690563" algn="l"/>
                <a:tab pos="1025525" algn="l"/>
                <a:tab pos="1371600" algn="l"/>
                <a:tab pos="1773238" algn="l"/>
              </a:tabLst>
            </a:pPr>
            <a:r>
              <a:rPr lang="en-US" b="1" dirty="0">
                <a:latin typeface="Arial Black" panose="020B0A04020102020204" pitchFamily="34" charset="0"/>
                <a:cs typeface="Times New Roman" pitchFamily="18" charset="0"/>
              </a:rPr>
              <a:t>			</a:t>
            </a:r>
            <a:r>
              <a:rPr lang="en-US" b="1" dirty="0" smtClean="0">
                <a:latin typeface="Arial Black" panose="020B0A04020102020204" pitchFamily="34" charset="0"/>
                <a:cs typeface="Times New Roman" pitchFamily="18" charset="0"/>
              </a:rPr>
              <a:t>	</a:t>
            </a:r>
            <a:r>
              <a:rPr lang="en-US" b="1" dirty="0" err="1" smtClean="0">
                <a:latin typeface="Arial Black" panose="020B0A04020102020204" pitchFamily="34" charset="0"/>
                <a:cs typeface="Times New Roman" pitchFamily="18" charset="0"/>
              </a:rPr>
              <a:t>System.out.println</a:t>
            </a:r>
            <a:r>
              <a:rPr lang="en-US" b="1" dirty="0" smtClean="0">
                <a:latin typeface="Arial Black" panose="020B0A04020102020204" pitchFamily="34" charset="0"/>
                <a:cs typeface="Times New Roman" pitchFamily="18" charset="0"/>
              </a:rPr>
              <a:t>(k </a:t>
            </a:r>
            <a:r>
              <a:rPr lang="en-US" b="1" dirty="0">
                <a:latin typeface="Arial Black" panose="020B0A04020102020204" pitchFamily="34" charset="0"/>
                <a:cs typeface="Times New Roman" pitchFamily="18" charset="0"/>
              </a:rPr>
              <a:t>+ " * " </a:t>
            </a:r>
            <a:endParaRPr lang="en-US" b="1" dirty="0" smtClean="0">
              <a:latin typeface="Arial Black" panose="020B0A04020102020204" pitchFamily="34" charset="0"/>
              <a:cs typeface="Times New Roman" pitchFamily="18" charset="0"/>
            </a:endParaRPr>
          </a:p>
          <a:p>
            <a:pPr>
              <a:tabLst>
                <a:tab pos="346075" algn="l"/>
                <a:tab pos="690563" algn="l"/>
                <a:tab pos="1025525" algn="l"/>
                <a:tab pos="1371600" algn="l"/>
                <a:tab pos="1773238" algn="l"/>
              </a:tabLst>
            </a:pPr>
            <a:r>
              <a:rPr lang="en-US" dirty="0">
                <a:latin typeface="Arial Black" panose="020B0A04020102020204" pitchFamily="34" charset="0"/>
                <a:cs typeface="Times New Roman" pitchFamily="18" charset="0"/>
              </a:rPr>
              <a:t>	</a:t>
            </a:r>
            <a:r>
              <a:rPr lang="en-US" dirty="0" smtClean="0">
                <a:latin typeface="Arial Black" panose="020B0A04020102020204" pitchFamily="34" charset="0"/>
                <a:cs typeface="Times New Roman" pitchFamily="18" charset="0"/>
              </a:rPr>
              <a:t>				</a:t>
            </a:r>
            <a:r>
              <a:rPr lang="en-US" b="1" dirty="0" smtClean="0">
                <a:latin typeface="Arial Black" panose="020B0A04020102020204" pitchFamily="34" charset="0"/>
                <a:cs typeface="Times New Roman" pitchFamily="18" charset="0"/>
              </a:rPr>
              <a:t>+ table </a:t>
            </a:r>
            <a:r>
              <a:rPr lang="en-US" b="1" dirty="0">
                <a:latin typeface="Arial Black" panose="020B0A04020102020204" pitchFamily="34" charset="0"/>
                <a:cs typeface="Times New Roman" pitchFamily="18" charset="0"/>
              </a:rPr>
              <a:t>+ " = " + k * table);</a:t>
            </a:r>
          </a:p>
          <a:p>
            <a:pPr>
              <a:tabLst>
                <a:tab pos="346075" algn="l"/>
                <a:tab pos="690563" algn="l"/>
                <a:tab pos="1025525" algn="l"/>
                <a:tab pos="1371600" algn="l"/>
                <a:tab pos="1773238" algn="l"/>
              </a:tabLst>
            </a:pPr>
            <a:r>
              <a:rPr lang="en-US" b="1" dirty="0">
                <a:latin typeface="Arial Black" panose="020B0A04020102020204" pitchFamily="34" charset="0"/>
                <a:cs typeface="Times New Roman" pitchFamily="18" charset="0"/>
              </a:rPr>
              <a:t>			}</a:t>
            </a:r>
          </a:p>
          <a:p>
            <a:pPr>
              <a:tabLst>
                <a:tab pos="346075" algn="l"/>
                <a:tab pos="690563" algn="l"/>
                <a:tab pos="1025525" algn="l"/>
                <a:tab pos="1371600" algn="l"/>
                <a:tab pos="1717675" algn="l"/>
              </a:tabLst>
            </a:pPr>
            <a:r>
              <a:rPr lang="en-US" sz="2000" b="1" dirty="0">
                <a:cs typeface="Times New Roman" pitchFamily="18" charset="0"/>
              </a:rPr>
              <a:t>			</a:t>
            </a:r>
            <a:r>
              <a:rPr lang="en-US" sz="2000" b="1" dirty="0" err="1">
                <a:cs typeface="Times New Roman" pitchFamily="18" charset="0"/>
              </a:rPr>
              <a:t>System.out.println</a:t>
            </a:r>
            <a:r>
              <a:rPr lang="en-US" sz="2000" b="1" dirty="0">
                <a:cs typeface="Times New Roman" pitchFamily="18" charset="0"/>
              </a:rPr>
              <a:t>();</a:t>
            </a:r>
          </a:p>
          <a:p>
            <a:pPr>
              <a:tabLst>
                <a:tab pos="346075" algn="l"/>
                <a:tab pos="690563" algn="l"/>
                <a:tab pos="1025525" algn="l"/>
                <a:tab pos="1371600" algn="l"/>
                <a:tab pos="1717675" algn="l"/>
              </a:tabLst>
            </a:pPr>
            <a:r>
              <a:rPr lang="en-US" sz="2000" b="1" dirty="0">
                <a:cs typeface="Times New Roman" pitchFamily="18" charset="0"/>
              </a:rPr>
              <a:t>		}</a:t>
            </a:r>
          </a:p>
          <a:p>
            <a:pPr>
              <a:tabLst>
                <a:tab pos="346075" algn="l"/>
                <a:tab pos="690563" algn="l"/>
                <a:tab pos="1025525" algn="l"/>
                <a:tab pos="1371600" algn="l"/>
                <a:tab pos="1717675" algn="l"/>
              </a:tabLst>
            </a:pPr>
            <a:r>
              <a:rPr lang="en-US" sz="2000" b="1" dirty="0">
                <a:cs typeface="Times New Roman" pitchFamily="18" charset="0"/>
              </a:rPr>
              <a:t>	}</a:t>
            </a:r>
          </a:p>
          <a:p>
            <a:pPr>
              <a:tabLst>
                <a:tab pos="346075" algn="l"/>
                <a:tab pos="690563" algn="l"/>
                <a:tab pos="1025525" algn="l"/>
                <a:tab pos="1371600" algn="l"/>
                <a:tab pos="1717675" algn="l"/>
              </a:tabLst>
            </a:pPr>
            <a:r>
              <a:rPr lang="en-US" sz="2000" b="1" dirty="0" smtClean="0">
                <a:cs typeface="Times New Roman" pitchFamily="18" charset="0"/>
              </a:rPr>
              <a:t>}</a:t>
            </a:r>
          </a:p>
          <a:p>
            <a:pPr>
              <a:tabLst>
                <a:tab pos="346075" algn="l"/>
                <a:tab pos="690563" algn="l"/>
                <a:tab pos="1025525" algn="l"/>
                <a:tab pos="1371600" algn="l"/>
                <a:tab pos="1717675" algn="l"/>
              </a:tabLst>
            </a:pPr>
            <a:endParaRPr lang="en-US" sz="2000" b="1" dirty="0">
              <a:cs typeface="Times New Roman" pitchFamily="18" charset="0"/>
            </a:endParaRPr>
          </a:p>
        </p:txBody>
      </p:sp>
      <p:sp>
        <p:nvSpPr>
          <p:cNvPr id="3" name="TextBox 2"/>
          <p:cNvSpPr txBox="1"/>
          <p:nvPr/>
        </p:nvSpPr>
        <p:spPr>
          <a:xfrm>
            <a:off x="6629400" y="0"/>
            <a:ext cx="2514600" cy="6863417"/>
          </a:xfrm>
          <a:prstGeom prst="rect">
            <a:avLst/>
          </a:prstGeom>
          <a:solidFill>
            <a:schemeClr val="accent6">
              <a:lumMod val="20000"/>
              <a:lumOff val="80000"/>
            </a:schemeClr>
          </a:solidFill>
          <a:ln w="57150">
            <a:solidFill>
              <a:schemeClr val="tx1"/>
            </a:solidFill>
          </a:ln>
        </p:spPr>
        <p:txBody>
          <a:bodyPr wrap="square" rtlCol="0">
            <a:spAutoFit/>
          </a:bodyPr>
          <a:lstStyle/>
          <a:p>
            <a:r>
              <a:rPr lang="en-US" sz="2200" dirty="0">
                <a:latin typeface="Courier New" panose="02070309020205020404" pitchFamily="49" charset="0"/>
                <a:cs typeface="Courier New" panose="02070309020205020404" pitchFamily="49" charset="0"/>
              </a:rPr>
              <a:t>JAVA0520.JAVA</a:t>
            </a:r>
          </a:p>
          <a:p>
            <a:r>
              <a:rPr lang="en-US" sz="2200" dirty="0">
                <a:latin typeface="Courier New" panose="02070309020205020404" pitchFamily="49" charset="0"/>
                <a:cs typeface="Courier New" panose="02070309020205020404" pitchFamily="49" charset="0"/>
              </a:rPr>
              <a:t> </a:t>
            </a:r>
          </a:p>
          <a:p>
            <a:r>
              <a:rPr lang="en-US" sz="2200" dirty="0">
                <a:latin typeface="Courier New" panose="02070309020205020404" pitchFamily="49" charset="0"/>
                <a:cs typeface="Courier New" panose="02070309020205020404" pitchFamily="49" charset="0"/>
              </a:rPr>
              <a:t>1 * 11 = 11</a:t>
            </a:r>
          </a:p>
          <a:p>
            <a:r>
              <a:rPr lang="en-US" sz="2200" dirty="0">
                <a:latin typeface="Courier New" panose="02070309020205020404" pitchFamily="49" charset="0"/>
                <a:cs typeface="Courier New" panose="02070309020205020404" pitchFamily="49" charset="0"/>
              </a:rPr>
              <a:t>2 * 11 = 22</a:t>
            </a:r>
          </a:p>
          <a:p>
            <a:r>
              <a:rPr lang="en-US" sz="2200" dirty="0">
                <a:latin typeface="Courier New" panose="02070309020205020404" pitchFamily="49" charset="0"/>
                <a:cs typeface="Courier New" panose="02070309020205020404" pitchFamily="49" charset="0"/>
              </a:rPr>
              <a:t>3 * 11 = 33</a:t>
            </a:r>
          </a:p>
          <a:p>
            <a:r>
              <a:rPr lang="en-US" sz="2200" dirty="0">
                <a:latin typeface="Courier New" panose="02070309020205020404" pitchFamily="49" charset="0"/>
                <a:cs typeface="Courier New" panose="02070309020205020404" pitchFamily="49" charset="0"/>
              </a:rPr>
              <a:t>4 * 11 = 44</a:t>
            </a:r>
          </a:p>
          <a:p>
            <a:r>
              <a:rPr lang="en-US" sz="2200" dirty="0">
                <a:latin typeface="Courier New" panose="02070309020205020404" pitchFamily="49" charset="0"/>
                <a:cs typeface="Courier New" panose="02070309020205020404" pitchFamily="49" charset="0"/>
              </a:rPr>
              <a:t>5 * 11 = 55</a:t>
            </a:r>
          </a:p>
          <a:p>
            <a:r>
              <a:rPr lang="en-US" sz="2200" dirty="0">
                <a:latin typeface="Courier New" panose="02070309020205020404" pitchFamily="49" charset="0"/>
                <a:cs typeface="Courier New" panose="02070309020205020404" pitchFamily="49" charset="0"/>
              </a:rPr>
              <a:t> </a:t>
            </a:r>
          </a:p>
          <a:p>
            <a:r>
              <a:rPr lang="en-US" sz="2200" dirty="0">
                <a:latin typeface="Courier New" panose="02070309020205020404" pitchFamily="49" charset="0"/>
                <a:cs typeface="Courier New" panose="02070309020205020404" pitchFamily="49" charset="0"/>
              </a:rPr>
              <a:t>1 * 12 = 12</a:t>
            </a:r>
          </a:p>
          <a:p>
            <a:r>
              <a:rPr lang="en-US" sz="2200" dirty="0">
                <a:latin typeface="Courier New" panose="02070309020205020404" pitchFamily="49" charset="0"/>
                <a:cs typeface="Courier New" panose="02070309020205020404" pitchFamily="49" charset="0"/>
              </a:rPr>
              <a:t>2 * 12 = 24</a:t>
            </a:r>
          </a:p>
          <a:p>
            <a:r>
              <a:rPr lang="en-US" sz="2200" dirty="0">
                <a:latin typeface="Courier New" panose="02070309020205020404" pitchFamily="49" charset="0"/>
                <a:cs typeface="Courier New" panose="02070309020205020404" pitchFamily="49" charset="0"/>
              </a:rPr>
              <a:t>3 * 12 = 36</a:t>
            </a:r>
          </a:p>
          <a:p>
            <a:r>
              <a:rPr lang="en-US" sz="2200" dirty="0">
                <a:latin typeface="Courier New" panose="02070309020205020404" pitchFamily="49" charset="0"/>
                <a:cs typeface="Courier New" panose="02070309020205020404" pitchFamily="49" charset="0"/>
              </a:rPr>
              <a:t>4 * 12 = 48</a:t>
            </a:r>
          </a:p>
          <a:p>
            <a:r>
              <a:rPr lang="en-US" sz="2200" dirty="0">
                <a:latin typeface="Courier New" panose="02070309020205020404" pitchFamily="49" charset="0"/>
                <a:cs typeface="Courier New" panose="02070309020205020404" pitchFamily="49" charset="0"/>
              </a:rPr>
              <a:t>5 * 12 = 60</a:t>
            </a:r>
          </a:p>
          <a:p>
            <a:r>
              <a:rPr lang="en-US" sz="2200" dirty="0">
                <a:latin typeface="Courier New" panose="02070309020205020404" pitchFamily="49" charset="0"/>
                <a:cs typeface="Courier New" panose="02070309020205020404" pitchFamily="49" charset="0"/>
              </a:rPr>
              <a:t> </a:t>
            </a:r>
          </a:p>
          <a:p>
            <a:r>
              <a:rPr lang="en-US" sz="2200" dirty="0">
                <a:latin typeface="Courier New" panose="02070309020205020404" pitchFamily="49" charset="0"/>
                <a:cs typeface="Courier New" panose="02070309020205020404" pitchFamily="49" charset="0"/>
              </a:rPr>
              <a:t>1 * 13 = 13</a:t>
            </a:r>
          </a:p>
          <a:p>
            <a:r>
              <a:rPr lang="en-US" sz="2200" dirty="0">
                <a:latin typeface="Courier New" panose="02070309020205020404" pitchFamily="49" charset="0"/>
                <a:cs typeface="Courier New" panose="02070309020205020404" pitchFamily="49" charset="0"/>
              </a:rPr>
              <a:t>2 * 13 = 26</a:t>
            </a:r>
          </a:p>
          <a:p>
            <a:r>
              <a:rPr lang="en-US" sz="2200" dirty="0">
                <a:latin typeface="Courier New" panose="02070309020205020404" pitchFamily="49" charset="0"/>
                <a:cs typeface="Courier New" panose="02070309020205020404" pitchFamily="49" charset="0"/>
              </a:rPr>
              <a:t>3 * 13 = 39</a:t>
            </a:r>
          </a:p>
          <a:p>
            <a:r>
              <a:rPr lang="en-US" sz="2200" dirty="0">
                <a:latin typeface="Courier New" panose="02070309020205020404" pitchFamily="49" charset="0"/>
                <a:cs typeface="Courier New" panose="02070309020205020404" pitchFamily="49" charset="0"/>
              </a:rPr>
              <a:t>4 * 13 = 52</a:t>
            </a:r>
          </a:p>
          <a:p>
            <a:r>
              <a:rPr lang="en-US" sz="2200" dirty="0">
                <a:latin typeface="Courier New" panose="02070309020205020404" pitchFamily="49" charset="0"/>
                <a:cs typeface="Courier New" panose="02070309020205020404" pitchFamily="49" charset="0"/>
              </a:rPr>
              <a:t>5 * 13 = </a:t>
            </a:r>
            <a:r>
              <a:rPr lang="en-US" sz="2200" dirty="0" smtClean="0">
                <a:latin typeface="Courier New" panose="02070309020205020404" pitchFamily="49" charset="0"/>
                <a:cs typeface="Courier New" panose="02070309020205020404" pitchFamily="49" charset="0"/>
              </a:rPr>
              <a:t>65</a:t>
            </a:r>
          </a:p>
          <a:p>
            <a:endParaRPr lang="en-US" sz="2200" spc="-10" dirty="0" smtClean="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383561319"/>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to="" calcmode="lin" valueType="num">
                                      <p:cBhvr>
                                        <p:cTn id="7" dur="1" fill="hold"/>
                                        <p:tgtEl>
                                          <p:spTgt spid="3"/>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2"/>
          <p:cNvSpPr txBox="1">
            <a:spLocks noChangeArrowheads="1"/>
          </p:cNvSpPr>
          <p:nvPr/>
        </p:nvSpPr>
        <p:spPr bwMode="auto">
          <a:xfrm>
            <a:off x="0" y="-1"/>
            <a:ext cx="9144000" cy="6858000"/>
          </a:xfrm>
          <a:prstGeom prst="rect">
            <a:avLst/>
          </a:prstGeom>
          <a:solidFill>
            <a:srgbClr val="FFFF99"/>
          </a:solidFill>
          <a:ln w="38100">
            <a:solidFill>
              <a:schemeClr val="tx1"/>
            </a:solidFill>
            <a:miter lim="800000"/>
            <a:headEnd/>
            <a:tailEnd/>
          </a:ln>
        </p:spPr>
        <p:txBody>
          <a:bodyPr>
            <a:spAutoFit/>
          </a:bodyPr>
          <a:lstStyle>
            <a:lvl1pPr>
              <a:tabLst>
                <a:tab pos="466725" algn="l"/>
                <a:tab pos="914400" algn="l"/>
                <a:tab pos="1379538" algn="l"/>
              </a:tabLst>
              <a:defRPr sz="2400">
                <a:solidFill>
                  <a:schemeClr val="tx1"/>
                </a:solidFill>
                <a:latin typeface="Times New Roman" pitchFamily="18" charset="0"/>
              </a:defRPr>
            </a:lvl1pPr>
            <a:lvl2pPr marL="742950" indent="-285750">
              <a:tabLst>
                <a:tab pos="466725" algn="l"/>
                <a:tab pos="914400" algn="l"/>
                <a:tab pos="1379538" algn="l"/>
              </a:tabLst>
              <a:defRPr sz="2400">
                <a:solidFill>
                  <a:schemeClr val="tx1"/>
                </a:solidFill>
                <a:latin typeface="Times New Roman" pitchFamily="18" charset="0"/>
              </a:defRPr>
            </a:lvl2pPr>
            <a:lvl3pPr marL="1143000" indent="-228600">
              <a:tabLst>
                <a:tab pos="466725" algn="l"/>
                <a:tab pos="914400" algn="l"/>
                <a:tab pos="1379538" algn="l"/>
              </a:tabLst>
              <a:defRPr sz="2400">
                <a:solidFill>
                  <a:schemeClr val="tx1"/>
                </a:solidFill>
                <a:latin typeface="Times New Roman" pitchFamily="18" charset="0"/>
              </a:defRPr>
            </a:lvl3pPr>
            <a:lvl4pPr marL="1600200" indent="-228600">
              <a:tabLst>
                <a:tab pos="466725" algn="l"/>
                <a:tab pos="914400" algn="l"/>
                <a:tab pos="1379538" algn="l"/>
              </a:tabLst>
              <a:defRPr sz="2400">
                <a:solidFill>
                  <a:schemeClr val="tx1"/>
                </a:solidFill>
                <a:latin typeface="Times New Roman" pitchFamily="18" charset="0"/>
              </a:defRPr>
            </a:lvl4pPr>
            <a:lvl5pPr marL="2057400" indent="-228600">
              <a:tabLst>
                <a:tab pos="466725" algn="l"/>
                <a:tab pos="914400" algn="l"/>
                <a:tab pos="1379538" algn="l"/>
              </a:tabLst>
              <a:defRPr sz="2400">
                <a:solidFill>
                  <a:schemeClr val="tx1"/>
                </a:solidFill>
                <a:latin typeface="Times New Roman" pitchFamily="18" charset="0"/>
              </a:defRPr>
            </a:lvl5pPr>
            <a:lvl6pPr marL="2514600" indent="-228600" eaLnBrk="0" fontAlgn="base" hangingPunct="0">
              <a:spcBef>
                <a:spcPct val="0"/>
              </a:spcBef>
              <a:spcAft>
                <a:spcPct val="0"/>
              </a:spcAft>
              <a:tabLst>
                <a:tab pos="466725" algn="l"/>
                <a:tab pos="914400" algn="l"/>
                <a:tab pos="1379538" algn="l"/>
              </a:tabLst>
              <a:defRPr sz="2400">
                <a:solidFill>
                  <a:schemeClr val="tx1"/>
                </a:solidFill>
                <a:latin typeface="Times New Roman" pitchFamily="18" charset="0"/>
              </a:defRPr>
            </a:lvl6pPr>
            <a:lvl7pPr marL="2971800" indent="-228600" eaLnBrk="0" fontAlgn="base" hangingPunct="0">
              <a:spcBef>
                <a:spcPct val="0"/>
              </a:spcBef>
              <a:spcAft>
                <a:spcPct val="0"/>
              </a:spcAft>
              <a:tabLst>
                <a:tab pos="466725" algn="l"/>
                <a:tab pos="914400" algn="l"/>
                <a:tab pos="1379538" algn="l"/>
              </a:tabLst>
              <a:defRPr sz="2400">
                <a:solidFill>
                  <a:schemeClr val="tx1"/>
                </a:solidFill>
                <a:latin typeface="Times New Roman" pitchFamily="18" charset="0"/>
              </a:defRPr>
            </a:lvl7pPr>
            <a:lvl8pPr marL="3429000" indent="-228600" eaLnBrk="0" fontAlgn="base" hangingPunct="0">
              <a:spcBef>
                <a:spcPct val="0"/>
              </a:spcBef>
              <a:spcAft>
                <a:spcPct val="0"/>
              </a:spcAft>
              <a:tabLst>
                <a:tab pos="466725" algn="l"/>
                <a:tab pos="914400" algn="l"/>
                <a:tab pos="1379538" algn="l"/>
              </a:tabLst>
              <a:defRPr sz="2400">
                <a:solidFill>
                  <a:schemeClr val="tx1"/>
                </a:solidFill>
                <a:latin typeface="Times New Roman" pitchFamily="18" charset="0"/>
              </a:defRPr>
            </a:lvl8pPr>
            <a:lvl9pPr marL="3886200" indent="-228600" eaLnBrk="0" fontAlgn="base" hangingPunct="0">
              <a:spcBef>
                <a:spcPct val="0"/>
              </a:spcBef>
              <a:spcAft>
                <a:spcPct val="0"/>
              </a:spcAft>
              <a:tabLst>
                <a:tab pos="466725" algn="l"/>
                <a:tab pos="914400" algn="l"/>
                <a:tab pos="1379538" algn="l"/>
              </a:tabLst>
              <a:defRPr sz="2400">
                <a:solidFill>
                  <a:schemeClr val="tx1"/>
                </a:solidFill>
                <a:latin typeface="Times New Roman" pitchFamily="18" charset="0"/>
              </a:defRPr>
            </a:lvl9pPr>
          </a:lstStyle>
          <a:p>
            <a:pPr>
              <a:tabLst>
                <a:tab pos="346075" algn="l"/>
                <a:tab pos="690563" algn="l"/>
                <a:tab pos="1025525" algn="l"/>
                <a:tab pos="1379538" algn="l"/>
                <a:tab pos="1828800" algn="l"/>
              </a:tabLst>
            </a:pPr>
            <a:r>
              <a:rPr lang="en-US" sz="1800" b="1" dirty="0"/>
              <a:t>// </a:t>
            </a:r>
            <a:r>
              <a:rPr lang="en-US" sz="1800" b="1" dirty="0" smtClean="0"/>
              <a:t>Java0521.java</a:t>
            </a:r>
            <a:endParaRPr lang="en-US" sz="1800" b="1" dirty="0"/>
          </a:p>
          <a:p>
            <a:pPr>
              <a:tabLst>
                <a:tab pos="346075" algn="l"/>
                <a:tab pos="690563" algn="l"/>
                <a:tab pos="1025525" algn="l"/>
                <a:tab pos="1379538" algn="l"/>
                <a:tab pos="1828800" algn="l"/>
              </a:tabLst>
            </a:pPr>
            <a:r>
              <a:rPr lang="en-US" sz="1800" b="1" dirty="0"/>
              <a:t>// This program displays several multiplication tables using</a:t>
            </a:r>
          </a:p>
          <a:p>
            <a:pPr>
              <a:tabLst>
                <a:tab pos="346075" algn="l"/>
                <a:tab pos="690563" algn="l"/>
                <a:tab pos="1025525" algn="l"/>
                <a:tab pos="1379538" algn="l"/>
                <a:tab pos="1828800" algn="l"/>
              </a:tabLst>
            </a:pPr>
            <a:r>
              <a:rPr lang="en-US" sz="1800" b="1" dirty="0"/>
              <a:t>// nested pre-condition &lt;while&gt; loop structures</a:t>
            </a:r>
            <a:r>
              <a:rPr lang="en-US" sz="1800" b="1" dirty="0" smtClean="0"/>
              <a:t>.</a:t>
            </a:r>
            <a:endParaRPr lang="en-US" sz="1800" b="1" dirty="0"/>
          </a:p>
          <a:p>
            <a:pPr>
              <a:tabLst>
                <a:tab pos="346075" algn="l"/>
                <a:tab pos="690563" algn="l"/>
                <a:tab pos="1025525" algn="l"/>
                <a:tab pos="1379538" algn="l"/>
                <a:tab pos="1828800" algn="l"/>
              </a:tabLst>
            </a:pPr>
            <a:endParaRPr lang="en-US" sz="1600" b="1" dirty="0"/>
          </a:p>
          <a:p>
            <a:pPr>
              <a:tabLst>
                <a:tab pos="346075" algn="l"/>
                <a:tab pos="690563" algn="l"/>
                <a:tab pos="1025525" algn="l"/>
                <a:tab pos="1379538" algn="l"/>
                <a:tab pos="1828800" algn="l"/>
              </a:tabLst>
            </a:pPr>
            <a:r>
              <a:rPr lang="en-US" sz="1800" b="1" dirty="0"/>
              <a:t>public class </a:t>
            </a:r>
            <a:r>
              <a:rPr lang="en-US" sz="1800" b="1" dirty="0" smtClean="0"/>
              <a:t>Java0521</a:t>
            </a:r>
            <a:endParaRPr lang="en-US" sz="1800" b="1" dirty="0"/>
          </a:p>
          <a:p>
            <a:pPr>
              <a:tabLst>
                <a:tab pos="346075" algn="l"/>
                <a:tab pos="690563" algn="l"/>
                <a:tab pos="1025525" algn="l"/>
                <a:tab pos="1379538" algn="l"/>
                <a:tab pos="1828800" algn="l"/>
              </a:tabLst>
            </a:pPr>
            <a:r>
              <a:rPr lang="en-US" sz="1800" b="1" dirty="0"/>
              <a:t>{</a:t>
            </a:r>
          </a:p>
          <a:p>
            <a:pPr>
              <a:tabLst>
                <a:tab pos="346075" algn="l"/>
                <a:tab pos="690563" algn="l"/>
                <a:tab pos="1025525" algn="l"/>
                <a:tab pos="1379538" algn="l"/>
                <a:tab pos="1828800" algn="l"/>
              </a:tabLst>
            </a:pPr>
            <a:r>
              <a:rPr lang="en-US" sz="1800" b="1" dirty="0"/>
              <a:t>	public static void main(String </a:t>
            </a:r>
            <a:r>
              <a:rPr lang="en-US" sz="1800" b="1" dirty="0" err="1"/>
              <a:t>args</a:t>
            </a:r>
            <a:r>
              <a:rPr lang="en-US" sz="1800" b="1" dirty="0"/>
              <a:t>[])</a:t>
            </a:r>
          </a:p>
          <a:p>
            <a:pPr>
              <a:tabLst>
                <a:tab pos="346075" algn="l"/>
                <a:tab pos="690563" algn="l"/>
                <a:tab pos="1025525" algn="l"/>
                <a:tab pos="1379538" algn="l"/>
                <a:tab pos="1828800" algn="l"/>
              </a:tabLst>
            </a:pPr>
            <a:r>
              <a:rPr lang="en-US" sz="1800" b="1" dirty="0"/>
              <a:t>	{</a:t>
            </a:r>
          </a:p>
          <a:p>
            <a:pPr>
              <a:tabLst>
                <a:tab pos="346075" algn="l"/>
                <a:tab pos="690563" algn="l"/>
                <a:tab pos="1025525" algn="l"/>
                <a:tab pos="1379538" algn="l"/>
                <a:tab pos="1828800" algn="l"/>
              </a:tabLst>
            </a:pPr>
            <a:r>
              <a:rPr lang="en-US" sz="1800" b="1" dirty="0"/>
              <a:t>		</a:t>
            </a:r>
            <a:r>
              <a:rPr lang="en-US" sz="1800" b="1" dirty="0" err="1"/>
              <a:t>System.out.println</a:t>
            </a:r>
            <a:r>
              <a:rPr lang="en-US" sz="1800" b="1" dirty="0"/>
              <a:t>("</a:t>
            </a:r>
            <a:r>
              <a:rPr lang="en-US" sz="1800" b="1" dirty="0" smtClean="0"/>
              <a:t>Java0521\n</a:t>
            </a:r>
            <a:r>
              <a:rPr lang="en-US" sz="1800" b="1" dirty="0"/>
              <a:t>");</a:t>
            </a:r>
          </a:p>
          <a:p>
            <a:pPr>
              <a:tabLst>
                <a:tab pos="346075" algn="l"/>
                <a:tab pos="690563" algn="l"/>
                <a:tab pos="1025525" algn="l"/>
                <a:tab pos="1379538" algn="l"/>
                <a:tab pos="1828800" algn="l"/>
              </a:tabLst>
            </a:pPr>
            <a:r>
              <a:rPr lang="en-US" sz="1800" b="1" dirty="0"/>
              <a:t>		</a:t>
            </a:r>
            <a:r>
              <a:rPr lang="en-US" sz="1800" b="1" dirty="0" err="1"/>
              <a:t>int</a:t>
            </a:r>
            <a:r>
              <a:rPr lang="en-US" sz="1800" b="1" dirty="0"/>
              <a:t> k = 1;</a:t>
            </a:r>
          </a:p>
          <a:p>
            <a:pPr>
              <a:tabLst>
                <a:tab pos="346075" algn="l"/>
                <a:tab pos="690563" algn="l"/>
                <a:tab pos="1025525" algn="l"/>
                <a:tab pos="1379538" algn="l"/>
                <a:tab pos="1828800" algn="l"/>
              </a:tabLst>
            </a:pPr>
            <a:r>
              <a:rPr lang="en-US" sz="1800" b="1" dirty="0"/>
              <a:t>		</a:t>
            </a:r>
            <a:r>
              <a:rPr lang="en-US" sz="1800" b="1" dirty="0" err="1"/>
              <a:t>int</a:t>
            </a:r>
            <a:r>
              <a:rPr lang="en-US" sz="1800" b="1" dirty="0"/>
              <a:t> table = 11;</a:t>
            </a:r>
          </a:p>
          <a:p>
            <a:pPr>
              <a:tabLst>
                <a:tab pos="346075" algn="l"/>
                <a:tab pos="690563" algn="l"/>
                <a:tab pos="1025525" algn="l"/>
                <a:tab pos="1379538" algn="l"/>
                <a:tab pos="1828800" algn="l"/>
              </a:tabLst>
            </a:pPr>
            <a:r>
              <a:rPr lang="en-US" sz="1800" b="1" dirty="0"/>
              <a:t>		while (table &lt;= 13)</a:t>
            </a:r>
          </a:p>
          <a:p>
            <a:pPr>
              <a:tabLst>
                <a:tab pos="346075" algn="l"/>
                <a:tab pos="690563" algn="l"/>
                <a:tab pos="1025525" algn="l"/>
                <a:tab pos="1379538" algn="l"/>
                <a:tab pos="1828800" algn="l"/>
              </a:tabLst>
            </a:pPr>
            <a:r>
              <a:rPr lang="en-US" sz="1800" b="1" dirty="0"/>
              <a:t>		{</a:t>
            </a:r>
          </a:p>
          <a:p>
            <a:pPr>
              <a:tabLst>
                <a:tab pos="346075" algn="l"/>
                <a:tab pos="690563" algn="l"/>
                <a:tab pos="1025525" algn="l"/>
                <a:tab pos="1379538" algn="l"/>
                <a:tab pos="1828800" algn="l"/>
              </a:tabLst>
            </a:pPr>
            <a:r>
              <a:rPr lang="en-US" sz="2000" b="0" dirty="0">
                <a:latin typeface="Arial Black" panose="020B0A04020102020204" pitchFamily="34" charset="0"/>
              </a:rPr>
              <a:t>			while (k &lt;= 5)</a:t>
            </a:r>
          </a:p>
          <a:p>
            <a:pPr>
              <a:tabLst>
                <a:tab pos="346075" algn="l"/>
                <a:tab pos="690563" algn="l"/>
                <a:tab pos="1025525" algn="l"/>
                <a:tab pos="1379538" algn="l"/>
                <a:tab pos="1828800" algn="l"/>
              </a:tabLst>
            </a:pPr>
            <a:r>
              <a:rPr lang="en-US" sz="2000" b="0" dirty="0">
                <a:latin typeface="Arial Black" panose="020B0A04020102020204" pitchFamily="34" charset="0"/>
              </a:rPr>
              <a:t>			{</a:t>
            </a:r>
          </a:p>
          <a:p>
            <a:pPr>
              <a:tabLst>
                <a:tab pos="346075" algn="l"/>
                <a:tab pos="690563" algn="l"/>
                <a:tab pos="1025525" algn="l"/>
                <a:tab pos="1379538" algn="l"/>
                <a:tab pos="1828800" algn="l"/>
              </a:tabLst>
            </a:pPr>
            <a:r>
              <a:rPr lang="en-US" sz="2000" b="0" dirty="0">
                <a:latin typeface="Arial Black" panose="020B0A04020102020204" pitchFamily="34" charset="0"/>
              </a:rPr>
              <a:t>				</a:t>
            </a:r>
            <a:r>
              <a:rPr lang="en-US" sz="2000" b="0" dirty="0" err="1">
                <a:latin typeface="Arial Black" panose="020B0A04020102020204" pitchFamily="34" charset="0"/>
              </a:rPr>
              <a:t>System.out.println</a:t>
            </a:r>
            <a:r>
              <a:rPr lang="en-US" sz="2000" b="0" dirty="0">
                <a:latin typeface="Arial Black" panose="020B0A04020102020204" pitchFamily="34" charset="0"/>
              </a:rPr>
              <a:t>(k + " * " </a:t>
            </a:r>
            <a:endParaRPr lang="en-US" sz="2000" b="0" dirty="0" smtClean="0">
              <a:latin typeface="Arial Black" panose="020B0A04020102020204" pitchFamily="34" charset="0"/>
            </a:endParaRPr>
          </a:p>
          <a:p>
            <a:pPr>
              <a:tabLst>
                <a:tab pos="346075" algn="l"/>
                <a:tab pos="690563" algn="l"/>
                <a:tab pos="1025525" algn="l"/>
                <a:tab pos="1379538" algn="l"/>
                <a:tab pos="1828800" algn="l"/>
              </a:tabLst>
            </a:pPr>
            <a:r>
              <a:rPr lang="en-US" sz="2000" b="0" dirty="0">
                <a:latin typeface="Arial Black" panose="020B0A04020102020204" pitchFamily="34" charset="0"/>
              </a:rPr>
              <a:t>	</a:t>
            </a:r>
            <a:r>
              <a:rPr lang="en-US" sz="2000" b="0" dirty="0" smtClean="0">
                <a:latin typeface="Arial Black" panose="020B0A04020102020204" pitchFamily="34" charset="0"/>
              </a:rPr>
              <a:t>				+ </a:t>
            </a:r>
            <a:r>
              <a:rPr lang="en-US" sz="2000" b="0" dirty="0">
                <a:latin typeface="Arial Black" panose="020B0A04020102020204" pitchFamily="34" charset="0"/>
              </a:rPr>
              <a:t>table + " = " + k * table);</a:t>
            </a:r>
          </a:p>
          <a:p>
            <a:pPr>
              <a:tabLst>
                <a:tab pos="346075" algn="l"/>
                <a:tab pos="690563" algn="l"/>
                <a:tab pos="1025525" algn="l"/>
                <a:tab pos="1379538" algn="l"/>
                <a:tab pos="1828800" algn="l"/>
              </a:tabLst>
            </a:pPr>
            <a:r>
              <a:rPr lang="en-US" sz="2000" b="0" dirty="0">
                <a:latin typeface="Arial Black" panose="020B0A04020102020204" pitchFamily="34" charset="0"/>
              </a:rPr>
              <a:t>				k++;</a:t>
            </a:r>
          </a:p>
          <a:p>
            <a:pPr>
              <a:tabLst>
                <a:tab pos="346075" algn="l"/>
                <a:tab pos="690563" algn="l"/>
                <a:tab pos="1025525" algn="l"/>
                <a:tab pos="1379538" algn="l"/>
                <a:tab pos="1828800" algn="l"/>
              </a:tabLst>
            </a:pPr>
            <a:r>
              <a:rPr lang="en-US" sz="2000" b="0" dirty="0">
                <a:latin typeface="Arial Black" panose="020B0A04020102020204" pitchFamily="34" charset="0"/>
              </a:rPr>
              <a:t>			}</a:t>
            </a:r>
          </a:p>
          <a:p>
            <a:pPr>
              <a:tabLst>
                <a:tab pos="346075" algn="l"/>
                <a:tab pos="690563" algn="l"/>
                <a:tab pos="1025525" algn="l"/>
                <a:tab pos="1379538" algn="l"/>
                <a:tab pos="1828800" algn="l"/>
              </a:tabLst>
            </a:pPr>
            <a:r>
              <a:rPr lang="en-US" sz="1800" b="1" dirty="0"/>
              <a:t>			</a:t>
            </a:r>
            <a:r>
              <a:rPr lang="en-US" sz="1800" b="1" dirty="0" err="1"/>
              <a:t>System.out.println</a:t>
            </a:r>
            <a:r>
              <a:rPr lang="en-US" sz="1800" b="1" dirty="0"/>
              <a:t>();</a:t>
            </a:r>
          </a:p>
          <a:p>
            <a:pPr>
              <a:tabLst>
                <a:tab pos="346075" algn="l"/>
                <a:tab pos="690563" algn="l"/>
                <a:tab pos="1025525" algn="l"/>
                <a:tab pos="1379538" algn="l"/>
                <a:tab pos="1828800" algn="l"/>
              </a:tabLst>
            </a:pPr>
            <a:r>
              <a:rPr lang="en-US" sz="1800" b="1" dirty="0"/>
              <a:t>			k = 1;</a:t>
            </a:r>
          </a:p>
          <a:p>
            <a:pPr>
              <a:lnSpc>
                <a:spcPct val="80000"/>
              </a:lnSpc>
              <a:tabLst>
                <a:tab pos="346075" algn="l"/>
                <a:tab pos="690563" algn="l"/>
                <a:tab pos="1025525" algn="l"/>
                <a:tab pos="1379538" algn="l"/>
                <a:tab pos="1828800" algn="l"/>
              </a:tabLst>
            </a:pPr>
            <a:r>
              <a:rPr lang="en-US" sz="1800" b="1" dirty="0"/>
              <a:t>			table++;</a:t>
            </a:r>
          </a:p>
          <a:p>
            <a:pPr>
              <a:lnSpc>
                <a:spcPct val="80000"/>
              </a:lnSpc>
              <a:tabLst>
                <a:tab pos="346075" algn="l"/>
                <a:tab pos="690563" algn="l"/>
                <a:tab pos="1025525" algn="l"/>
                <a:tab pos="1379538" algn="l"/>
                <a:tab pos="1828800" algn="l"/>
              </a:tabLst>
            </a:pPr>
            <a:r>
              <a:rPr lang="en-US" sz="1800" b="1" dirty="0"/>
              <a:t>		}</a:t>
            </a:r>
          </a:p>
          <a:p>
            <a:pPr>
              <a:lnSpc>
                <a:spcPct val="80000"/>
              </a:lnSpc>
              <a:tabLst>
                <a:tab pos="346075" algn="l"/>
                <a:tab pos="690563" algn="l"/>
                <a:tab pos="1025525" algn="l"/>
                <a:tab pos="1379538" algn="l"/>
                <a:tab pos="1828800" algn="l"/>
              </a:tabLst>
            </a:pPr>
            <a:r>
              <a:rPr lang="en-US" sz="1800" b="1" dirty="0"/>
              <a:t>	}</a:t>
            </a:r>
          </a:p>
          <a:p>
            <a:pPr>
              <a:lnSpc>
                <a:spcPct val="80000"/>
              </a:lnSpc>
              <a:tabLst>
                <a:tab pos="346075" algn="l"/>
                <a:tab pos="690563" algn="l"/>
                <a:tab pos="1025525" algn="l"/>
                <a:tab pos="1379538" algn="l"/>
                <a:tab pos="1828800" algn="l"/>
              </a:tabLst>
            </a:pPr>
            <a:r>
              <a:rPr lang="en-US" sz="1800" b="1" dirty="0" smtClean="0"/>
              <a:t>}</a:t>
            </a:r>
            <a:endParaRPr lang="en-US" sz="1800" b="1" dirty="0"/>
          </a:p>
        </p:txBody>
      </p:sp>
      <p:sp>
        <p:nvSpPr>
          <p:cNvPr id="3" name="TextBox 2"/>
          <p:cNvSpPr txBox="1"/>
          <p:nvPr/>
        </p:nvSpPr>
        <p:spPr>
          <a:xfrm>
            <a:off x="6629400" y="0"/>
            <a:ext cx="2514600" cy="6863417"/>
          </a:xfrm>
          <a:prstGeom prst="rect">
            <a:avLst/>
          </a:prstGeom>
          <a:solidFill>
            <a:schemeClr val="accent6">
              <a:lumMod val="20000"/>
              <a:lumOff val="80000"/>
            </a:schemeClr>
          </a:solidFill>
          <a:ln w="57150">
            <a:solidFill>
              <a:schemeClr val="tx1"/>
            </a:solidFill>
          </a:ln>
        </p:spPr>
        <p:txBody>
          <a:bodyPr wrap="square" rtlCol="0">
            <a:spAutoFit/>
          </a:bodyPr>
          <a:lstStyle/>
          <a:p>
            <a:r>
              <a:rPr lang="en-US" sz="2200" dirty="0" smtClean="0">
                <a:latin typeface="Courier New" panose="02070309020205020404" pitchFamily="49" charset="0"/>
                <a:cs typeface="Courier New" panose="02070309020205020404" pitchFamily="49" charset="0"/>
              </a:rPr>
              <a:t>JAVA0521.JAVA</a:t>
            </a:r>
            <a:endParaRPr lang="en-US" sz="2200" dirty="0">
              <a:latin typeface="Courier New" panose="02070309020205020404" pitchFamily="49" charset="0"/>
              <a:cs typeface="Courier New" panose="02070309020205020404" pitchFamily="49" charset="0"/>
            </a:endParaRPr>
          </a:p>
          <a:p>
            <a:r>
              <a:rPr lang="en-US" sz="2200" dirty="0">
                <a:latin typeface="Courier New" panose="02070309020205020404" pitchFamily="49" charset="0"/>
                <a:cs typeface="Courier New" panose="02070309020205020404" pitchFamily="49" charset="0"/>
              </a:rPr>
              <a:t> </a:t>
            </a:r>
          </a:p>
          <a:p>
            <a:r>
              <a:rPr lang="en-US" sz="2200" dirty="0">
                <a:latin typeface="Courier New" panose="02070309020205020404" pitchFamily="49" charset="0"/>
                <a:cs typeface="Courier New" panose="02070309020205020404" pitchFamily="49" charset="0"/>
              </a:rPr>
              <a:t>1 * 11 = 11</a:t>
            </a:r>
          </a:p>
          <a:p>
            <a:r>
              <a:rPr lang="en-US" sz="2200" dirty="0">
                <a:latin typeface="Courier New" panose="02070309020205020404" pitchFamily="49" charset="0"/>
                <a:cs typeface="Courier New" panose="02070309020205020404" pitchFamily="49" charset="0"/>
              </a:rPr>
              <a:t>2 * 11 = 22</a:t>
            </a:r>
          </a:p>
          <a:p>
            <a:r>
              <a:rPr lang="en-US" sz="2200" dirty="0">
                <a:latin typeface="Courier New" panose="02070309020205020404" pitchFamily="49" charset="0"/>
                <a:cs typeface="Courier New" panose="02070309020205020404" pitchFamily="49" charset="0"/>
              </a:rPr>
              <a:t>3 * 11 = 33</a:t>
            </a:r>
          </a:p>
          <a:p>
            <a:r>
              <a:rPr lang="en-US" sz="2200" dirty="0">
                <a:latin typeface="Courier New" panose="02070309020205020404" pitchFamily="49" charset="0"/>
                <a:cs typeface="Courier New" panose="02070309020205020404" pitchFamily="49" charset="0"/>
              </a:rPr>
              <a:t>4 * 11 = 44</a:t>
            </a:r>
          </a:p>
          <a:p>
            <a:r>
              <a:rPr lang="en-US" sz="2200" dirty="0">
                <a:latin typeface="Courier New" panose="02070309020205020404" pitchFamily="49" charset="0"/>
                <a:cs typeface="Courier New" panose="02070309020205020404" pitchFamily="49" charset="0"/>
              </a:rPr>
              <a:t>5 * 11 = 55</a:t>
            </a:r>
          </a:p>
          <a:p>
            <a:r>
              <a:rPr lang="en-US" sz="2200" dirty="0">
                <a:latin typeface="Courier New" panose="02070309020205020404" pitchFamily="49" charset="0"/>
                <a:cs typeface="Courier New" panose="02070309020205020404" pitchFamily="49" charset="0"/>
              </a:rPr>
              <a:t> </a:t>
            </a:r>
          </a:p>
          <a:p>
            <a:r>
              <a:rPr lang="en-US" sz="2200" dirty="0">
                <a:latin typeface="Courier New" panose="02070309020205020404" pitchFamily="49" charset="0"/>
                <a:cs typeface="Courier New" panose="02070309020205020404" pitchFamily="49" charset="0"/>
              </a:rPr>
              <a:t>1 * 12 = 12</a:t>
            </a:r>
          </a:p>
          <a:p>
            <a:r>
              <a:rPr lang="en-US" sz="2200" dirty="0">
                <a:latin typeface="Courier New" panose="02070309020205020404" pitchFamily="49" charset="0"/>
                <a:cs typeface="Courier New" panose="02070309020205020404" pitchFamily="49" charset="0"/>
              </a:rPr>
              <a:t>2 * 12 = 24</a:t>
            </a:r>
          </a:p>
          <a:p>
            <a:r>
              <a:rPr lang="en-US" sz="2200" dirty="0">
                <a:latin typeface="Courier New" panose="02070309020205020404" pitchFamily="49" charset="0"/>
                <a:cs typeface="Courier New" panose="02070309020205020404" pitchFamily="49" charset="0"/>
              </a:rPr>
              <a:t>3 * 12 = 36</a:t>
            </a:r>
          </a:p>
          <a:p>
            <a:r>
              <a:rPr lang="en-US" sz="2200" dirty="0">
                <a:latin typeface="Courier New" panose="02070309020205020404" pitchFamily="49" charset="0"/>
                <a:cs typeface="Courier New" panose="02070309020205020404" pitchFamily="49" charset="0"/>
              </a:rPr>
              <a:t>4 * 12 = 48</a:t>
            </a:r>
          </a:p>
          <a:p>
            <a:r>
              <a:rPr lang="en-US" sz="2200" dirty="0">
                <a:latin typeface="Courier New" panose="02070309020205020404" pitchFamily="49" charset="0"/>
                <a:cs typeface="Courier New" panose="02070309020205020404" pitchFamily="49" charset="0"/>
              </a:rPr>
              <a:t>5 * 12 = 60</a:t>
            </a:r>
          </a:p>
          <a:p>
            <a:r>
              <a:rPr lang="en-US" sz="2200" dirty="0">
                <a:latin typeface="Courier New" panose="02070309020205020404" pitchFamily="49" charset="0"/>
                <a:cs typeface="Courier New" panose="02070309020205020404" pitchFamily="49" charset="0"/>
              </a:rPr>
              <a:t> </a:t>
            </a:r>
          </a:p>
          <a:p>
            <a:r>
              <a:rPr lang="en-US" sz="2200" dirty="0">
                <a:latin typeface="Courier New" panose="02070309020205020404" pitchFamily="49" charset="0"/>
                <a:cs typeface="Courier New" panose="02070309020205020404" pitchFamily="49" charset="0"/>
              </a:rPr>
              <a:t>1 * 13 = 13</a:t>
            </a:r>
          </a:p>
          <a:p>
            <a:r>
              <a:rPr lang="en-US" sz="2200" dirty="0">
                <a:latin typeface="Courier New" panose="02070309020205020404" pitchFamily="49" charset="0"/>
                <a:cs typeface="Courier New" panose="02070309020205020404" pitchFamily="49" charset="0"/>
              </a:rPr>
              <a:t>2 * 13 = 26</a:t>
            </a:r>
          </a:p>
          <a:p>
            <a:r>
              <a:rPr lang="en-US" sz="2200" dirty="0">
                <a:latin typeface="Courier New" panose="02070309020205020404" pitchFamily="49" charset="0"/>
                <a:cs typeface="Courier New" panose="02070309020205020404" pitchFamily="49" charset="0"/>
              </a:rPr>
              <a:t>3 * 13 = 39</a:t>
            </a:r>
          </a:p>
          <a:p>
            <a:r>
              <a:rPr lang="en-US" sz="2200" dirty="0">
                <a:latin typeface="Courier New" panose="02070309020205020404" pitchFamily="49" charset="0"/>
                <a:cs typeface="Courier New" panose="02070309020205020404" pitchFamily="49" charset="0"/>
              </a:rPr>
              <a:t>4 * 13 = 52</a:t>
            </a:r>
          </a:p>
          <a:p>
            <a:r>
              <a:rPr lang="en-US" sz="2200" dirty="0">
                <a:latin typeface="Courier New" panose="02070309020205020404" pitchFamily="49" charset="0"/>
                <a:cs typeface="Courier New" panose="02070309020205020404" pitchFamily="49" charset="0"/>
              </a:rPr>
              <a:t>5 * 13 = </a:t>
            </a:r>
            <a:r>
              <a:rPr lang="en-US" sz="2200" dirty="0" smtClean="0">
                <a:latin typeface="Courier New" panose="02070309020205020404" pitchFamily="49" charset="0"/>
                <a:cs typeface="Courier New" panose="02070309020205020404" pitchFamily="49" charset="0"/>
              </a:rPr>
              <a:t>65</a:t>
            </a:r>
          </a:p>
          <a:p>
            <a:endParaRPr lang="en-US" sz="2200" spc="-10" dirty="0" smtClean="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16084768"/>
      </p:ext>
    </p:extLst>
  </p:cSld>
  <p:clrMapOvr>
    <a:masterClrMapping/>
  </p:clrMapOvr>
  <p:timing>
    <p:tnLst>
      <p:par>
        <p:cTn xmlns:p14="http://schemas.microsoft.com/office/powerpoint/2010/mai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bg>
      <p:bgPr>
        <a:gradFill>
          <a:gsLst>
            <a:gs pos="0">
              <a:srgbClr val="000082"/>
            </a:gs>
            <a:gs pos="30000">
              <a:srgbClr val="66008F"/>
            </a:gs>
            <a:gs pos="64999">
              <a:srgbClr val="BA0066"/>
            </a:gs>
            <a:gs pos="89999">
              <a:srgbClr val="FF0000"/>
            </a:gs>
            <a:gs pos="100000">
              <a:srgbClr val="FF8200"/>
            </a:gs>
          </a:gsLst>
          <a:lin ang="5400000" scaled="0"/>
        </a:gradFill>
        <a:effectLst/>
      </p:bgPr>
    </p:bg>
    <p:spTree>
      <p:nvGrpSpPr>
        <p:cNvPr id="1" name=""/>
        <p:cNvGrpSpPr/>
        <p:nvPr/>
      </p:nvGrpSpPr>
      <p:grpSpPr>
        <a:xfrm>
          <a:off x="0" y="0"/>
          <a:ext cx="0" cy="0"/>
          <a:chOff x="0" y="0"/>
          <a:chExt cx="0" cy="0"/>
        </a:xfrm>
      </p:grpSpPr>
      <p:sp>
        <p:nvSpPr>
          <p:cNvPr id="9218" name="WordArt 2"/>
          <p:cNvSpPr>
            <a:spLocks noChangeArrowheads="1" noChangeShapeType="1" noTextEdit="1"/>
          </p:cNvSpPr>
          <p:nvPr/>
        </p:nvSpPr>
        <p:spPr bwMode="auto">
          <a:xfrm>
            <a:off x="457200" y="1371600"/>
            <a:ext cx="8382000" cy="2743200"/>
          </a:xfrm>
          <a:prstGeom prst="rect">
            <a:avLst/>
          </a:prstGeom>
        </p:spPr>
        <p:txBody>
          <a:bodyPr wrap="none" fromWordArt="1">
            <a:prstTxWarp prst="textSlantUp">
              <a:avLst>
                <a:gd name="adj" fmla="val 32056"/>
              </a:avLst>
            </a:prstTxWarp>
          </a:bodyPr>
          <a:lstStyle/>
          <a:p>
            <a:pPr algn="ctr"/>
            <a:r>
              <a:rPr lang="en-US" sz="3600" kern="10" dirty="0" smtClean="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   Boolean   </a:t>
            </a:r>
            <a:endParaRPr lang="en-US" sz="3600" kern="10" dirty="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endParaRPr>
          </a:p>
        </p:txBody>
      </p:sp>
      <p:sp>
        <p:nvSpPr>
          <p:cNvPr id="9219" name="WordArt 3"/>
          <p:cNvSpPr>
            <a:spLocks noChangeArrowheads="1" noChangeShapeType="1" noTextEdit="1"/>
          </p:cNvSpPr>
          <p:nvPr/>
        </p:nvSpPr>
        <p:spPr bwMode="auto">
          <a:xfrm>
            <a:off x="457200" y="3581400"/>
            <a:ext cx="8382000" cy="3048000"/>
          </a:xfrm>
          <a:prstGeom prst="rect">
            <a:avLst/>
          </a:prstGeom>
        </p:spPr>
        <p:txBody>
          <a:bodyPr wrap="none" fromWordArt="1">
            <a:prstTxWarp prst="textSlantUp">
              <a:avLst>
                <a:gd name="adj" fmla="val 32056"/>
              </a:avLst>
            </a:prstTxWarp>
          </a:bodyPr>
          <a:lstStyle/>
          <a:p>
            <a:pPr algn="ctr"/>
            <a:r>
              <a:rPr lang="en-US" sz="3600" kern="10" dirty="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Operators</a:t>
            </a:r>
          </a:p>
        </p:txBody>
      </p:sp>
      <p:sp>
        <p:nvSpPr>
          <p:cNvPr id="9220" name="WordArt 18"/>
          <p:cNvSpPr>
            <a:spLocks noChangeArrowheads="1" noChangeShapeType="1" noTextEdit="1"/>
          </p:cNvSpPr>
          <p:nvPr/>
        </p:nvSpPr>
        <p:spPr bwMode="auto">
          <a:xfrm>
            <a:off x="371475" y="457200"/>
            <a:ext cx="8391525" cy="762000"/>
          </a:xfrm>
          <a:prstGeom prst="rect">
            <a:avLst/>
          </a:prstGeom>
        </p:spPr>
        <p:txBody>
          <a:bodyPr wrap="none" fromWordArt="1">
            <a:prstTxWarp prst="textPlain">
              <a:avLst>
                <a:gd name="adj" fmla="val 50000"/>
              </a:avLst>
            </a:prstTxWarp>
          </a:bodyPr>
          <a:lstStyle/>
          <a:p>
            <a:pPr algn="ctr"/>
            <a:r>
              <a:rPr lang="en-US" sz="3600" kern="10" dirty="0">
                <a:ln w="9525">
                  <a:solidFill>
                    <a:srgbClr val="000000"/>
                  </a:solidFill>
                  <a:round/>
                  <a:headEnd/>
                  <a:tailEnd/>
                </a:ln>
                <a:solidFill>
                  <a:srgbClr val="FFFFFF"/>
                </a:solidFill>
                <a:latin typeface="Arial Black"/>
              </a:rPr>
              <a:t>Section </a:t>
            </a:r>
            <a:r>
              <a:rPr lang="en-US" sz="3600" kern="10" dirty="0" smtClean="0">
                <a:ln w="9525">
                  <a:solidFill>
                    <a:srgbClr val="000000"/>
                  </a:solidFill>
                  <a:round/>
                  <a:headEnd/>
                  <a:tailEnd/>
                </a:ln>
                <a:solidFill>
                  <a:srgbClr val="FFFFFF"/>
                </a:solidFill>
                <a:latin typeface="Arial Black"/>
              </a:rPr>
              <a:t>5.11</a:t>
            </a:r>
            <a:endParaRPr lang="en-US" sz="3600" kern="10" dirty="0">
              <a:ln w="9525">
                <a:solidFill>
                  <a:srgbClr val="000000"/>
                </a:solidFill>
                <a:round/>
                <a:headEnd/>
                <a:tailEnd/>
              </a:ln>
              <a:solidFill>
                <a:srgbClr val="FFFFFF"/>
              </a:solidFill>
              <a:latin typeface="Arial Black"/>
            </a:endParaRPr>
          </a:p>
        </p:txBody>
      </p:sp>
    </p:spTree>
    <p:extLst>
      <p:ext uri="{BB962C8B-B14F-4D97-AF65-F5344CB8AC3E}">
        <p14:creationId xmlns:p14="http://schemas.microsoft.com/office/powerpoint/2010/main" val="3621535847"/>
      </p:ext>
    </p:extLst>
  </p:cSld>
  <p:clrMapOvr>
    <a:masterClrMapping/>
  </p:clrMapOvr>
  <p:timing>
    <p:tnLst>
      <p:par>
        <p:cTn xmlns:p14="http://schemas.microsoft.com/office/powerpoint/2010/mai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0" y="0"/>
            <a:ext cx="9144000" cy="990600"/>
          </a:xfrm>
        </p:spPr>
        <p:txBody>
          <a:bodyPr/>
          <a:lstStyle/>
          <a:p>
            <a:r>
              <a:rPr lang="en-US" sz="5400" b="0" dirty="0" smtClean="0">
                <a:latin typeface="Arial Black" pitchFamily="34" charset="0"/>
              </a:rPr>
              <a:t>AP</a:t>
            </a:r>
            <a:r>
              <a:rPr lang="en-US" sz="5400" b="0" baseline="30000" dirty="0" smtClean="0">
                <a:latin typeface="Arial Black" pitchFamily="34" charset="0"/>
              </a:rPr>
              <a:t>®</a:t>
            </a:r>
            <a:r>
              <a:rPr lang="en-US" sz="5400" b="0" dirty="0" smtClean="0">
                <a:latin typeface="Arial Black" pitchFamily="34" charset="0"/>
              </a:rPr>
              <a:t> Exam Alert</a:t>
            </a:r>
          </a:p>
        </p:txBody>
      </p:sp>
      <p:sp>
        <p:nvSpPr>
          <p:cNvPr id="5123" name="Text Box 3"/>
          <p:cNvSpPr txBox="1">
            <a:spLocks noChangeArrowheads="1"/>
          </p:cNvSpPr>
          <p:nvPr/>
        </p:nvSpPr>
        <p:spPr bwMode="auto">
          <a:xfrm>
            <a:off x="304800" y="1079500"/>
            <a:ext cx="8534400" cy="5626100"/>
          </a:xfrm>
          <a:prstGeom prst="rect">
            <a:avLst/>
          </a:prstGeom>
          <a:solidFill>
            <a:srgbClr val="00FFCC"/>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b="1" dirty="0">
                <a:latin typeface="Arial" charset="0"/>
              </a:rPr>
              <a:t>The </a:t>
            </a:r>
            <a:r>
              <a:rPr lang="en-US" b="1" dirty="0" smtClean="0">
                <a:latin typeface="Arial" charset="0"/>
              </a:rPr>
              <a:t>AP</a:t>
            </a:r>
            <a:r>
              <a:rPr lang="en-US" b="1" baseline="30000" dirty="0" smtClean="0">
                <a:latin typeface="Arial" charset="0"/>
              </a:rPr>
              <a:t>®</a:t>
            </a:r>
            <a:r>
              <a:rPr lang="en-US" b="1" dirty="0" smtClean="0">
                <a:latin typeface="Arial" charset="0"/>
              </a:rPr>
              <a:t>CS </a:t>
            </a:r>
            <a:r>
              <a:rPr lang="en-US" b="1" dirty="0">
                <a:latin typeface="Arial" charset="0"/>
              </a:rPr>
              <a:t>Examination includes a variety of Boolean Logic questions.  </a:t>
            </a:r>
          </a:p>
          <a:p>
            <a:endParaRPr lang="en-US" b="1" dirty="0">
              <a:latin typeface="Arial" charset="0"/>
            </a:endParaRPr>
          </a:p>
          <a:p>
            <a:r>
              <a:rPr lang="en-US" b="1" dirty="0">
                <a:latin typeface="Arial" charset="0"/>
              </a:rPr>
              <a:t>Many questions require indirect knowledge of Boolean Logic, and other questions are directly focused on testing a student’s understanding of Boolean concepts.</a:t>
            </a:r>
          </a:p>
          <a:p>
            <a:endParaRPr lang="en-US" b="1" dirty="0">
              <a:latin typeface="Arial" charset="0"/>
            </a:endParaRPr>
          </a:p>
          <a:p>
            <a:r>
              <a:rPr lang="en-US" b="1" dirty="0">
                <a:latin typeface="Arial" charset="0"/>
              </a:rPr>
              <a:t>Test results have shown that many students score quite poorly on this part of the </a:t>
            </a:r>
            <a:r>
              <a:rPr lang="en-US" b="1" dirty="0" smtClean="0">
                <a:latin typeface="Arial" charset="0"/>
              </a:rPr>
              <a:t>AP</a:t>
            </a:r>
            <a:r>
              <a:rPr lang="en-US" baseline="30000" dirty="0">
                <a:latin typeface="Arial" charset="0"/>
              </a:rPr>
              <a:t>®</a:t>
            </a:r>
            <a:r>
              <a:rPr lang="en-US" b="1" dirty="0" smtClean="0">
                <a:latin typeface="Arial" charset="0"/>
              </a:rPr>
              <a:t>CS </a:t>
            </a:r>
            <a:r>
              <a:rPr lang="en-US" b="1" dirty="0">
                <a:latin typeface="Arial" charset="0"/>
              </a:rPr>
              <a:t>Examination.</a:t>
            </a:r>
          </a:p>
          <a:p>
            <a:endParaRPr lang="en-US" b="1" dirty="0">
              <a:latin typeface="Arial" charset="0"/>
            </a:endParaRPr>
          </a:p>
          <a:p>
            <a:r>
              <a:rPr lang="en-US" b="1" dirty="0">
                <a:latin typeface="Arial" charset="0"/>
              </a:rPr>
              <a:t>Statistical Analysis of these test results have also shown that the students who perform poorly on Boolean Logic questions, perform poorly on the </a:t>
            </a:r>
            <a:r>
              <a:rPr lang="en-US" b="1" dirty="0" smtClean="0">
                <a:latin typeface="Arial" charset="0"/>
              </a:rPr>
              <a:t>AP</a:t>
            </a:r>
            <a:r>
              <a:rPr lang="en-US" baseline="30000" dirty="0">
                <a:latin typeface="Arial" charset="0"/>
              </a:rPr>
              <a:t>®</a:t>
            </a:r>
            <a:r>
              <a:rPr lang="en-US" b="1" dirty="0" smtClean="0">
                <a:latin typeface="Arial" charset="0"/>
              </a:rPr>
              <a:t> </a:t>
            </a:r>
            <a:r>
              <a:rPr lang="en-US" b="1" dirty="0">
                <a:latin typeface="Arial" charset="0"/>
              </a:rPr>
              <a:t>Exam as a whole; and the students who perform well on the Boolean Logic questions, perform well on the </a:t>
            </a:r>
            <a:r>
              <a:rPr lang="en-US" b="1" dirty="0" smtClean="0">
                <a:latin typeface="Arial" charset="0"/>
              </a:rPr>
              <a:t>AP</a:t>
            </a:r>
            <a:r>
              <a:rPr lang="en-US" baseline="30000" dirty="0">
                <a:latin typeface="Arial" charset="0"/>
              </a:rPr>
              <a:t>®</a:t>
            </a:r>
            <a:r>
              <a:rPr lang="en-US" b="1" dirty="0" smtClean="0">
                <a:latin typeface="Arial" charset="0"/>
              </a:rPr>
              <a:t> </a:t>
            </a:r>
            <a:r>
              <a:rPr lang="en-US" b="1" dirty="0">
                <a:latin typeface="Arial" charset="0"/>
              </a:rPr>
              <a:t>Exam as a whole.</a:t>
            </a:r>
          </a:p>
        </p:txBody>
      </p:sp>
      <p:pic>
        <p:nvPicPr>
          <p:cNvPr id="5124" name="Picture 4" descr="MMj03368600000[1]"/>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8520113" y="-152400"/>
            <a:ext cx="47148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5" name="Picture 5" descr="MMj03368600000[1]"/>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8062913" y="-152400"/>
            <a:ext cx="47148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6" name="Picture 6" descr="MMj03368600000[1]"/>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671513" y="-152400"/>
            <a:ext cx="47148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7" name="Picture 7" descr="MMj03368600000[1]"/>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52400"/>
            <a:ext cx="471488"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8" name="Picture 8" descr="MMj03368600000[1]"/>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620000" y="-152400"/>
            <a:ext cx="471488"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9" name="Picture 9" descr="MMj03368600000[1]"/>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128713" y="-152400"/>
            <a:ext cx="47148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16093587"/>
      </p:ext>
    </p:extLst>
  </p:cSld>
  <p:clrMapOvr>
    <a:masterClrMapping/>
  </p:clrMapOvr>
  <p:timing>
    <p:tnLst>
      <p:par>
        <p:cTn xmlns:p14="http://schemas.microsoft.com/office/powerpoint/2010/mai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0" y="0"/>
            <a:ext cx="9144000" cy="762000"/>
          </a:xfrm>
        </p:spPr>
        <p:txBody>
          <a:bodyPr/>
          <a:lstStyle/>
          <a:p>
            <a:r>
              <a:rPr lang="en-US" sz="4800" b="0" smtClean="0">
                <a:latin typeface="Arial Black" pitchFamily="34" charset="0"/>
              </a:rPr>
              <a:t>Logical OR Example</a:t>
            </a:r>
          </a:p>
        </p:txBody>
      </p:sp>
      <p:sp>
        <p:nvSpPr>
          <p:cNvPr id="10243" name="Text Box 6"/>
          <p:cNvSpPr txBox="1">
            <a:spLocks noChangeArrowheads="1"/>
          </p:cNvSpPr>
          <p:nvPr/>
        </p:nvSpPr>
        <p:spPr bwMode="auto">
          <a:xfrm>
            <a:off x="228600" y="838200"/>
            <a:ext cx="7010400" cy="1824038"/>
          </a:xfrm>
          <a:prstGeom prst="rect">
            <a:avLst/>
          </a:prstGeom>
          <a:solidFill>
            <a:srgbClr val="00FFCC"/>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just"/>
            <a:r>
              <a:rPr lang="en-US" sz="2200" b="1">
                <a:latin typeface="Arial" charset="0"/>
              </a:rPr>
              <a:t>Consider two young ladies who have a rather simplistic, and quite </a:t>
            </a:r>
            <a:r>
              <a:rPr lang="en-US" sz="2200" b="1" i="1">
                <a:latin typeface="Arial" charset="0"/>
              </a:rPr>
              <a:t>politically incorrect</a:t>
            </a:r>
            <a:r>
              <a:rPr lang="en-US" sz="2200" b="1">
                <a:latin typeface="Arial" charset="0"/>
              </a:rPr>
              <a:t>,</a:t>
            </a:r>
            <a:r>
              <a:rPr lang="en-US" sz="2200" b="1" i="1">
                <a:latin typeface="Arial" charset="0"/>
              </a:rPr>
              <a:t> </a:t>
            </a:r>
            <a:r>
              <a:rPr lang="en-US" sz="2200" b="1">
                <a:latin typeface="Arial" charset="0"/>
              </a:rPr>
              <a:t>view of judging potential dates.  The first is Kathy who will date a guy if he is </a:t>
            </a:r>
            <a:r>
              <a:rPr lang="en-US" sz="2200" b="1" u="sng">
                <a:latin typeface="Arial" charset="0"/>
              </a:rPr>
              <a:t>Good Looking</a:t>
            </a:r>
            <a:r>
              <a:rPr lang="en-US" sz="2200" b="1">
                <a:latin typeface="Arial" charset="0"/>
              </a:rPr>
              <a:t> </a:t>
            </a:r>
            <a:r>
              <a:rPr lang="en-US" sz="2200">
                <a:latin typeface="Arial Black" pitchFamily="34" charset="0"/>
              </a:rPr>
              <a:t>OR</a:t>
            </a:r>
            <a:r>
              <a:rPr lang="en-US" sz="2200" b="1">
                <a:latin typeface="Arial" charset="0"/>
              </a:rPr>
              <a:t> drives a </a:t>
            </a:r>
            <a:r>
              <a:rPr lang="en-US" sz="2200" b="1" u="sng">
                <a:latin typeface="Arial" charset="0"/>
              </a:rPr>
              <a:t>Nice Car</a:t>
            </a:r>
            <a:r>
              <a:rPr lang="en-US" sz="2200" b="1">
                <a:latin typeface="Arial" charset="0"/>
              </a:rPr>
              <a:t>. This chart shows her 4 possible cases:</a:t>
            </a:r>
          </a:p>
        </p:txBody>
      </p:sp>
      <p:pic>
        <p:nvPicPr>
          <p:cNvPr id="10244" name="Picture 59" descr="MCj03967260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18375" y="744538"/>
            <a:ext cx="1825625" cy="184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17851" name="Group 91"/>
          <p:cNvGraphicFramePr>
            <a:graphicFrameLocks noGrp="1"/>
          </p:cNvGraphicFramePr>
          <p:nvPr/>
        </p:nvGraphicFramePr>
        <p:xfrm>
          <a:off x="304800" y="3352800"/>
          <a:ext cx="8534400" cy="3505200"/>
        </p:xfrm>
        <a:graphic>
          <a:graphicData uri="http://schemas.openxmlformats.org/drawingml/2006/table">
            <a:tbl>
              <a:tblPr/>
              <a:tblGrid>
                <a:gridCol w="2844800"/>
                <a:gridCol w="2844800"/>
                <a:gridCol w="2844800"/>
              </a:tblGrid>
              <a:tr h="701675">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sz="2800" b="1" i="0" u="none" strike="noStrike" cap="none" normalizeH="0" baseline="0" smtClean="0">
                          <a:ln>
                            <a:noFill/>
                          </a:ln>
                          <a:solidFill>
                            <a:schemeClr val="tx1"/>
                          </a:solidFill>
                          <a:effectLst/>
                          <a:latin typeface="Arial" charset="0"/>
                        </a:rPr>
                        <a:t>Good Looking?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FF"/>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sz="2800" b="1" i="0" u="none" strike="noStrike" cap="none" normalizeH="0" baseline="0" smtClean="0">
                          <a:ln>
                            <a:noFill/>
                          </a:ln>
                          <a:solidFill>
                            <a:schemeClr val="tx1"/>
                          </a:solidFill>
                          <a:effectLst/>
                          <a:latin typeface="Arial" charset="0"/>
                        </a:rPr>
                        <a:t>Nice Car?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FF"/>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sz="2800" b="1" i="0" u="none" strike="noStrike" cap="none" normalizeH="0" baseline="0" smtClean="0">
                          <a:ln>
                            <a:noFill/>
                          </a:ln>
                          <a:solidFill>
                            <a:schemeClr val="tx1"/>
                          </a:solidFill>
                          <a:effectLst/>
                          <a:latin typeface="Arial" charset="0"/>
                        </a:rPr>
                        <a:t>Date Material?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FF"/>
                    </a:solidFill>
                  </a:tcPr>
                </a:tc>
              </a:tr>
              <a:tr h="701675">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endParaRPr kumimoji="0" lang="en-US" sz="2800" b="1" i="0" u="none" strike="noStrike" cap="none" normalizeH="0" baseline="0" smtClean="0">
                        <a:ln>
                          <a:noFill/>
                        </a:ln>
                        <a:solidFill>
                          <a:schemeClr val="tx1"/>
                        </a:solidFill>
                        <a:effectLst/>
                        <a:latin typeface="Times New Roman"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endParaRPr kumimoji="0" lang="en-US" sz="2800" b="1"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endParaRPr kumimoji="0" lang="en-US" sz="2800" b="1"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698500">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endParaRPr kumimoji="0" lang="en-US" sz="2800" b="1" i="0" u="none" strike="noStrike" cap="none" normalizeH="0" baseline="0" smtClean="0">
                        <a:ln>
                          <a:noFill/>
                        </a:ln>
                        <a:solidFill>
                          <a:schemeClr val="tx1"/>
                        </a:solidFill>
                        <a:effectLst/>
                        <a:latin typeface="Times New Roman"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endParaRPr kumimoji="0" lang="en-US" sz="2800" b="1"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endParaRPr kumimoji="0" lang="en-US" sz="2800" b="1"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701675">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endParaRPr kumimoji="0" lang="en-US" sz="2800" b="1" i="0" u="none" strike="noStrike" cap="none" normalizeH="0" baseline="0" smtClean="0">
                        <a:ln>
                          <a:noFill/>
                        </a:ln>
                        <a:solidFill>
                          <a:schemeClr val="tx1"/>
                        </a:solidFill>
                        <a:effectLst/>
                        <a:latin typeface="Times New Roman"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endParaRPr kumimoji="0" lang="en-US" sz="2800" b="1"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endParaRPr kumimoji="0" lang="en-US" sz="2800" b="1"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701675">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endParaRPr kumimoji="0" lang="en-US" sz="2800" b="1" i="0" u="none" strike="noStrike" cap="none" normalizeH="0" baseline="0" smtClean="0">
                        <a:ln>
                          <a:noFill/>
                        </a:ln>
                        <a:solidFill>
                          <a:schemeClr val="tx1"/>
                        </a:solidFill>
                        <a:effectLst/>
                        <a:latin typeface="Times New Roman"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endParaRPr kumimoji="0" lang="en-US" sz="2800" b="1"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endParaRPr kumimoji="0" lang="en-US" sz="2800" b="1"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r>
            </a:tbl>
          </a:graphicData>
        </a:graphic>
      </p:graphicFrame>
      <p:pic>
        <p:nvPicPr>
          <p:cNvPr id="10271" name="Picture 44" descr="j0336887"/>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2743200"/>
            <a:ext cx="514350"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2" name="Picture 52" descr="MCj01575690000[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657600" y="2743200"/>
            <a:ext cx="1824038" cy="70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815" name="Picture 55" descr="MCj01051920000[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010400" y="4038600"/>
            <a:ext cx="990600" cy="75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817" name="Picture 57" descr="j0242001"/>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207250" y="6140450"/>
            <a:ext cx="641350" cy="71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5" name="Picture 58" descr="MCBS01884_0000[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150938" y="5486400"/>
            <a:ext cx="13716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6" name="Picture 93" descr="MCBS01886_0000[1]"/>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143000" y="4114800"/>
            <a:ext cx="1371600"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7" name="Picture 96" descr="MCBS01886_0000[1]"/>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143000" y="4800600"/>
            <a:ext cx="1371600"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8" name="Picture 97" descr="MCBS01886_0000[1]"/>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810000" y="4103688"/>
            <a:ext cx="1371600"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9" name="Picture 98" descr="MCBS01886_0000[1]"/>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810000" y="5475288"/>
            <a:ext cx="1371600"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859" name="Picture 99" descr="MCj01051920000[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010400" y="4735513"/>
            <a:ext cx="990600" cy="75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860" name="Picture 100" descr="MCj01051920000[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010400" y="5421313"/>
            <a:ext cx="990600" cy="75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2" name="Picture 101" descr="MCBS01884_0000[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143000" y="6210300"/>
            <a:ext cx="13716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3" name="Picture 102" descr="MCBS01884_0000[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810000" y="6210300"/>
            <a:ext cx="13716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4" name="Picture 103" descr="MCBS01884_0000[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810000" y="4800600"/>
            <a:ext cx="13716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10830341"/>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4" presetClass="entr" presetSubtype="0" fill="hold" nodeType="clickEffect">
                                  <p:stCondLst>
                                    <p:cond delay="0"/>
                                  </p:stCondLst>
                                  <p:childTnLst>
                                    <p:set>
                                      <p:cBhvr>
                                        <p:cTn id="6" dur="1" fill="hold">
                                          <p:stCondLst>
                                            <p:cond delay="0"/>
                                          </p:stCondLst>
                                        </p:cTn>
                                        <p:tgtEl>
                                          <p:spTgt spid="117815"/>
                                        </p:tgtEl>
                                        <p:attrNameLst>
                                          <p:attrName>style.visibility</p:attrName>
                                        </p:attrNameLst>
                                      </p:cBhvr>
                                      <p:to>
                                        <p:strVal val="visible"/>
                                      </p:to>
                                    </p:set>
                                    <p:anim to="" calcmode="lin" valueType="num">
                                      <p:cBhvr>
                                        <p:cTn id="7" dur="1" fill="hold"/>
                                        <p:tgtEl>
                                          <p:spTgt spid="117815"/>
                                        </p:tgtEl>
                                        <p:attrNameLst>
                                          <p:attrName/>
                                        </p:attrNameLst>
                                      </p:cBhvr>
                                    </p:anim>
                                  </p:childTnLst>
                                </p:cTn>
                              </p:par>
                              <p:par>
                                <p:cTn id="8" presetID="24" presetClass="entr" presetSubtype="0" fill="hold" nodeType="withEffect">
                                  <p:stCondLst>
                                    <p:cond delay="0"/>
                                  </p:stCondLst>
                                  <p:childTnLst>
                                    <p:set>
                                      <p:cBhvr>
                                        <p:cTn id="9" dur="1" fill="hold">
                                          <p:stCondLst>
                                            <p:cond delay="0"/>
                                          </p:stCondLst>
                                        </p:cTn>
                                        <p:tgtEl>
                                          <p:spTgt spid="117859"/>
                                        </p:tgtEl>
                                        <p:attrNameLst>
                                          <p:attrName>style.visibility</p:attrName>
                                        </p:attrNameLst>
                                      </p:cBhvr>
                                      <p:to>
                                        <p:strVal val="visible"/>
                                      </p:to>
                                    </p:set>
                                    <p:anim to="" calcmode="lin" valueType="num">
                                      <p:cBhvr>
                                        <p:cTn id="10" dur="1" fill="hold"/>
                                        <p:tgtEl>
                                          <p:spTgt spid="117859"/>
                                        </p:tgtEl>
                                        <p:attrNameLst>
                                          <p:attrName/>
                                        </p:attrNameLst>
                                      </p:cBhvr>
                                    </p:anim>
                                  </p:childTnLst>
                                </p:cTn>
                              </p:par>
                              <p:par>
                                <p:cTn id="11" presetID="24" presetClass="entr" presetSubtype="0" fill="hold" nodeType="withEffect">
                                  <p:stCondLst>
                                    <p:cond delay="0"/>
                                  </p:stCondLst>
                                  <p:childTnLst>
                                    <p:set>
                                      <p:cBhvr>
                                        <p:cTn id="12" dur="1" fill="hold">
                                          <p:stCondLst>
                                            <p:cond delay="0"/>
                                          </p:stCondLst>
                                        </p:cTn>
                                        <p:tgtEl>
                                          <p:spTgt spid="117860"/>
                                        </p:tgtEl>
                                        <p:attrNameLst>
                                          <p:attrName>style.visibility</p:attrName>
                                        </p:attrNameLst>
                                      </p:cBhvr>
                                      <p:to>
                                        <p:strVal val="visible"/>
                                      </p:to>
                                    </p:set>
                                    <p:anim to="" calcmode="lin" valueType="num">
                                      <p:cBhvr>
                                        <p:cTn id="13" dur="1" fill="hold"/>
                                        <p:tgtEl>
                                          <p:spTgt spid="117860"/>
                                        </p:tgtEl>
                                        <p:attrNameLst>
                                          <p:attrName/>
                                        </p:attrNameLst>
                                      </p:cBhvr>
                                    </p:anim>
                                  </p:childTnLst>
                                </p:cTn>
                              </p:par>
                              <p:par>
                                <p:cTn id="14" presetID="24" presetClass="entr" presetSubtype="0" fill="hold" nodeType="withEffect">
                                  <p:stCondLst>
                                    <p:cond delay="0"/>
                                  </p:stCondLst>
                                  <p:childTnLst>
                                    <p:set>
                                      <p:cBhvr>
                                        <p:cTn id="15" dur="1" fill="hold">
                                          <p:stCondLst>
                                            <p:cond delay="0"/>
                                          </p:stCondLst>
                                        </p:cTn>
                                        <p:tgtEl>
                                          <p:spTgt spid="117817"/>
                                        </p:tgtEl>
                                        <p:attrNameLst>
                                          <p:attrName>style.visibility</p:attrName>
                                        </p:attrNameLst>
                                      </p:cBhvr>
                                      <p:to>
                                        <p:strVal val="visible"/>
                                      </p:to>
                                    </p:set>
                                    <p:anim to="" calcmode="lin" valueType="num">
                                      <p:cBhvr>
                                        <p:cTn id="16" dur="1" fill="hold"/>
                                        <p:tgtEl>
                                          <p:spTgt spid="117817"/>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685800" y="381000"/>
            <a:ext cx="7772400" cy="1143000"/>
          </a:xfrm>
        </p:spPr>
        <p:txBody>
          <a:bodyPr/>
          <a:lstStyle/>
          <a:p>
            <a:r>
              <a:rPr lang="en-US" smtClean="0">
                <a:latin typeface="Arial" charset="0"/>
              </a:rPr>
              <a:t>Boolean Operators</a:t>
            </a:r>
            <a:br>
              <a:rPr lang="en-US" smtClean="0">
                <a:latin typeface="Arial" charset="0"/>
              </a:rPr>
            </a:br>
            <a:r>
              <a:rPr lang="en-US" smtClean="0">
                <a:latin typeface="Arial" charset="0"/>
              </a:rPr>
              <a:t>Boolean OR</a:t>
            </a:r>
            <a:endParaRPr lang="en-US" sz="4000" smtClean="0">
              <a:latin typeface="Arial" charset="0"/>
            </a:endParaRPr>
          </a:p>
        </p:txBody>
      </p:sp>
      <p:sp>
        <p:nvSpPr>
          <p:cNvPr id="11267" name="Text Box 5"/>
          <p:cNvSpPr txBox="1">
            <a:spLocks noChangeArrowheads="1"/>
          </p:cNvSpPr>
          <p:nvPr/>
        </p:nvSpPr>
        <p:spPr bwMode="auto">
          <a:xfrm>
            <a:off x="1600200" y="2155825"/>
            <a:ext cx="1447800" cy="4168775"/>
          </a:xfrm>
          <a:prstGeom prst="rect">
            <a:avLst/>
          </a:prstGeom>
          <a:solidFill>
            <a:srgbClr val="00FFFF"/>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4400" b="1">
                <a:latin typeface="Arial" charset="0"/>
              </a:rPr>
              <a:t>A</a:t>
            </a:r>
          </a:p>
          <a:p>
            <a:pPr algn="ctr"/>
            <a:endParaRPr lang="en-US" sz="4400" b="1">
              <a:latin typeface="Arial" charset="0"/>
            </a:endParaRPr>
          </a:p>
          <a:p>
            <a:pPr algn="ctr"/>
            <a:r>
              <a:rPr lang="en-US" sz="4400" b="1">
                <a:latin typeface="Arial" charset="0"/>
              </a:rPr>
              <a:t>T</a:t>
            </a:r>
          </a:p>
          <a:p>
            <a:pPr algn="ctr"/>
            <a:r>
              <a:rPr lang="en-US" sz="4400" b="1">
                <a:latin typeface="Arial" charset="0"/>
              </a:rPr>
              <a:t>T</a:t>
            </a:r>
          </a:p>
          <a:p>
            <a:pPr algn="ctr"/>
            <a:r>
              <a:rPr lang="en-US" sz="4400" b="1">
                <a:latin typeface="Arial" charset="0"/>
              </a:rPr>
              <a:t>F</a:t>
            </a:r>
          </a:p>
          <a:p>
            <a:pPr algn="ctr"/>
            <a:r>
              <a:rPr lang="en-US" sz="4400" b="1">
                <a:latin typeface="Arial" charset="0"/>
              </a:rPr>
              <a:t>F</a:t>
            </a:r>
            <a:endParaRPr lang="en-US" sz="1600" i="1">
              <a:latin typeface="Arial" charset="0"/>
            </a:endParaRPr>
          </a:p>
        </p:txBody>
      </p:sp>
      <p:sp>
        <p:nvSpPr>
          <p:cNvPr id="11268" name="Text Box 6"/>
          <p:cNvSpPr txBox="1">
            <a:spLocks noChangeArrowheads="1"/>
          </p:cNvSpPr>
          <p:nvPr/>
        </p:nvSpPr>
        <p:spPr bwMode="auto">
          <a:xfrm>
            <a:off x="3505200" y="2155825"/>
            <a:ext cx="1447800" cy="4168775"/>
          </a:xfrm>
          <a:prstGeom prst="rect">
            <a:avLst/>
          </a:prstGeom>
          <a:solidFill>
            <a:srgbClr val="00FFFF"/>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4400" b="1">
                <a:latin typeface="Arial" charset="0"/>
              </a:rPr>
              <a:t>B</a:t>
            </a:r>
          </a:p>
          <a:p>
            <a:pPr algn="ctr"/>
            <a:endParaRPr lang="en-US" sz="4400" b="1">
              <a:latin typeface="Arial" charset="0"/>
            </a:endParaRPr>
          </a:p>
          <a:p>
            <a:pPr algn="ctr"/>
            <a:r>
              <a:rPr lang="en-US" sz="4400" b="1">
                <a:latin typeface="Arial" charset="0"/>
              </a:rPr>
              <a:t>T</a:t>
            </a:r>
          </a:p>
          <a:p>
            <a:pPr algn="ctr"/>
            <a:r>
              <a:rPr lang="en-US" sz="4400" b="1">
                <a:latin typeface="Arial" charset="0"/>
              </a:rPr>
              <a:t>F</a:t>
            </a:r>
          </a:p>
          <a:p>
            <a:pPr algn="ctr"/>
            <a:r>
              <a:rPr lang="en-US" sz="4400" b="1">
                <a:latin typeface="Arial" charset="0"/>
              </a:rPr>
              <a:t>T</a:t>
            </a:r>
          </a:p>
          <a:p>
            <a:pPr algn="ctr"/>
            <a:r>
              <a:rPr lang="en-US" sz="4400" b="1">
                <a:latin typeface="Arial" charset="0"/>
              </a:rPr>
              <a:t>F</a:t>
            </a:r>
            <a:endParaRPr lang="en-US" sz="1600" i="1">
              <a:latin typeface="Arial" charset="0"/>
            </a:endParaRPr>
          </a:p>
        </p:txBody>
      </p:sp>
      <p:sp>
        <p:nvSpPr>
          <p:cNvPr id="46087" name="Text Box 7"/>
          <p:cNvSpPr txBox="1">
            <a:spLocks noChangeArrowheads="1"/>
          </p:cNvSpPr>
          <p:nvPr/>
        </p:nvSpPr>
        <p:spPr bwMode="auto">
          <a:xfrm>
            <a:off x="5410200" y="2155825"/>
            <a:ext cx="2362200" cy="4168775"/>
          </a:xfrm>
          <a:prstGeom prst="rect">
            <a:avLst/>
          </a:prstGeom>
          <a:solidFill>
            <a:srgbClr val="00FF00"/>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4400" b="1">
                <a:latin typeface="Arial" charset="0"/>
              </a:rPr>
              <a:t>A or B</a:t>
            </a:r>
          </a:p>
          <a:p>
            <a:pPr algn="ctr"/>
            <a:endParaRPr lang="en-US" sz="4400" b="1">
              <a:latin typeface="Arial" charset="0"/>
            </a:endParaRPr>
          </a:p>
          <a:p>
            <a:pPr algn="ctr"/>
            <a:r>
              <a:rPr lang="en-US" sz="4400" b="1">
                <a:latin typeface="Arial" charset="0"/>
              </a:rPr>
              <a:t>T</a:t>
            </a:r>
          </a:p>
          <a:p>
            <a:pPr algn="ctr"/>
            <a:r>
              <a:rPr lang="en-US" sz="4400" b="1">
                <a:latin typeface="Arial" charset="0"/>
              </a:rPr>
              <a:t>T</a:t>
            </a:r>
          </a:p>
          <a:p>
            <a:pPr algn="ctr"/>
            <a:r>
              <a:rPr lang="en-US" sz="4400" b="1">
                <a:latin typeface="Arial" charset="0"/>
              </a:rPr>
              <a:t>T</a:t>
            </a:r>
          </a:p>
          <a:p>
            <a:pPr algn="ctr"/>
            <a:r>
              <a:rPr lang="en-US" sz="4400" b="1">
                <a:latin typeface="Arial" charset="0"/>
              </a:rPr>
              <a:t>F</a:t>
            </a:r>
            <a:endParaRPr lang="en-US" sz="1600" i="1">
              <a:latin typeface="Arial" charset="0"/>
            </a:endParaRPr>
          </a:p>
        </p:txBody>
      </p:sp>
    </p:spTree>
    <p:extLst>
      <p:ext uri="{BB962C8B-B14F-4D97-AF65-F5344CB8AC3E}">
        <p14:creationId xmlns:p14="http://schemas.microsoft.com/office/powerpoint/2010/main" val="3774061829"/>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46087"/>
                                        </p:tgtEl>
                                        <p:attrNameLst>
                                          <p:attrName>style.visibility</p:attrName>
                                        </p:attrNameLst>
                                      </p:cBhvr>
                                      <p:to>
                                        <p:strVal val="visible"/>
                                      </p:to>
                                    </p:set>
                                    <p:anim to="" calcmode="lin" valueType="num">
                                      <p:cBhvr>
                                        <p:cTn id="7" dur="1" fill="hold"/>
                                        <p:tgtEl>
                                          <p:spTgt spid="46087"/>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7"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0" y="0"/>
            <a:ext cx="9144000" cy="762000"/>
          </a:xfrm>
        </p:spPr>
        <p:txBody>
          <a:bodyPr/>
          <a:lstStyle/>
          <a:p>
            <a:r>
              <a:rPr lang="en-US" sz="4800" b="0" smtClean="0">
                <a:latin typeface="Arial Black" pitchFamily="34" charset="0"/>
              </a:rPr>
              <a:t>Logical AND Example</a:t>
            </a:r>
          </a:p>
        </p:txBody>
      </p:sp>
      <p:sp>
        <p:nvSpPr>
          <p:cNvPr id="12291" name="Text Box 3"/>
          <p:cNvSpPr txBox="1">
            <a:spLocks noChangeArrowheads="1"/>
          </p:cNvSpPr>
          <p:nvPr/>
        </p:nvSpPr>
        <p:spPr bwMode="auto">
          <a:xfrm>
            <a:off x="228600" y="838200"/>
            <a:ext cx="7010400" cy="1108075"/>
          </a:xfrm>
          <a:prstGeom prst="rect">
            <a:avLst/>
          </a:prstGeom>
          <a:solidFill>
            <a:srgbClr val="00FFCC"/>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just"/>
            <a:r>
              <a:rPr lang="en-US" sz="2200" b="1">
                <a:latin typeface="Arial" charset="0"/>
              </a:rPr>
              <a:t>Suzy is more picky than Kathy.  Suzy will only date a guy if he BOTH </a:t>
            </a:r>
            <a:r>
              <a:rPr lang="en-US" sz="2200" b="1" u="sng">
                <a:latin typeface="Arial" charset="0"/>
              </a:rPr>
              <a:t>Good Looking</a:t>
            </a:r>
            <a:r>
              <a:rPr lang="en-US" sz="2200" b="1">
                <a:latin typeface="Arial" charset="0"/>
              </a:rPr>
              <a:t> </a:t>
            </a:r>
            <a:r>
              <a:rPr lang="en-US" sz="2200">
                <a:latin typeface="Arial Black" pitchFamily="34" charset="0"/>
              </a:rPr>
              <a:t>AND</a:t>
            </a:r>
            <a:r>
              <a:rPr lang="en-US" sz="2200" b="1">
                <a:latin typeface="Arial" charset="0"/>
              </a:rPr>
              <a:t> drives a </a:t>
            </a:r>
            <a:r>
              <a:rPr lang="en-US" sz="2200" b="1" u="sng">
                <a:latin typeface="Arial" charset="0"/>
              </a:rPr>
              <a:t>Nice Car</a:t>
            </a:r>
            <a:r>
              <a:rPr lang="en-US" sz="2200" b="1">
                <a:latin typeface="Arial" charset="0"/>
              </a:rPr>
              <a:t>. This chart shows her 4 possible cases:</a:t>
            </a:r>
          </a:p>
        </p:txBody>
      </p:sp>
      <p:graphicFrame>
        <p:nvGraphicFramePr>
          <p:cNvPr id="119813" name="Group 5"/>
          <p:cNvGraphicFramePr>
            <a:graphicFrameLocks noGrp="1"/>
          </p:cNvGraphicFramePr>
          <p:nvPr/>
        </p:nvGraphicFramePr>
        <p:xfrm>
          <a:off x="304800" y="3352800"/>
          <a:ext cx="8534400" cy="3505200"/>
        </p:xfrm>
        <a:graphic>
          <a:graphicData uri="http://schemas.openxmlformats.org/drawingml/2006/table">
            <a:tbl>
              <a:tblPr/>
              <a:tblGrid>
                <a:gridCol w="2844800"/>
                <a:gridCol w="2844800"/>
                <a:gridCol w="2844800"/>
              </a:tblGrid>
              <a:tr h="701675">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sz="2800" b="1" i="0" u="none" strike="noStrike" cap="none" normalizeH="0" baseline="0" smtClean="0">
                          <a:ln>
                            <a:noFill/>
                          </a:ln>
                          <a:solidFill>
                            <a:schemeClr val="tx1"/>
                          </a:solidFill>
                          <a:effectLst/>
                          <a:latin typeface="Arial" charset="0"/>
                        </a:rPr>
                        <a:t>Good Looking?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FF"/>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sz="2800" b="1" i="0" u="none" strike="noStrike" cap="none" normalizeH="0" baseline="0" smtClean="0">
                          <a:ln>
                            <a:noFill/>
                          </a:ln>
                          <a:solidFill>
                            <a:schemeClr val="tx1"/>
                          </a:solidFill>
                          <a:effectLst/>
                          <a:latin typeface="Arial" charset="0"/>
                        </a:rPr>
                        <a:t>Nice Car?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FF"/>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sz="2800" b="1" i="0" u="none" strike="noStrike" cap="none" normalizeH="0" baseline="0" smtClean="0">
                          <a:ln>
                            <a:noFill/>
                          </a:ln>
                          <a:solidFill>
                            <a:schemeClr val="tx1"/>
                          </a:solidFill>
                          <a:effectLst/>
                          <a:latin typeface="Arial" charset="0"/>
                        </a:rPr>
                        <a:t>Date Material?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FF"/>
                    </a:solidFill>
                  </a:tcPr>
                </a:tc>
              </a:tr>
              <a:tr h="701675">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endParaRPr kumimoji="0" lang="en-US" sz="2800" b="1" i="0" u="none" strike="noStrike" cap="none" normalizeH="0" baseline="0" smtClean="0">
                        <a:ln>
                          <a:noFill/>
                        </a:ln>
                        <a:solidFill>
                          <a:schemeClr val="tx1"/>
                        </a:solidFill>
                        <a:effectLst/>
                        <a:latin typeface="Times New Roman"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endParaRPr kumimoji="0" lang="en-US" sz="2800" b="1"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endParaRPr kumimoji="0" lang="en-US" sz="2800" b="1"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698500">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endParaRPr kumimoji="0" lang="en-US" sz="2800" b="1" i="0" u="none" strike="noStrike" cap="none" normalizeH="0" baseline="0" smtClean="0">
                        <a:ln>
                          <a:noFill/>
                        </a:ln>
                        <a:solidFill>
                          <a:schemeClr val="tx1"/>
                        </a:solidFill>
                        <a:effectLst/>
                        <a:latin typeface="Times New Roman"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endParaRPr kumimoji="0" lang="en-US" sz="2800" b="1"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endParaRPr kumimoji="0" lang="en-US" sz="2800" b="1"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701675">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endParaRPr kumimoji="0" lang="en-US" sz="2800" b="1" i="0" u="none" strike="noStrike" cap="none" normalizeH="0" baseline="0" smtClean="0">
                        <a:ln>
                          <a:noFill/>
                        </a:ln>
                        <a:solidFill>
                          <a:schemeClr val="tx1"/>
                        </a:solidFill>
                        <a:effectLst/>
                        <a:latin typeface="Times New Roman"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endParaRPr kumimoji="0" lang="en-US" sz="2800" b="1"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endParaRPr kumimoji="0" lang="en-US" sz="2800" b="1"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701675">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endParaRPr kumimoji="0" lang="en-US" sz="2800" b="1" i="0" u="none" strike="noStrike" cap="none" normalizeH="0" baseline="0" smtClean="0">
                        <a:ln>
                          <a:noFill/>
                        </a:ln>
                        <a:solidFill>
                          <a:schemeClr val="tx1"/>
                        </a:solidFill>
                        <a:effectLst/>
                        <a:latin typeface="Times New Roman"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endParaRPr kumimoji="0" lang="en-US" sz="2800" b="1"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endParaRPr kumimoji="0" lang="en-US" sz="2800" b="1"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r>
            </a:tbl>
          </a:graphicData>
        </a:graphic>
      </p:graphicFrame>
      <p:pic>
        <p:nvPicPr>
          <p:cNvPr id="119841" name="Picture 33" descr="MCj01051920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10400" y="4038600"/>
            <a:ext cx="990600" cy="75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9842" name="Picture 34" descr="j0242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7250" y="4768850"/>
            <a:ext cx="641350" cy="71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20" name="Picture 35" descr="MCBS01884_0000[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50938" y="5486400"/>
            <a:ext cx="13716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21" name="Picture 36" descr="MCBS01886_0000[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3000" y="4114800"/>
            <a:ext cx="1371600"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22" name="Picture 37" descr="MCBS01886_0000[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3000" y="4800600"/>
            <a:ext cx="1371600"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23" name="Picture 38" descr="MCBS01886_0000[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810000" y="4103688"/>
            <a:ext cx="1371600"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24" name="Picture 39" descr="MCBS01886_0000[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810000" y="5475288"/>
            <a:ext cx="1371600"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25" name="Picture 42" descr="MCBS01884_0000[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3000" y="6210300"/>
            <a:ext cx="13716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26" name="Picture 43" descr="MCBS01884_0000[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810000" y="6210300"/>
            <a:ext cx="13716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27" name="Picture 44" descr="MCBS01884_0000[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810000" y="4800600"/>
            <a:ext cx="13716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28" name="Picture 45" descr="MCj03967320000[1]"/>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318375" y="838200"/>
            <a:ext cx="1825625" cy="182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9854" name="Picture 46" descr="j0242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7250" y="5454650"/>
            <a:ext cx="641350" cy="71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9855" name="Picture 47" descr="j0242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7250" y="6140450"/>
            <a:ext cx="641350" cy="71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31" name="Picture 48" descr="MCj01978940000[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546475" y="2057400"/>
            <a:ext cx="2168525" cy="152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32" name="Picture 50" descr="j0234774"/>
          <p:cNvPicPr>
            <a:picLocks noChangeAspect="1" noChangeArrowheads="1" noCrop="1"/>
          </p:cNvPicPr>
          <p:nvPr/>
        </p:nvPicPr>
        <p:blipFill>
          <a:blip r:embed="rId8">
            <a:extLst>
              <a:ext uri="{28A0092B-C50C-407E-A947-70E740481C1C}">
                <a14:useLocalDpi xmlns:a14="http://schemas.microsoft.com/office/drawing/2010/main" val="0"/>
              </a:ext>
            </a:extLst>
          </a:blip>
          <a:srcRect/>
          <a:stretch>
            <a:fillRect/>
          </a:stretch>
        </p:blipFill>
        <p:spPr bwMode="auto">
          <a:xfrm>
            <a:off x="1066800" y="2057400"/>
            <a:ext cx="1304925"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81318408"/>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4" presetClass="entr" presetSubtype="0" fill="hold" nodeType="clickEffect">
                                  <p:stCondLst>
                                    <p:cond delay="0"/>
                                  </p:stCondLst>
                                  <p:childTnLst>
                                    <p:set>
                                      <p:cBhvr>
                                        <p:cTn id="6" dur="1" fill="hold">
                                          <p:stCondLst>
                                            <p:cond delay="0"/>
                                          </p:stCondLst>
                                        </p:cTn>
                                        <p:tgtEl>
                                          <p:spTgt spid="119841"/>
                                        </p:tgtEl>
                                        <p:attrNameLst>
                                          <p:attrName>style.visibility</p:attrName>
                                        </p:attrNameLst>
                                      </p:cBhvr>
                                      <p:to>
                                        <p:strVal val="visible"/>
                                      </p:to>
                                    </p:set>
                                    <p:anim to="" calcmode="lin" valueType="num">
                                      <p:cBhvr>
                                        <p:cTn id="7" dur="1" fill="hold"/>
                                        <p:tgtEl>
                                          <p:spTgt spid="119841"/>
                                        </p:tgtEl>
                                        <p:attrNameLst>
                                          <p:attrName/>
                                        </p:attrNameLst>
                                      </p:cBhvr>
                                    </p:anim>
                                  </p:childTnLst>
                                </p:cTn>
                              </p:par>
                              <p:par>
                                <p:cTn id="8" presetID="24" presetClass="entr" presetSubtype="0" fill="hold" nodeType="withEffect">
                                  <p:stCondLst>
                                    <p:cond delay="0"/>
                                  </p:stCondLst>
                                  <p:childTnLst>
                                    <p:set>
                                      <p:cBhvr>
                                        <p:cTn id="9" dur="1" fill="hold">
                                          <p:stCondLst>
                                            <p:cond delay="0"/>
                                          </p:stCondLst>
                                        </p:cTn>
                                        <p:tgtEl>
                                          <p:spTgt spid="119842"/>
                                        </p:tgtEl>
                                        <p:attrNameLst>
                                          <p:attrName>style.visibility</p:attrName>
                                        </p:attrNameLst>
                                      </p:cBhvr>
                                      <p:to>
                                        <p:strVal val="visible"/>
                                      </p:to>
                                    </p:set>
                                    <p:anim to="" calcmode="lin" valueType="num">
                                      <p:cBhvr>
                                        <p:cTn id="10" dur="1" fill="hold"/>
                                        <p:tgtEl>
                                          <p:spTgt spid="119842"/>
                                        </p:tgtEl>
                                        <p:attrNameLst>
                                          <p:attrName/>
                                        </p:attrNameLst>
                                      </p:cBhvr>
                                    </p:anim>
                                  </p:childTnLst>
                                </p:cTn>
                              </p:par>
                              <p:par>
                                <p:cTn id="11" presetID="24" presetClass="entr" presetSubtype="0" fill="hold" nodeType="withEffect">
                                  <p:stCondLst>
                                    <p:cond delay="0"/>
                                  </p:stCondLst>
                                  <p:childTnLst>
                                    <p:set>
                                      <p:cBhvr>
                                        <p:cTn id="12" dur="1" fill="hold">
                                          <p:stCondLst>
                                            <p:cond delay="0"/>
                                          </p:stCondLst>
                                        </p:cTn>
                                        <p:tgtEl>
                                          <p:spTgt spid="119854"/>
                                        </p:tgtEl>
                                        <p:attrNameLst>
                                          <p:attrName>style.visibility</p:attrName>
                                        </p:attrNameLst>
                                      </p:cBhvr>
                                      <p:to>
                                        <p:strVal val="visible"/>
                                      </p:to>
                                    </p:set>
                                    <p:anim to="" calcmode="lin" valueType="num">
                                      <p:cBhvr>
                                        <p:cTn id="13" dur="1" fill="hold"/>
                                        <p:tgtEl>
                                          <p:spTgt spid="119854"/>
                                        </p:tgtEl>
                                        <p:attrNameLst>
                                          <p:attrName/>
                                        </p:attrNameLst>
                                      </p:cBhvr>
                                    </p:anim>
                                  </p:childTnLst>
                                </p:cTn>
                              </p:par>
                              <p:par>
                                <p:cTn id="14" presetID="24" presetClass="entr" presetSubtype="0" fill="hold" nodeType="withEffect">
                                  <p:stCondLst>
                                    <p:cond delay="0"/>
                                  </p:stCondLst>
                                  <p:childTnLst>
                                    <p:set>
                                      <p:cBhvr>
                                        <p:cTn id="15" dur="1" fill="hold">
                                          <p:stCondLst>
                                            <p:cond delay="0"/>
                                          </p:stCondLst>
                                        </p:cTn>
                                        <p:tgtEl>
                                          <p:spTgt spid="119855"/>
                                        </p:tgtEl>
                                        <p:attrNameLst>
                                          <p:attrName>style.visibility</p:attrName>
                                        </p:attrNameLst>
                                      </p:cBhvr>
                                      <p:to>
                                        <p:strVal val="visible"/>
                                      </p:to>
                                    </p:set>
                                    <p:anim to="" calcmode="lin" valueType="num">
                                      <p:cBhvr>
                                        <p:cTn id="16" dur="1" fill="hold"/>
                                        <p:tgtEl>
                                          <p:spTgt spid="119855"/>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685800" y="381000"/>
            <a:ext cx="7772400" cy="1143000"/>
          </a:xfrm>
        </p:spPr>
        <p:txBody>
          <a:bodyPr/>
          <a:lstStyle/>
          <a:p>
            <a:r>
              <a:rPr lang="en-US" smtClean="0">
                <a:latin typeface="Arial" charset="0"/>
              </a:rPr>
              <a:t>Boolean Operators</a:t>
            </a:r>
            <a:br>
              <a:rPr lang="en-US" smtClean="0">
                <a:latin typeface="Arial" charset="0"/>
              </a:rPr>
            </a:br>
            <a:r>
              <a:rPr lang="en-US" smtClean="0">
                <a:latin typeface="Arial" charset="0"/>
              </a:rPr>
              <a:t>Boolean AND</a:t>
            </a:r>
            <a:endParaRPr lang="en-US" sz="4000" smtClean="0">
              <a:latin typeface="Arial" charset="0"/>
            </a:endParaRPr>
          </a:p>
        </p:txBody>
      </p:sp>
      <p:sp>
        <p:nvSpPr>
          <p:cNvPr id="13315" name="Text Box 5"/>
          <p:cNvSpPr txBox="1">
            <a:spLocks noChangeArrowheads="1"/>
          </p:cNvSpPr>
          <p:nvPr/>
        </p:nvSpPr>
        <p:spPr bwMode="auto">
          <a:xfrm>
            <a:off x="1600200" y="2155825"/>
            <a:ext cx="1447800" cy="4168775"/>
          </a:xfrm>
          <a:prstGeom prst="rect">
            <a:avLst/>
          </a:prstGeom>
          <a:solidFill>
            <a:srgbClr val="00FFFF"/>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4400" b="1">
                <a:latin typeface="Arial" charset="0"/>
              </a:rPr>
              <a:t>A</a:t>
            </a:r>
          </a:p>
          <a:p>
            <a:pPr algn="ctr"/>
            <a:endParaRPr lang="en-US" sz="4400" b="1">
              <a:latin typeface="Arial" charset="0"/>
            </a:endParaRPr>
          </a:p>
          <a:p>
            <a:pPr algn="ctr"/>
            <a:r>
              <a:rPr lang="en-US" sz="4400" b="1">
                <a:latin typeface="Arial" charset="0"/>
              </a:rPr>
              <a:t>T</a:t>
            </a:r>
          </a:p>
          <a:p>
            <a:pPr algn="ctr"/>
            <a:r>
              <a:rPr lang="en-US" sz="4400" b="1">
                <a:latin typeface="Arial" charset="0"/>
              </a:rPr>
              <a:t>T</a:t>
            </a:r>
          </a:p>
          <a:p>
            <a:pPr algn="ctr"/>
            <a:r>
              <a:rPr lang="en-US" sz="4400" b="1">
                <a:latin typeface="Arial" charset="0"/>
              </a:rPr>
              <a:t>F</a:t>
            </a:r>
          </a:p>
          <a:p>
            <a:pPr algn="ctr"/>
            <a:r>
              <a:rPr lang="en-US" sz="4400" b="1">
                <a:latin typeface="Arial" charset="0"/>
              </a:rPr>
              <a:t>F</a:t>
            </a:r>
            <a:endParaRPr lang="en-US" sz="1600" i="1">
              <a:latin typeface="Arial" charset="0"/>
            </a:endParaRPr>
          </a:p>
        </p:txBody>
      </p:sp>
      <p:sp>
        <p:nvSpPr>
          <p:cNvPr id="13316" name="Text Box 6"/>
          <p:cNvSpPr txBox="1">
            <a:spLocks noChangeArrowheads="1"/>
          </p:cNvSpPr>
          <p:nvPr/>
        </p:nvSpPr>
        <p:spPr bwMode="auto">
          <a:xfrm>
            <a:off x="3505200" y="2155825"/>
            <a:ext cx="1447800" cy="4168775"/>
          </a:xfrm>
          <a:prstGeom prst="rect">
            <a:avLst/>
          </a:prstGeom>
          <a:solidFill>
            <a:srgbClr val="00FFFF"/>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4400" b="1">
                <a:latin typeface="Arial" charset="0"/>
              </a:rPr>
              <a:t>B</a:t>
            </a:r>
          </a:p>
          <a:p>
            <a:pPr algn="ctr"/>
            <a:endParaRPr lang="en-US" sz="4400" b="1">
              <a:latin typeface="Arial" charset="0"/>
            </a:endParaRPr>
          </a:p>
          <a:p>
            <a:pPr algn="ctr"/>
            <a:r>
              <a:rPr lang="en-US" sz="4400" b="1">
                <a:latin typeface="Arial" charset="0"/>
              </a:rPr>
              <a:t>T</a:t>
            </a:r>
          </a:p>
          <a:p>
            <a:pPr algn="ctr"/>
            <a:r>
              <a:rPr lang="en-US" sz="4400" b="1">
                <a:latin typeface="Arial" charset="0"/>
              </a:rPr>
              <a:t>F</a:t>
            </a:r>
          </a:p>
          <a:p>
            <a:pPr algn="ctr"/>
            <a:r>
              <a:rPr lang="en-US" sz="4400" b="1">
                <a:latin typeface="Arial" charset="0"/>
              </a:rPr>
              <a:t>T</a:t>
            </a:r>
          </a:p>
          <a:p>
            <a:pPr algn="ctr"/>
            <a:r>
              <a:rPr lang="en-US" sz="4400" b="1">
                <a:latin typeface="Arial" charset="0"/>
              </a:rPr>
              <a:t>F</a:t>
            </a:r>
            <a:endParaRPr lang="en-US" sz="1600" i="1">
              <a:latin typeface="Arial" charset="0"/>
            </a:endParaRPr>
          </a:p>
        </p:txBody>
      </p:sp>
      <p:sp>
        <p:nvSpPr>
          <p:cNvPr id="47111" name="Text Box 7"/>
          <p:cNvSpPr txBox="1">
            <a:spLocks noChangeArrowheads="1"/>
          </p:cNvSpPr>
          <p:nvPr/>
        </p:nvSpPr>
        <p:spPr bwMode="auto">
          <a:xfrm>
            <a:off x="5410200" y="2155825"/>
            <a:ext cx="2362200" cy="4168775"/>
          </a:xfrm>
          <a:prstGeom prst="rect">
            <a:avLst/>
          </a:prstGeom>
          <a:solidFill>
            <a:srgbClr val="00FF00"/>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4400" b="1">
                <a:latin typeface="Arial" charset="0"/>
              </a:rPr>
              <a:t>A and B</a:t>
            </a:r>
          </a:p>
          <a:p>
            <a:pPr algn="ctr"/>
            <a:endParaRPr lang="en-US" sz="4400" b="1">
              <a:latin typeface="Arial" charset="0"/>
            </a:endParaRPr>
          </a:p>
          <a:p>
            <a:pPr algn="ctr"/>
            <a:r>
              <a:rPr lang="en-US" sz="4400" b="1">
                <a:latin typeface="Arial" charset="0"/>
              </a:rPr>
              <a:t>T</a:t>
            </a:r>
          </a:p>
          <a:p>
            <a:pPr algn="ctr"/>
            <a:r>
              <a:rPr lang="en-US" sz="4400" b="1">
                <a:latin typeface="Arial" charset="0"/>
              </a:rPr>
              <a:t>F</a:t>
            </a:r>
          </a:p>
          <a:p>
            <a:pPr algn="ctr"/>
            <a:r>
              <a:rPr lang="en-US" sz="4400" b="1">
                <a:latin typeface="Arial" charset="0"/>
              </a:rPr>
              <a:t>F</a:t>
            </a:r>
          </a:p>
          <a:p>
            <a:pPr algn="ctr"/>
            <a:r>
              <a:rPr lang="en-US" sz="4400" b="1">
                <a:latin typeface="Arial" charset="0"/>
              </a:rPr>
              <a:t>F</a:t>
            </a:r>
            <a:endParaRPr lang="en-US" sz="1600" i="1">
              <a:latin typeface="Arial" charset="0"/>
            </a:endParaRPr>
          </a:p>
        </p:txBody>
      </p:sp>
    </p:spTree>
    <p:extLst>
      <p:ext uri="{BB962C8B-B14F-4D97-AF65-F5344CB8AC3E}">
        <p14:creationId xmlns:p14="http://schemas.microsoft.com/office/powerpoint/2010/main" val="3310151424"/>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47111"/>
                                        </p:tgtEl>
                                        <p:attrNameLst>
                                          <p:attrName>style.visibility</p:attrName>
                                        </p:attrNameLst>
                                      </p:cBhvr>
                                      <p:to>
                                        <p:strVal val="visible"/>
                                      </p:to>
                                    </p:set>
                                    <p:anim to="" calcmode="lin" valueType="num">
                                      <p:cBhvr>
                                        <p:cTn id="7" dur="1" fill="hold"/>
                                        <p:tgtEl>
                                          <p:spTgt spid="47111"/>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11"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685800" y="381000"/>
            <a:ext cx="7772400" cy="1143000"/>
          </a:xfrm>
        </p:spPr>
        <p:txBody>
          <a:bodyPr/>
          <a:lstStyle/>
          <a:p>
            <a:r>
              <a:rPr lang="en-US" smtClean="0">
                <a:latin typeface="Arial" charset="0"/>
              </a:rPr>
              <a:t>Boolean Operators</a:t>
            </a:r>
            <a:br>
              <a:rPr lang="en-US" smtClean="0">
                <a:latin typeface="Arial" charset="0"/>
              </a:rPr>
            </a:br>
            <a:r>
              <a:rPr lang="en-US" smtClean="0">
                <a:latin typeface="Arial" charset="0"/>
              </a:rPr>
              <a:t>Boolean XOR</a:t>
            </a:r>
            <a:endParaRPr lang="en-US" sz="4000" smtClean="0">
              <a:latin typeface="Arial" charset="0"/>
            </a:endParaRPr>
          </a:p>
        </p:txBody>
      </p:sp>
      <p:sp>
        <p:nvSpPr>
          <p:cNvPr id="14339" name="Text Box 5"/>
          <p:cNvSpPr txBox="1">
            <a:spLocks noChangeArrowheads="1"/>
          </p:cNvSpPr>
          <p:nvPr/>
        </p:nvSpPr>
        <p:spPr bwMode="auto">
          <a:xfrm>
            <a:off x="1600200" y="2155825"/>
            <a:ext cx="1447800" cy="4168775"/>
          </a:xfrm>
          <a:prstGeom prst="rect">
            <a:avLst/>
          </a:prstGeom>
          <a:solidFill>
            <a:srgbClr val="00FFFF"/>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4400" b="1">
                <a:latin typeface="Arial" charset="0"/>
              </a:rPr>
              <a:t>A</a:t>
            </a:r>
          </a:p>
          <a:p>
            <a:pPr algn="ctr"/>
            <a:endParaRPr lang="en-US" sz="4400" b="1">
              <a:latin typeface="Arial" charset="0"/>
            </a:endParaRPr>
          </a:p>
          <a:p>
            <a:pPr algn="ctr"/>
            <a:r>
              <a:rPr lang="en-US" sz="4400" b="1">
                <a:latin typeface="Arial" charset="0"/>
              </a:rPr>
              <a:t>T</a:t>
            </a:r>
          </a:p>
          <a:p>
            <a:pPr algn="ctr"/>
            <a:r>
              <a:rPr lang="en-US" sz="4400" b="1">
                <a:latin typeface="Arial" charset="0"/>
              </a:rPr>
              <a:t>T</a:t>
            </a:r>
          </a:p>
          <a:p>
            <a:pPr algn="ctr"/>
            <a:r>
              <a:rPr lang="en-US" sz="4400" b="1">
                <a:latin typeface="Arial" charset="0"/>
              </a:rPr>
              <a:t>F</a:t>
            </a:r>
          </a:p>
          <a:p>
            <a:pPr algn="ctr"/>
            <a:r>
              <a:rPr lang="en-US" sz="4400" b="1">
                <a:latin typeface="Arial" charset="0"/>
              </a:rPr>
              <a:t>F</a:t>
            </a:r>
            <a:endParaRPr lang="en-US" sz="1600" i="1">
              <a:latin typeface="Arial" charset="0"/>
            </a:endParaRPr>
          </a:p>
        </p:txBody>
      </p:sp>
      <p:sp>
        <p:nvSpPr>
          <p:cNvPr id="14340" name="Text Box 6"/>
          <p:cNvSpPr txBox="1">
            <a:spLocks noChangeArrowheads="1"/>
          </p:cNvSpPr>
          <p:nvPr/>
        </p:nvSpPr>
        <p:spPr bwMode="auto">
          <a:xfrm>
            <a:off x="3505200" y="2155825"/>
            <a:ext cx="1447800" cy="4168775"/>
          </a:xfrm>
          <a:prstGeom prst="rect">
            <a:avLst/>
          </a:prstGeom>
          <a:solidFill>
            <a:srgbClr val="00FFFF"/>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4400" b="1">
                <a:latin typeface="Arial" charset="0"/>
              </a:rPr>
              <a:t>B</a:t>
            </a:r>
          </a:p>
          <a:p>
            <a:pPr algn="ctr"/>
            <a:endParaRPr lang="en-US" sz="4400" b="1">
              <a:latin typeface="Arial" charset="0"/>
            </a:endParaRPr>
          </a:p>
          <a:p>
            <a:pPr algn="ctr"/>
            <a:r>
              <a:rPr lang="en-US" sz="4400" b="1">
                <a:latin typeface="Arial" charset="0"/>
              </a:rPr>
              <a:t>T</a:t>
            </a:r>
          </a:p>
          <a:p>
            <a:pPr algn="ctr"/>
            <a:r>
              <a:rPr lang="en-US" sz="4400" b="1">
                <a:latin typeface="Arial" charset="0"/>
              </a:rPr>
              <a:t>F</a:t>
            </a:r>
          </a:p>
          <a:p>
            <a:pPr algn="ctr"/>
            <a:r>
              <a:rPr lang="en-US" sz="4400" b="1">
                <a:latin typeface="Arial" charset="0"/>
              </a:rPr>
              <a:t>T</a:t>
            </a:r>
          </a:p>
          <a:p>
            <a:pPr algn="ctr"/>
            <a:r>
              <a:rPr lang="en-US" sz="4400" b="1">
                <a:latin typeface="Arial" charset="0"/>
              </a:rPr>
              <a:t>F</a:t>
            </a:r>
            <a:endParaRPr lang="en-US" sz="1600" i="1">
              <a:latin typeface="Arial" charset="0"/>
            </a:endParaRPr>
          </a:p>
        </p:txBody>
      </p:sp>
      <p:sp>
        <p:nvSpPr>
          <p:cNvPr id="48135" name="Text Box 7"/>
          <p:cNvSpPr txBox="1">
            <a:spLocks noChangeArrowheads="1"/>
          </p:cNvSpPr>
          <p:nvPr/>
        </p:nvSpPr>
        <p:spPr bwMode="auto">
          <a:xfrm>
            <a:off x="5410200" y="2155825"/>
            <a:ext cx="2362200" cy="4168775"/>
          </a:xfrm>
          <a:prstGeom prst="rect">
            <a:avLst/>
          </a:prstGeom>
          <a:solidFill>
            <a:srgbClr val="00FF00"/>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4400" b="1">
                <a:latin typeface="Arial" charset="0"/>
              </a:rPr>
              <a:t>A xor B</a:t>
            </a:r>
          </a:p>
          <a:p>
            <a:pPr algn="ctr"/>
            <a:endParaRPr lang="en-US" sz="4400" b="1">
              <a:latin typeface="Arial" charset="0"/>
            </a:endParaRPr>
          </a:p>
          <a:p>
            <a:pPr algn="ctr"/>
            <a:r>
              <a:rPr lang="en-US" sz="4400" b="1">
                <a:latin typeface="Arial" charset="0"/>
              </a:rPr>
              <a:t>F</a:t>
            </a:r>
          </a:p>
          <a:p>
            <a:pPr algn="ctr"/>
            <a:r>
              <a:rPr lang="en-US" sz="4400" b="1">
                <a:latin typeface="Arial" charset="0"/>
              </a:rPr>
              <a:t>T</a:t>
            </a:r>
          </a:p>
          <a:p>
            <a:pPr algn="ctr"/>
            <a:r>
              <a:rPr lang="en-US" sz="4400" b="1">
                <a:latin typeface="Arial" charset="0"/>
              </a:rPr>
              <a:t>T</a:t>
            </a:r>
          </a:p>
          <a:p>
            <a:pPr algn="ctr"/>
            <a:r>
              <a:rPr lang="en-US" sz="4400" b="1">
                <a:latin typeface="Arial" charset="0"/>
              </a:rPr>
              <a:t>F</a:t>
            </a:r>
            <a:endParaRPr lang="en-US" sz="1600" i="1">
              <a:latin typeface="Arial" charset="0"/>
            </a:endParaRPr>
          </a:p>
        </p:txBody>
      </p:sp>
    </p:spTree>
    <p:extLst>
      <p:ext uri="{BB962C8B-B14F-4D97-AF65-F5344CB8AC3E}">
        <p14:creationId xmlns:p14="http://schemas.microsoft.com/office/powerpoint/2010/main" val="2029377464"/>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48135"/>
                                        </p:tgtEl>
                                        <p:attrNameLst>
                                          <p:attrName>style.visibility</p:attrName>
                                        </p:attrNameLst>
                                      </p:cBhvr>
                                      <p:to>
                                        <p:strVal val="visible"/>
                                      </p:to>
                                    </p:set>
                                    <p:anim to="" calcmode="lin" valueType="num">
                                      <p:cBhvr>
                                        <p:cTn id="7" dur="1" fill="hold"/>
                                        <p:tgtEl>
                                          <p:spTgt spid="48135"/>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5"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685800" y="381000"/>
            <a:ext cx="7772400" cy="1143000"/>
          </a:xfrm>
        </p:spPr>
        <p:txBody>
          <a:bodyPr/>
          <a:lstStyle/>
          <a:p>
            <a:r>
              <a:rPr lang="en-US" smtClean="0">
                <a:latin typeface="Arial" charset="0"/>
              </a:rPr>
              <a:t>Boolean Operators</a:t>
            </a:r>
            <a:br>
              <a:rPr lang="en-US" smtClean="0">
                <a:latin typeface="Arial" charset="0"/>
              </a:rPr>
            </a:br>
            <a:r>
              <a:rPr lang="en-US" smtClean="0">
                <a:latin typeface="Arial" charset="0"/>
              </a:rPr>
              <a:t>Boolean NOT</a:t>
            </a:r>
            <a:endParaRPr lang="en-US" sz="4000" smtClean="0">
              <a:latin typeface="Arial" charset="0"/>
            </a:endParaRPr>
          </a:p>
        </p:txBody>
      </p:sp>
      <p:sp>
        <p:nvSpPr>
          <p:cNvPr id="15363" name="Text Box 5"/>
          <p:cNvSpPr txBox="1">
            <a:spLocks noChangeArrowheads="1"/>
          </p:cNvSpPr>
          <p:nvPr/>
        </p:nvSpPr>
        <p:spPr bwMode="auto">
          <a:xfrm>
            <a:off x="2743200" y="2657475"/>
            <a:ext cx="1447800" cy="2828925"/>
          </a:xfrm>
          <a:prstGeom prst="rect">
            <a:avLst/>
          </a:prstGeom>
          <a:solidFill>
            <a:srgbClr val="00FFFF"/>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4400" b="1">
                <a:latin typeface="Arial" charset="0"/>
              </a:rPr>
              <a:t>A</a:t>
            </a:r>
          </a:p>
          <a:p>
            <a:pPr algn="ctr"/>
            <a:endParaRPr lang="en-US" sz="4400" b="1">
              <a:latin typeface="Arial" charset="0"/>
            </a:endParaRPr>
          </a:p>
          <a:p>
            <a:pPr algn="ctr"/>
            <a:r>
              <a:rPr lang="en-US" sz="4400" b="1">
                <a:latin typeface="Arial" charset="0"/>
              </a:rPr>
              <a:t>T</a:t>
            </a:r>
          </a:p>
          <a:p>
            <a:pPr algn="ctr"/>
            <a:r>
              <a:rPr lang="en-US" sz="4400" b="1">
                <a:latin typeface="Arial" charset="0"/>
              </a:rPr>
              <a:t>F</a:t>
            </a:r>
            <a:endParaRPr lang="en-US" sz="1600" i="1">
              <a:latin typeface="Arial" charset="0"/>
            </a:endParaRPr>
          </a:p>
        </p:txBody>
      </p:sp>
      <p:sp>
        <p:nvSpPr>
          <p:cNvPr id="49159" name="Text Box 7"/>
          <p:cNvSpPr txBox="1">
            <a:spLocks noChangeArrowheads="1"/>
          </p:cNvSpPr>
          <p:nvPr/>
        </p:nvSpPr>
        <p:spPr bwMode="auto">
          <a:xfrm>
            <a:off x="4953000" y="2657475"/>
            <a:ext cx="1447800" cy="2828925"/>
          </a:xfrm>
          <a:prstGeom prst="rect">
            <a:avLst/>
          </a:prstGeom>
          <a:solidFill>
            <a:srgbClr val="00FF00"/>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4400" b="1">
                <a:latin typeface="Arial" charset="0"/>
              </a:rPr>
              <a:t>~A</a:t>
            </a:r>
          </a:p>
          <a:p>
            <a:pPr algn="ctr"/>
            <a:endParaRPr lang="en-US" sz="4400" b="1">
              <a:latin typeface="Arial" charset="0"/>
            </a:endParaRPr>
          </a:p>
          <a:p>
            <a:pPr algn="ctr"/>
            <a:r>
              <a:rPr lang="en-US" sz="4400" b="1">
                <a:latin typeface="Arial" charset="0"/>
              </a:rPr>
              <a:t>F</a:t>
            </a:r>
          </a:p>
          <a:p>
            <a:pPr algn="ctr"/>
            <a:r>
              <a:rPr lang="en-US" sz="4400" b="1">
                <a:latin typeface="Arial" charset="0"/>
              </a:rPr>
              <a:t>T</a:t>
            </a:r>
            <a:endParaRPr lang="en-US" sz="1600" i="1">
              <a:latin typeface="Arial" charset="0"/>
            </a:endParaRPr>
          </a:p>
        </p:txBody>
      </p:sp>
    </p:spTree>
    <p:extLst>
      <p:ext uri="{BB962C8B-B14F-4D97-AF65-F5344CB8AC3E}">
        <p14:creationId xmlns:p14="http://schemas.microsoft.com/office/powerpoint/2010/main" val="2097932413"/>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49159"/>
                                        </p:tgtEl>
                                        <p:attrNameLst>
                                          <p:attrName>style.visibility</p:attrName>
                                        </p:attrNameLst>
                                      </p:cBhvr>
                                      <p:to>
                                        <p:strVal val="visible"/>
                                      </p:to>
                                    </p:set>
                                    <p:anim to="" calcmode="lin" valueType="num">
                                      <p:cBhvr>
                                        <p:cTn id="7" dur="1" fill="hold"/>
                                        <p:tgtEl>
                                          <p:spTgt spid="49159"/>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9"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685800" y="381000"/>
            <a:ext cx="7772400" cy="1143000"/>
          </a:xfrm>
        </p:spPr>
        <p:txBody>
          <a:bodyPr/>
          <a:lstStyle/>
          <a:p>
            <a:r>
              <a:rPr lang="en-US" smtClean="0">
                <a:latin typeface="Arial" charset="0"/>
              </a:rPr>
              <a:t>Boolean Operators</a:t>
            </a:r>
            <a:br>
              <a:rPr lang="en-US" smtClean="0">
                <a:latin typeface="Arial" charset="0"/>
              </a:rPr>
            </a:br>
            <a:r>
              <a:rPr lang="en-US" smtClean="0">
                <a:latin typeface="Arial" charset="0"/>
              </a:rPr>
              <a:t>Boolean NOT Continued</a:t>
            </a:r>
            <a:endParaRPr lang="en-US" sz="4000" smtClean="0">
              <a:latin typeface="Arial" charset="0"/>
            </a:endParaRPr>
          </a:p>
        </p:txBody>
      </p:sp>
      <p:sp>
        <p:nvSpPr>
          <p:cNvPr id="17411" name="Text Box 5"/>
          <p:cNvSpPr txBox="1">
            <a:spLocks noChangeArrowheads="1"/>
          </p:cNvSpPr>
          <p:nvPr/>
        </p:nvSpPr>
        <p:spPr bwMode="auto">
          <a:xfrm>
            <a:off x="838200" y="2155825"/>
            <a:ext cx="1447800" cy="4168775"/>
          </a:xfrm>
          <a:prstGeom prst="rect">
            <a:avLst/>
          </a:prstGeom>
          <a:solidFill>
            <a:srgbClr val="00FFFF"/>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4400" b="1">
                <a:latin typeface="Arial" charset="0"/>
              </a:rPr>
              <a:t>A</a:t>
            </a:r>
          </a:p>
          <a:p>
            <a:pPr algn="ctr"/>
            <a:endParaRPr lang="en-US" sz="4400" b="1">
              <a:latin typeface="Arial" charset="0"/>
            </a:endParaRPr>
          </a:p>
          <a:p>
            <a:pPr algn="ctr"/>
            <a:r>
              <a:rPr lang="en-US" sz="4400" b="1">
                <a:latin typeface="Arial" charset="0"/>
              </a:rPr>
              <a:t>T</a:t>
            </a:r>
          </a:p>
          <a:p>
            <a:pPr algn="ctr"/>
            <a:r>
              <a:rPr lang="en-US" sz="4400" b="1">
                <a:latin typeface="Arial" charset="0"/>
              </a:rPr>
              <a:t>T</a:t>
            </a:r>
          </a:p>
          <a:p>
            <a:pPr algn="ctr"/>
            <a:r>
              <a:rPr lang="en-US" sz="4400" b="1">
                <a:latin typeface="Arial" charset="0"/>
              </a:rPr>
              <a:t>F</a:t>
            </a:r>
          </a:p>
          <a:p>
            <a:pPr algn="ctr"/>
            <a:r>
              <a:rPr lang="en-US" sz="4400" b="1">
                <a:latin typeface="Arial" charset="0"/>
              </a:rPr>
              <a:t>F</a:t>
            </a:r>
            <a:endParaRPr lang="en-US" sz="1600" i="1">
              <a:latin typeface="Arial" charset="0"/>
            </a:endParaRPr>
          </a:p>
        </p:txBody>
      </p:sp>
      <p:sp>
        <p:nvSpPr>
          <p:cNvPr id="17412" name="Text Box 6"/>
          <p:cNvSpPr txBox="1">
            <a:spLocks noChangeArrowheads="1"/>
          </p:cNvSpPr>
          <p:nvPr/>
        </p:nvSpPr>
        <p:spPr bwMode="auto">
          <a:xfrm>
            <a:off x="2743200" y="2155825"/>
            <a:ext cx="1447800" cy="4168775"/>
          </a:xfrm>
          <a:prstGeom prst="rect">
            <a:avLst/>
          </a:prstGeom>
          <a:solidFill>
            <a:srgbClr val="00FFFF"/>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4400" b="1">
                <a:latin typeface="Arial" charset="0"/>
              </a:rPr>
              <a:t>B</a:t>
            </a:r>
          </a:p>
          <a:p>
            <a:pPr algn="ctr"/>
            <a:endParaRPr lang="en-US" sz="4400" b="1">
              <a:latin typeface="Arial" charset="0"/>
            </a:endParaRPr>
          </a:p>
          <a:p>
            <a:pPr algn="ctr"/>
            <a:r>
              <a:rPr lang="en-US" sz="4400" b="1">
                <a:latin typeface="Arial" charset="0"/>
              </a:rPr>
              <a:t>T</a:t>
            </a:r>
          </a:p>
          <a:p>
            <a:pPr algn="ctr"/>
            <a:r>
              <a:rPr lang="en-US" sz="4400" b="1">
                <a:latin typeface="Arial" charset="0"/>
              </a:rPr>
              <a:t>F</a:t>
            </a:r>
          </a:p>
          <a:p>
            <a:pPr algn="ctr"/>
            <a:r>
              <a:rPr lang="en-US" sz="4400" b="1">
                <a:latin typeface="Arial" charset="0"/>
              </a:rPr>
              <a:t>T</a:t>
            </a:r>
          </a:p>
          <a:p>
            <a:pPr algn="ctr"/>
            <a:r>
              <a:rPr lang="en-US" sz="4400" b="1">
                <a:latin typeface="Arial" charset="0"/>
              </a:rPr>
              <a:t>F</a:t>
            </a:r>
            <a:endParaRPr lang="en-US" sz="1600" i="1">
              <a:latin typeface="Arial" charset="0"/>
            </a:endParaRPr>
          </a:p>
        </p:txBody>
      </p:sp>
      <p:sp>
        <p:nvSpPr>
          <p:cNvPr id="48135" name="Text Box 7"/>
          <p:cNvSpPr txBox="1">
            <a:spLocks noChangeArrowheads="1"/>
          </p:cNvSpPr>
          <p:nvPr/>
        </p:nvSpPr>
        <p:spPr bwMode="auto">
          <a:xfrm>
            <a:off x="4648200" y="2155825"/>
            <a:ext cx="1600200" cy="4154488"/>
          </a:xfrm>
          <a:prstGeom prst="rect">
            <a:avLst/>
          </a:prstGeom>
          <a:solidFill>
            <a:srgbClr val="00FF00"/>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4400" b="1">
                <a:latin typeface="Arial" charset="0"/>
              </a:rPr>
              <a:t>~A</a:t>
            </a:r>
          </a:p>
          <a:p>
            <a:pPr algn="ctr"/>
            <a:endParaRPr lang="en-US" sz="4400" b="1">
              <a:latin typeface="Arial" charset="0"/>
            </a:endParaRPr>
          </a:p>
          <a:p>
            <a:pPr algn="ctr"/>
            <a:r>
              <a:rPr lang="en-US" sz="4400" b="1">
                <a:latin typeface="Arial" charset="0"/>
              </a:rPr>
              <a:t>F</a:t>
            </a:r>
          </a:p>
          <a:p>
            <a:pPr algn="ctr"/>
            <a:r>
              <a:rPr lang="en-US" sz="4400" b="1">
                <a:latin typeface="Arial" charset="0"/>
              </a:rPr>
              <a:t>F</a:t>
            </a:r>
          </a:p>
          <a:p>
            <a:pPr algn="ctr"/>
            <a:r>
              <a:rPr lang="en-US" sz="4400" b="1">
                <a:latin typeface="Arial" charset="0"/>
              </a:rPr>
              <a:t>T</a:t>
            </a:r>
          </a:p>
          <a:p>
            <a:pPr algn="ctr"/>
            <a:r>
              <a:rPr lang="en-US" sz="4400" b="1">
                <a:latin typeface="Arial" charset="0"/>
              </a:rPr>
              <a:t>T</a:t>
            </a:r>
            <a:endParaRPr lang="en-US" sz="1600" i="1">
              <a:latin typeface="Arial" charset="0"/>
            </a:endParaRPr>
          </a:p>
        </p:txBody>
      </p:sp>
      <p:sp>
        <p:nvSpPr>
          <p:cNvPr id="6" name="Text Box 7"/>
          <p:cNvSpPr txBox="1">
            <a:spLocks noChangeArrowheads="1"/>
          </p:cNvSpPr>
          <p:nvPr/>
        </p:nvSpPr>
        <p:spPr bwMode="auto">
          <a:xfrm>
            <a:off x="6705600" y="2133600"/>
            <a:ext cx="1600200" cy="4154488"/>
          </a:xfrm>
          <a:prstGeom prst="rect">
            <a:avLst/>
          </a:prstGeom>
          <a:solidFill>
            <a:srgbClr val="00FF00"/>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4400" b="1">
                <a:latin typeface="Arial" charset="0"/>
              </a:rPr>
              <a:t>~B</a:t>
            </a:r>
          </a:p>
          <a:p>
            <a:pPr algn="ctr"/>
            <a:endParaRPr lang="en-US" sz="4400" b="1">
              <a:latin typeface="Arial" charset="0"/>
            </a:endParaRPr>
          </a:p>
          <a:p>
            <a:pPr algn="ctr"/>
            <a:r>
              <a:rPr lang="en-US" sz="4400" b="1">
                <a:latin typeface="Arial" charset="0"/>
              </a:rPr>
              <a:t>F</a:t>
            </a:r>
          </a:p>
          <a:p>
            <a:pPr algn="ctr"/>
            <a:r>
              <a:rPr lang="en-US" sz="4400" b="1">
                <a:latin typeface="Arial" charset="0"/>
              </a:rPr>
              <a:t>T</a:t>
            </a:r>
          </a:p>
          <a:p>
            <a:pPr algn="ctr"/>
            <a:r>
              <a:rPr lang="en-US" sz="4400" b="1">
                <a:latin typeface="Arial" charset="0"/>
              </a:rPr>
              <a:t>F</a:t>
            </a:r>
          </a:p>
          <a:p>
            <a:pPr algn="ctr"/>
            <a:r>
              <a:rPr lang="en-US" sz="4400" b="1">
                <a:latin typeface="Arial" charset="0"/>
              </a:rPr>
              <a:t>T</a:t>
            </a:r>
            <a:endParaRPr lang="en-US" sz="1600" i="1">
              <a:latin typeface="Arial" charset="0"/>
            </a:endParaRPr>
          </a:p>
        </p:txBody>
      </p:sp>
    </p:spTree>
    <p:extLst>
      <p:ext uri="{BB962C8B-B14F-4D97-AF65-F5344CB8AC3E}">
        <p14:creationId xmlns:p14="http://schemas.microsoft.com/office/powerpoint/2010/main" val="1373184932"/>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48135"/>
                                        </p:tgtEl>
                                        <p:attrNameLst>
                                          <p:attrName>style.visibility</p:attrName>
                                        </p:attrNameLst>
                                      </p:cBhvr>
                                      <p:to>
                                        <p:strVal val="visible"/>
                                      </p:to>
                                    </p:set>
                                    <p:anim to="" calcmode="lin" valueType="num">
                                      <p:cBhvr>
                                        <p:cTn id="7" dur="1" fill="hold"/>
                                        <p:tgtEl>
                                          <p:spTgt spid="48135"/>
                                        </p:tgtEl>
                                        <p:attrNameLst>
                                          <p:attrName/>
                                        </p:attrNameLst>
                                      </p:cBhvr>
                                    </p:anim>
                                  </p:childTnLst>
                                </p:cTn>
                              </p:par>
                            </p:childTnLst>
                          </p:cTn>
                        </p:par>
                      </p:childTnLst>
                    </p:cTn>
                  </p:par>
                  <p:par>
                    <p:cTn id="8" fill="hold" nodeType="clickPar">
                      <p:stCondLst>
                        <p:cond delay="indefinite"/>
                      </p:stCondLst>
                      <p:childTnLst>
                        <p:par>
                          <p:cTn id="9" fill="hold" nodeType="withGroup">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to="" calcmode="lin" valueType="num">
                                      <p:cBhvr>
                                        <p:cTn id="12" dur="1" fill="hold"/>
                                        <p:tgtEl>
                                          <p:spTgt spid="6"/>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5" grpId="0" animBg="1"/>
      <p:bldP spid="6"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bg>
      <p:bgPr>
        <a:gradFill>
          <a:gsLst>
            <a:gs pos="0">
              <a:srgbClr val="000082"/>
            </a:gs>
            <a:gs pos="30000">
              <a:srgbClr val="66008F"/>
            </a:gs>
            <a:gs pos="64999">
              <a:srgbClr val="BA0066"/>
            </a:gs>
            <a:gs pos="89999">
              <a:srgbClr val="FF0000"/>
            </a:gs>
            <a:gs pos="100000">
              <a:srgbClr val="FF8200"/>
            </a:gs>
          </a:gsLst>
          <a:lin ang="5400000" scaled="0"/>
        </a:gradFill>
        <a:effectLst/>
      </p:bgPr>
    </p:bg>
    <p:spTree>
      <p:nvGrpSpPr>
        <p:cNvPr id="1" name=""/>
        <p:cNvGrpSpPr/>
        <p:nvPr/>
      </p:nvGrpSpPr>
      <p:grpSpPr>
        <a:xfrm>
          <a:off x="0" y="0"/>
          <a:ext cx="0" cy="0"/>
          <a:chOff x="0" y="0"/>
          <a:chExt cx="0" cy="0"/>
        </a:xfrm>
      </p:grpSpPr>
      <p:sp>
        <p:nvSpPr>
          <p:cNvPr id="18434" name="WordArt 2"/>
          <p:cNvSpPr>
            <a:spLocks noChangeArrowheads="1" noChangeShapeType="1" noTextEdit="1"/>
          </p:cNvSpPr>
          <p:nvPr/>
        </p:nvSpPr>
        <p:spPr bwMode="auto">
          <a:xfrm>
            <a:off x="457200" y="1447800"/>
            <a:ext cx="8382000" cy="2743200"/>
          </a:xfrm>
          <a:prstGeom prst="rect">
            <a:avLst/>
          </a:prstGeom>
        </p:spPr>
        <p:txBody>
          <a:bodyPr wrap="none" fromWordArt="1">
            <a:prstTxWarp prst="textSlantUp">
              <a:avLst>
                <a:gd name="adj" fmla="val 32056"/>
              </a:avLst>
            </a:prstTxWarp>
          </a:bodyPr>
          <a:lstStyle/>
          <a:p>
            <a:pPr algn="ctr"/>
            <a:r>
              <a:rPr lang="en-US" sz="3600" kern="10" spc="10" dirty="0" smtClean="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 </a:t>
            </a:r>
            <a:r>
              <a:rPr lang="en-US" sz="2800" kern="10" spc="10" dirty="0" smtClean="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 </a:t>
            </a:r>
            <a:r>
              <a:rPr lang="en-US" sz="3600" kern="10" spc="10" dirty="0" smtClean="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Truth</a:t>
            </a:r>
            <a:r>
              <a:rPr lang="en-US" sz="2800" kern="10" spc="10" dirty="0" smtClean="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 </a:t>
            </a:r>
            <a:r>
              <a:rPr lang="en-US" sz="3600" kern="10" spc="10" dirty="0" smtClean="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 </a:t>
            </a:r>
            <a:endParaRPr lang="en-US" sz="3600" kern="10" spc="10" dirty="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endParaRPr>
          </a:p>
        </p:txBody>
      </p:sp>
      <p:sp>
        <p:nvSpPr>
          <p:cNvPr id="18435" name="WordArt 3"/>
          <p:cNvSpPr>
            <a:spLocks noChangeArrowheads="1" noChangeShapeType="1" noTextEdit="1"/>
          </p:cNvSpPr>
          <p:nvPr/>
        </p:nvSpPr>
        <p:spPr bwMode="auto">
          <a:xfrm>
            <a:off x="457200" y="3886200"/>
            <a:ext cx="8382000" cy="2743200"/>
          </a:xfrm>
          <a:prstGeom prst="rect">
            <a:avLst/>
          </a:prstGeom>
        </p:spPr>
        <p:txBody>
          <a:bodyPr wrap="none" fromWordArt="1">
            <a:prstTxWarp prst="textSlantUp">
              <a:avLst>
                <a:gd name="adj" fmla="val 32056"/>
              </a:avLst>
            </a:prstTxWarp>
          </a:bodyPr>
          <a:lstStyle/>
          <a:p>
            <a:pPr algn="ctr"/>
            <a:r>
              <a:rPr lang="en-US" sz="3600" kern="1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Tables</a:t>
            </a:r>
          </a:p>
        </p:txBody>
      </p:sp>
      <p:sp>
        <p:nvSpPr>
          <p:cNvPr id="18436" name="WordArt 18"/>
          <p:cNvSpPr>
            <a:spLocks noChangeArrowheads="1" noChangeShapeType="1" noTextEdit="1"/>
          </p:cNvSpPr>
          <p:nvPr/>
        </p:nvSpPr>
        <p:spPr bwMode="auto">
          <a:xfrm>
            <a:off x="371475" y="457200"/>
            <a:ext cx="8391525" cy="762000"/>
          </a:xfrm>
          <a:prstGeom prst="rect">
            <a:avLst/>
          </a:prstGeom>
        </p:spPr>
        <p:txBody>
          <a:bodyPr wrap="none" fromWordArt="1">
            <a:prstTxWarp prst="textPlain">
              <a:avLst>
                <a:gd name="adj" fmla="val 50000"/>
              </a:avLst>
            </a:prstTxWarp>
          </a:bodyPr>
          <a:lstStyle/>
          <a:p>
            <a:pPr algn="ctr"/>
            <a:r>
              <a:rPr lang="en-US" sz="3600" kern="10" dirty="0">
                <a:ln w="9525">
                  <a:solidFill>
                    <a:srgbClr val="000000"/>
                  </a:solidFill>
                  <a:round/>
                  <a:headEnd/>
                  <a:tailEnd/>
                </a:ln>
                <a:solidFill>
                  <a:srgbClr val="FFFFFF"/>
                </a:solidFill>
                <a:latin typeface="Arial Black"/>
              </a:rPr>
              <a:t>Section </a:t>
            </a:r>
            <a:r>
              <a:rPr lang="en-US" sz="3600" kern="10" dirty="0" smtClean="0">
                <a:ln w="9525">
                  <a:solidFill>
                    <a:srgbClr val="000000"/>
                  </a:solidFill>
                  <a:round/>
                  <a:headEnd/>
                  <a:tailEnd/>
                </a:ln>
                <a:solidFill>
                  <a:srgbClr val="FFFFFF"/>
                </a:solidFill>
                <a:latin typeface="Arial Black"/>
              </a:rPr>
              <a:t>5.12</a:t>
            </a:r>
            <a:endParaRPr lang="en-US" sz="3600" kern="10" dirty="0">
              <a:ln w="9525">
                <a:solidFill>
                  <a:srgbClr val="000000"/>
                </a:solidFill>
                <a:round/>
                <a:headEnd/>
                <a:tailEnd/>
              </a:ln>
              <a:solidFill>
                <a:srgbClr val="FFFFFF"/>
              </a:solidFill>
              <a:latin typeface="Arial Black"/>
            </a:endParaRPr>
          </a:p>
        </p:txBody>
      </p:sp>
    </p:spTree>
    <p:extLst>
      <p:ext uri="{BB962C8B-B14F-4D97-AF65-F5344CB8AC3E}">
        <p14:creationId xmlns:p14="http://schemas.microsoft.com/office/powerpoint/2010/main" val="1450853573"/>
      </p:ext>
    </p:extLst>
  </p:cSld>
  <p:clrMapOvr>
    <a:masterClrMapping/>
  </p:clrMapOvr>
  <p:timing>
    <p:tnLst>
      <p:par>
        <p:cTn xmlns:p14="http://schemas.microsoft.com/office/powerpoint/2010/mai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5"/>
          <p:cNvSpPr>
            <a:spLocks noChangeArrowheads="1"/>
          </p:cNvSpPr>
          <p:nvPr/>
        </p:nvSpPr>
        <p:spPr bwMode="auto">
          <a:xfrm>
            <a:off x="0" y="381000"/>
            <a:ext cx="9144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en-US" sz="4400" b="1">
                <a:latin typeface="Arial" charset="0"/>
              </a:rPr>
              <a:t>Truth Table #1</a:t>
            </a:r>
            <a:br>
              <a:rPr lang="en-US" sz="4400" b="1">
                <a:latin typeface="Arial" charset="0"/>
              </a:rPr>
            </a:br>
            <a:r>
              <a:rPr lang="en-US" sz="4400" b="1">
                <a:latin typeface="Arial" charset="0"/>
              </a:rPr>
              <a:t>A and (A or B)</a:t>
            </a:r>
          </a:p>
        </p:txBody>
      </p:sp>
      <p:sp>
        <p:nvSpPr>
          <p:cNvPr id="19459" name="Text Box 6"/>
          <p:cNvSpPr txBox="1">
            <a:spLocks noChangeArrowheads="1"/>
          </p:cNvSpPr>
          <p:nvPr/>
        </p:nvSpPr>
        <p:spPr bwMode="auto">
          <a:xfrm>
            <a:off x="533400" y="2155825"/>
            <a:ext cx="700088" cy="4168775"/>
          </a:xfrm>
          <a:prstGeom prst="rect">
            <a:avLst/>
          </a:prstGeom>
          <a:solidFill>
            <a:srgbClr val="00FFFF"/>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4400" b="1">
                <a:latin typeface="Arial" charset="0"/>
              </a:rPr>
              <a:t>A</a:t>
            </a:r>
          </a:p>
          <a:p>
            <a:pPr algn="ctr"/>
            <a:endParaRPr lang="en-US" sz="4400" b="1">
              <a:latin typeface="Arial" charset="0"/>
            </a:endParaRPr>
          </a:p>
          <a:p>
            <a:pPr algn="ctr"/>
            <a:r>
              <a:rPr lang="en-US" sz="4400" b="1">
                <a:latin typeface="Arial" charset="0"/>
              </a:rPr>
              <a:t>T</a:t>
            </a:r>
          </a:p>
          <a:p>
            <a:pPr algn="ctr"/>
            <a:r>
              <a:rPr lang="en-US" sz="4400" b="1">
                <a:latin typeface="Arial" charset="0"/>
              </a:rPr>
              <a:t>T</a:t>
            </a:r>
          </a:p>
          <a:p>
            <a:pPr algn="ctr"/>
            <a:r>
              <a:rPr lang="en-US" sz="4400" b="1">
                <a:latin typeface="Arial" charset="0"/>
              </a:rPr>
              <a:t>F</a:t>
            </a:r>
          </a:p>
          <a:p>
            <a:pPr algn="ctr"/>
            <a:r>
              <a:rPr lang="en-US" sz="4400" b="1">
                <a:latin typeface="Arial" charset="0"/>
              </a:rPr>
              <a:t>F</a:t>
            </a:r>
            <a:endParaRPr lang="en-US" sz="1600" i="1">
              <a:latin typeface="Arial" charset="0"/>
            </a:endParaRPr>
          </a:p>
        </p:txBody>
      </p:sp>
      <p:sp>
        <p:nvSpPr>
          <p:cNvPr id="19460" name="Text Box 7"/>
          <p:cNvSpPr txBox="1">
            <a:spLocks noChangeArrowheads="1"/>
          </p:cNvSpPr>
          <p:nvPr/>
        </p:nvSpPr>
        <p:spPr bwMode="auto">
          <a:xfrm>
            <a:off x="1371600" y="2155825"/>
            <a:ext cx="700088" cy="4168775"/>
          </a:xfrm>
          <a:prstGeom prst="rect">
            <a:avLst/>
          </a:prstGeom>
          <a:solidFill>
            <a:srgbClr val="21FF21"/>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4400" b="1">
                <a:latin typeface="Arial" charset="0"/>
              </a:rPr>
              <a:t>B</a:t>
            </a:r>
          </a:p>
          <a:p>
            <a:pPr algn="ctr"/>
            <a:endParaRPr lang="en-US" sz="4400" b="1">
              <a:latin typeface="Arial" charset="0"/>
            </a:endParaRPr>
          </a:p>
          <a:p>
            <a:pPr algn="ctr"/>
            <a:r>
              <a:rPr lang="en-US" sz="4400" b="1">
                <a:latin typeface="Arial" charset="0"/>
              </a:rPr>
              <a:t>T</a:t>
            </a:r>
          </a:p>
          <a:p>
            <a:pPr algn="ctr"/>
            <a:r>
              <a:rPr lang="en-US" sz="4400" b="1">
                <a:latin typeface="Arial" charset="0"/>
              </a:rPr>
              <a:t>F</a:t>
            </a:r>
          </a:p>
          <a:p>
            <a:pPr algn="ctr"/>
            <a:r>
              <a:rPr lang="en-US" sz="4400" b="1">
                <a:latin typeface="Arial" charset="0"/>
              </a:rPr>
              <a:t>T</a:t>
            </a:r>
          </a:p>
          <a:p>
            <a:pPr algn="ctr"/>
            <a:r>
              <a:rPr lang="en-US" sz="4400" b="1">
                <a:latin typeface="Arial" charset="0"/>
              </a:rPr>
              <a:t>F</a:t>
            </a:r>
            <a:endParaRPr lang="en-US" sz="1600" i="1">
              <a:latin typeface="Arial" charset="0"/>
            </a:endParaRPr>
          </a:p>
        </p:txBody>
      </p:sp>
      <p:sp>
        <p:nvSpPr>
          <p:cNvPr id="50184" name="Text Box 8"/>
          <p:cNvSpPr txBox="1">
            <a:spLocks noChangeArrowheads="1"/>
          </p:cNvSpPr>
          <p:nvPr/>
        </p:nvSpPr>
        <p:spPr bwMode="auto">
          <a:xfrm>
            <a:off x="2209800" y="2155825"/>
            <a:ext cx="2286000" cy="4168775"/>
          </a:xfrm>
          <a:prstGeom prst="rect">
            <a:avLst/>
          </a:prstGeom>
          <a:solidFill>
            <a:srgbClr val="00FFFF"/>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4400" b="1">
                <a:latin typeface="Arial" charset="0"/>
              </a:rPr>
              <a:t>A or B</a:t>
            </a:r>
          </a:p>
          <a:p>
            <a:pPr algn="ctr"/>
            <a:endParaRPr lang="en-US" sz="4400" b="1">
              <a:latin typeface="Arial" charset="0"/>
            </a:endParaRPr>
          </a:p>
          <a:p>
            <a:pPr algn="ctr"/>
            <a:r>
              <a:rPr lang="en-US" sz="4400" b="1">
                <a:latin typeface="Arial" charset="0"/>
              </a:rPr>
              <a:t>T</a:t>
            </a:r>
          </a:p>
          <a:p>
            <a:pPr algn="ctr"/>
            <a:r>
              <a:rPr lang="en-US" sz="4400" b="1">
                <a:latin typeface="Arial" charset="0"/>
              </a:rPr>
              <a:t>T</a:t>
            </a:r>
          </a:p>
          <a:p>
            <a:pPr algn="ctr"/>
            <a:r>
              <a:rPr lang="en-US" sz="4400" b="1">
                <a:latin typeface="Arial" charset="0"/>
              </a:rPr>
              <a:t>T</a:t>
            </a:r>
          </a:p>
          <a:p>
            <a:pPr algn="ctr"/>
            <a:r>
              <a:rPr lang="en-US" sz="4400" b="1">
                <a:latin typeface="Arial" charset="0"/>
              </a:rPr>
              <a:t>F</a:t>
            </a:r>
            <a:endParaRPr lang="en-US" sz="1600" i="1">
              <a:latin typeface="Arial" charset="0"/>
            </a:endParaRPr>
          </a:p>
        </p:txBody>
      </p:sp>
      <p:sp>
        <p:nvSpPr>
          <p:cNvPr id="50185" name="Text Box 9"/>
          <p:cNvSpPr txBox="1">
            <a:spLocks noChangeArrowheads="1"/>
          </p:cNvSpPr>
          <p:nvPr/>
        </p:nvSpPr>
        <p:spPr bwMode="auto">
          <a:xfrm>
            <a:off x="4648200" y="2155825"/>
            <a:ext cx="4038600" cy="4168775"/>
          </a:xfrm>
          <a:prstGeom prst="rect">
            <a:avLst/>
          </a:prstGeom>
          <a:solidFill>
            <a:srgbClr val="21FF21"/>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4400" b="1">
                <a:latin typeface="Arial" charset="0"/>
              </a:rPr>
              <a:t>A and (A or B)</a:t>
            </a:r>
          </a:p>
          <a:p>
            <a:pPr algn="ctr"/>
            <a:endParaRPr lang="en-US" sz="4400" b="1">
              <a:latin typeface="Arial" charset="0"/>
            </a:endParaRPr>
          </a:p>
          <a:p>
            <a:pPr algn="ctr"/>
            <a:r>
              <a:rPr lang="en-US" sz="4400" b="1">
                <a:latin typeface="Arial" charset="0"/>
              </a:rPr>
              <a:t>T</a:t>
            </a:r>
          </a:p>
          <a:p>
            <a:pPr algn="ctr"/>
            <a:r>
              <a:rPr lang="en-US" sz="4400" b="1">
                <a:latin typeface="Arial" charset="0"/>
              </a:rPr>
              <a:t>T</a:t>
            </a:r>
          </a:p>
          <a:p>
            <a:pPr algn="ctr"/>
            <a:r>
              <a:rPr lang="en-US" sz="4400" b="1">
                <a:latin typeface="Arial" charset="0"/>
              </a:rPr>
              <a:t>F</a:t>
            </a:r>
          </a:p>
          <a:p>
            <a:pPr algn="ctr"/>
            <a:r>
              <a:rPr lang="en-US" sz="4400" b="1">
                <a:latin typeface="Arial" charset="0"/>
              </a:rPr>
              <a:t>F</a:t>
            </a:r>
            <a:endParaRPr lang="en-US" sz="1600" i="1">
              <a:latin typeface="Arial" charset="0"/>
            </a:endParaRPr>
          </a:p>
        </p:txBody>
      </p:sp>
    </p:spTree>
    <p:extLst>
      <p:ext uri="{BB962C8B-B14F-4D97-AF65-F5344CB8AC3E}">
        <p14:creationId xmlns:p14="http://schemas.microsoft.com/office/powerpoint/2010/main" val="3624462482"/>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50184"/>
                                        </p:tgtEl>
                                        <p:attrNameLst>
                                          <p:attrName>style.visibility</p:attrName>
                                        </p:attrNameLst>
                                      </p:cBhvr>
                                      <p:to>
                                        <p:strVal val="visible"/>
                                      </p:to>
                                    </p:set>
                                    <p:anim to="" calcmode="lin" valueType="num">
                                      <p:cBhvr>
                                        <p:cTn id="7" dur="1" fill="hold"/>
                                        <p:tgtEl>
                                          <p:spTgt spid="50184"/>
                                        </p:tgtEl>
                                        <p:attrNameLst>
                                          <p:attrName/>
                                        </p:attrNameLst>
                                      </p:cBhvr>
                                    </p:anim>
                                  </p:childTnLst>
                                </p:cTn>
                              </p:par>
                            </p:childTnLst>
                          </p:cTn>
                        </p:par>
                      </p:childTnLst>
                    </p:cTn>
                  </p:par>
                  <p:par>
                    <p:cTn id="8" fill="hold" nodeType="clickPar">
                      <p:stCondLst>
                        <p:cond delay="indefinite"/>
                      </p:stCondLst>
                      <p:childTnLst>
                        <p:par>
                          <p:cTn id="9" fill="hold" nodeType="withGroup">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50185"/>
                                        </p:tgtEl>
                                        <p:attrNameLst>
                                          <p:attrName>style.visibility</p:attrName>
                                        </p:attrNameLst>
                                      </p:cBhvr>
                                      <p:to>
                                        <p:strVal val="visible"/>
                                      </p:to>
                                    </p:set>
                                    <p:anim to="" calcmode="lin" valueType="num">
                                      <p:cBhvr>
                                        <p:cTn id="12" dur="1" fill="hold"/>
                                        <p:tgtEl>
                                          <p:spTgt spid="50185"/>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4" grpId="0" animBg="1"/>
      <p:bldP spid="50185"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ChangeArrowheads="1"/>
          </p:cNvSpPr>
          <p:nvPr/>
        </p:nvSpPr>
        <p:spPr bwMode="auto">
          <a:xfrm>
            <a:off x="0" y="152400"/>
            <a:ext cx="9144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en-US" sz="4400" b="1">
                <a:latin typeface="Arial" charset="0"/>
              </a:rPr>
              <a:t>Truth Table #2</a:t>
            </a:r>
            <a:br>
              <a:rPr lang="en-US" sz="4400" b="1">
                <a:latin typeface="Arial" charset="0"/>
              </a:rPr>
            </a:br>
            <a:r>
              <a:rPr lang="en-US" sz="4400" b="1">
                <a:latin typeface="Arial" charset="0"/>
              </a:rPr>
              <a:t>(A and B) or C</a:t>
            </a:r>
          </a:p>
        </p:txBody>
      </p:sp>
      <p:sp>
        <p:nvSpPr>
          <p:cNvPr id="20483" name="Text Box 7"/>
          <p:cNvSpPr txBox="1">
            <a:spLocks noChangeArrowheads="1"/>
          </p:cNvSpPr>
          <p:nvPr/>
        </p:nvSpPr>
        <p:spPr bwMode="auto">
          <a:xfrm>
            <a:off x="762000" y="1676400"/>
            <a:ext cx="539750" cy="5022850"/>
          </a:xfrm>
          <a:prstGeom prst="rect">
            <a:avLst/>
          </a:prstGeom>
          <a:solidFill>
            <a:srgbClr val="00FFFF"/>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3200" b="1">
                <a:latin typeface="Arial" charset="0"/>
              </a:rPr>
              <a:t>A</a:t>
            </a:r>
          </a:p>
          <a:p>
            <a:pPr algn="ctr"/>
            <a:endParaRPr lang="en-US" sz="3200" b="1">
              <a:latin typeface="Arial" charset="0"/>
            </a:endParaRPr>
          </a:p>
          <a:p>
            <a:pPr algn="ctr"/>
            <a:r>
              <a:rPr lang="en-US" sz="3200" b="1">
                <a:latin typeface="Arial" charset="0"/>
              </a:rPr>
              <a:t>T</a:t>
            </a:r>
          </a:p>
          <a:p>
            <a:pPr algn="ctr"/>
            <a:r>
              <a:rPr lang="en-US" sz="3200" b="1">
                <a:latin typeface="Arial" charset="0"/>
              </a:rPr>
              <a:t>T</a:t>
            </a:r>
          </a:p>
          <a:p>
            <a:pPr algn="ctr"/>
            <a:r>
              <a:rPr lang="en-US" sz="3200" b="1">
                <a:latin typeface="Arial" charset="0"/>
              </a:rPr>
              <a:t>T</a:t>
            </a:r>
          </a:p>
          <a:p>
            <a:pPr algn="ctr"/>
            <a:r>
              <a:rPr lang="en-US" sz="3200" b="1">
                <a:latin typeface="Arial" charset="0"/>
              </a:rPr>
              <a:t>T</a:t>
            </a:r>
          </a:p>
          <a:p>
            <a:pPr algn="ctr"/>
            <a:r>
              <a:rPr lang="en-US" sz="3200" b="1">
                <a:latin typeface="Arial" charset="0"/>
              </a:rPr>
              <a:t>F</a:t>
            </a:r>
          </a:p>
          <a:p>
            <a:pPr algn="ctr"/>
            <a:r>
              <a:rPr lang="en-US" sz="3200" b="1">
                <a:latin typeface="Arial" charset="0"/>
              </a:rPr>
              <a:t>F</a:t>
            </a:r>
          </a:p>
          <a:p>
            <a:pPr algn="ctr"/>
            <a:r>
              <a:rPr lang="en-US" sz="3200" b="1">
                <a:latin typeface="Arial" charset="0"/>
              </a:rPr>
              <a:t>F</a:t>
            </a:r>
          </a:p>
          <a:p>
            <a:pPr algn="ctr"/>
            <a:r>
              <a:rPr lang="en-US" sz="3200" b="1">
                <a:latin typeface="Arial" charset="0"/>
              </a:rPr>
              <a:t>F</a:t>
            </a:r>
            <a:endParaRPr lang="en-US" sz="1600" i="1">
              <a:latin typeface="Arial" charset="0"/>
            </a:endParaRPr>
          </a:p>
        </p:txBody>
      </p:sp>
      <p:sp>
        <p:nvSpPr>
          <p:cNvPr id="20484" name="Text Box 8"/>
          <p:cNvSpPr txBox="1">
            <a:spLocks noChangeArrowheads="1"/>
          </p:cNvSpPr>
          <p:nvPr/>
        </p:nvSpPr>
        <p:spPr bwMode="auto">
          <a:xfrm>
            <a:off x="1600200" y="1676400"/>
            <a:ext cx="539750" cy="5022850"/>
          </a:xfrm>
          <a:prstGeom prst="rect">
            <a:avLst/>
          </a:prstGeom>
          <a:solidFill>
            <a:srgbClr val="00FF00"/>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3200" b="1">
                <a:latin typeface="Arial" charset="0"/>
              </a:rPr>
              <a:t>B</a:t>
            </a:r>
          </a:p>
          <a:p>
            <a:pPr algn="ctr"/>
            <a:endParaRPr lang="en-US" sz="3200" b="1">
              <a:latin typeface="Arial" charset="0"/>
            </a:endParaRPr>
          </a:p>
          <a:p>
            <a:pPr algn="ctr"/>
            <a:r>
              <a:rPr lang="en-US" sz="3200" b="1">
                <a:latin typeface="Arial" charset="0"/>
              </a:rPr>
              <a:t>T</a:t>
            </a:r>
          </a:p>
          <a:p>
            <a:pPr algn="ctr"/>
            <a:r>
              <a:rPr lang="en-US" sz="3200" b="1">
                <a:latin typeface="Arial" charset="0"/>
              </a:rPr>
              <a:t>T</a:t>
            </a:r>
          </a:p>
          <a:p>
            <a:pPr algn="ctr"/>
            <a:r>
              <a:rPr lang="en-US" sz="3200" b="1">
                <a:latin typeface="Arial" charset="0"/>
              </a:rPr>
              <a:t>F</a:t>
            </a:r>
          </a:p>
          <a:p>
            <a:pPr algn="ctr"/>
            <a:r>
              <a:rPr lang="en-US" sz="3200" b="1">
                <a:latin typeface="Arial" charset="0"/>
              </a:rPr>
              <a:t>F</a:t>
            </a:r>
          </a:p>
          <a:p>
            <a:pPr algn="ctr"/>
            <a:r>
              <a:rPr lang="en-US" sz="3200" b="1">
                <a:latin typeface="Arial" charset="0"/>
              </a:rPr>
              <a:t>T</a:t>
            </a:r>
          </a:p>
          <a:p>
            <a:pPr algn="ctr"/>
            <a:r>
              <a:rPr lang="en-US" sz="3200" b="1">
                <a:latin typeface="Arial" charset="0"/>
              </a:rPr>
              <a:t>T</a:t>
            </a:r>
          </a:p>
          <a:p>
            <a:pPr algn="ctr"/>
            <a:r>
              <a:rPr lang="en-US" sz="3200" b="1">
                <a:latin typeface="Arial" charset="0"/>
              </a:rPr>
              <a:t>F</a:t>
            </a:r>
          </a:p>
          <a:p>
            <a:pPr algn="ctr"/>
            <a:r>
              <a:rPr lang="en-US" sz="3200" b="1">
                <a:latin typeface="Arial" charset="0"/>
              </a:rPr>
              <a:t>F</a:t>
            </a:r>
            <a:endParaRPr lang="en-US" sz="1600" i="1">
              <a:latin typeface="Arial" charset="0"/>
            </a:endParaRPr>
          </a:p>
        </p:txBody>
      </p:sp>
      <p:sp>
        <p:nvSpPr>
          <p:cNvPr id="20485" name="Text Box 9"/>
          <p:cNvSpPr txBox="1">
            <a:spLocks noChangeArrowheads="1"/>
          </p:cNvSpPr>
          <p:nvPr/>
        </p:nvSpPr>
        <p:spPr bwMode="auto">
          <a:xfrm>
            <a:off x="2438400" y="1676400"/>
            <a:ext cx="539750" cy="5022850"/>
          </a:xfrm>
          <a:prstGeom prst="rect">
            <a:avLst/>
          </a:prstGeom>
          <a:solidFill>
            <a:srgbClr val="00FFFF"/>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3200" b="1">
                <a:latin typeface="Arial" charset="0"/>
              </a:rPr>
              <a:t>C</a:t>
            </a:r>
          </a:p>
          <a:p>
            <a:pPr algn="ctr"/>
            <a:endParaRPr lang="en-US" sz="3200" b="1">
              <a:latin typeface="Arial" charset="0"/>
            </a:endParaRPr>
          </a:p>
          <a:p>
            <a:pPr algn="ctr"/>
            <a:r>
              <a:rPr lang="en-US" sz="3200" b="1">
                <a:latin typeface="Arial" charset="0"/>
              </a:rPr>
              <a:t>T</a:t>
            </a:r>
          </a:p>
          <a:p>
            <a:pPr algn="ctr"/>
            <a:r>
              <a:rPr lang="en-US" sz="3200" b="1">
                <a:latin typeface="Arial" charset="0"/>
              </a:rPr>
              <a:t>F</a:t>
            </a:r>
          </a:p>
          <a:p>
            <a:pPr algn="ctr"/>
            <a:r>
              <a:rPr lang="en-US" sz="3200" b="1">
                <a:latin typeface="Arial" charset="0"/>
              </a:rPr>
              <a:t>T</a:t>
            </a:r>
          </a:p>
          <a:p>
            <a:pPr algn="ctr"/>
            <a:r>
              <a:rPr lang="en-US" sz="3200" b="1">
                <a:latin typeface="Arial" charset="0"/>
              </a:rPr>
              <a:t>F</a:t>
            </a:r>
          </a:p>
          <a:p>
            <a:pPr algn="ctr"/>
            <a:r>
              <a:rPr lang="en-US" sz="3200" b="1">
                <a:latin typeface="Arial" charset="0"/>
              </a:rPr>
              <a:t>T</a:t>
            </a:r>
          </a:p>
          <a:p>
            <a:pPr algn="ctr"/>
            <a:r>
              <a:rPr lang="en-US" sz="3200" b="1">
                <a:latin typeface="Arial" charset="0"/>
              </a:rPr>
              <a:t>F</a:t>
            </a:r>
          </a:p>
          <a:p>
            <a:pPr algn="ctr"/>
            <a:r>
              <a:rPr lang="en-US" sz="3200" b="1">
                <a:latin typeface="Arial" charset="0"/>
              </a:rPr>
              <a:t>T</a:t>
            </a:r>
          </a:p>
          <a:p>
            <a:pPr algn="ctr"/>
            <a:r>
              <a:rPr lang="en-US" sz="3200" b="1">
                <a:latin typeface="Arial" charset="0"/>
              </a:rPr>
              <a:t>F</a:t>
            </a:r>
            <a:endParaRPr lang="en-US" sz="1600" i="1">
              <a:latin typeface="Arial" charset="0"/>
            </a:endParaRPr>
          </a:p>
        </p:txBody>
      </p:sp>
      <p:sp>
        <p:nvSpPr>
          <p:cNvPr id="88076" name="Text Box 12"/>
          <p:cNvSpPr txBox="1">
            <a:spLocks noChangeArrowheads="1"/>
          </p:cNvSpPr>
          <p:nvPr/>
        </p:nvSpPr>
        <p:spPr bwMode="auto">
          <a:xfrm>
            <a:off x="3262313" y="1676400"/>
            <a:ext cx="1925637" cy="5022850"/>
          </a:xfrm>
          <a:prstGeom prst="rect">
            <a:avLst/>
          </a:prstGeom>
          <a:solidFill>
            <a:srgbClr val="21FF21"/>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3200" b="1">
                <a:latin typeface="Arial" charset="0"/>
              </a:rPr>
              <a:t>A and B</a:t>
            </a:r>
          </a:p>
          <a:p>
            <a:pPr algn="ctr"/>
            <a:endParaRPr lang="en-US" sz="3200" b="1">
              <a:latin typeface="Arial" charset="0"/>
            </a:endParaRPr>
          </a:p>
          <a:p>
            <a:pPr algn="ctr"/>
            <a:r>
              <a:rPr lang="en-US" sz="3200" b="1">
                <a:latin typeface="Arial" charset="0"/>
              </a:rPr>
              <a:t>T</a:t>
            </a:r>
          </a:p>
          <a:p>
            <a:pPr algn="ctr"/>
            <a:r>
              <a:rPr lang="en-US" sz="3200" b="1">
                <a:latin typeface="Arial" charset="0"/>
              </a:rPr>
              <a:t>T</a:t>
            </a:r>
          </a:p>
          <a:p>
            <a:pPr algn="ctr"/>
            <a:r>
              <a:rPr lang="en-US" sz="3200" b="1">
                <a:latin typeface="Arial" charset="0"/>
              </a:rPr>
              <a:t>F</a:t>
            </a:r>
          </a:p>
          <a:p>
            <a:pPr algn="ctr"/>
            <a:r>
              <a:rPr lang="en-US" sz="3200" b="1">
                <a:latin typeface="Arial" charset="0"/>
              </a:rPr>
              <a:t>F</a:t>
            </a:r>
          </a:p>
          <a:p>
            <a:pPr algn="ctr"/>
            <a:r>
              <a:rPr lang="en-US" sz="3200" b="1">
                <a:latin typeface="Arial" charset="0"/>
              </a:rPr>
              <a:t>F</a:t>
            </a:r>
          </a:p>
          <a:p>
            <a:pPr algn="ctr"/>
            <a:r>
              <a:rPr lang="en-US" sz="3200" b="1">
                <a:latin typeface="Arial" charset="0"/>
              </a:rPr>
              <a:t>F</a:t>
            </a:r>
          </a:p>
          <a:p>
            <a:pPr algn="ctr"/>
            <a:r>
              <a:rPr lang="en-US" sz="3200" b="1">
                <a:latin typeface="Arial" charset="0"/>
              </a:rPr>
              <a:t>F</a:t>
            </a:r>
          </a:p>
          <a:p>
            <a:pPr algn="ctr"/>
            <a:r>
              <a:rPr lang="en-US" sz="3200" b="1">
                <a:latin typeface="Arial" charset="0"/>
              </a:rPr>
              <a:t>F</a:t>
            </a:r>
            <a:endParaRPr lang="en-US" sz="1600" i="1">
              <a:latin typeface="Arial" charset="0"/>
            </a:endParaRPr>
          </a:p>
        </p:txBody>
      </p:sp>
      <p:sp>
        <p:nvSpPr>
          <p:cNvPr id="88077" name="Text Box 13"/>
          <p:cNvSpPr txBox="1">
            <a:spLocks noChangeArrowheads="1"/>
          </p:cNvSpPr>
          <p:nvPr/>
        </p:nvSpPr>
        <p:spPr bwMode="auto">
          <a:xfrm>
            <a:off x="5499100" y="1676400"/>
            <a:ext cx="2971800" cy="5022850"/>
          </a:xfrm>
          <a:prstGeom prst="rect">
            <a:avLst/>
          </a:prstGeom>
          <a:solidFill>
            <a:srgbClr val="00FFFF"/>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3200" b="1">
                <a:latin typeface="Arial" charset="0"/>
              </a:rPr>
              <a:t>(A and B) or C</a:t>
            </a:r>
          </a:p>
          <a:p>
            <a:pPr algn="ctr"/>
            <a:endParaRPr lang="en-US" sz="3200" b="1">
              <a:latin typeface="Arial" charset="0"/>
            </a:endParaRPr>
          </a:p>
          <a:p>
            <a:pPr algn="ctr"/>
            <a:r>
              <a:rPr lang="en-US" sz="3200" b="1">
                <a:latin typeface="Arial" charset="0"/>
              </a:rPr>
              <a:t>T</a:t>
            </a:r>
          </a:p>
          <a:p>
            <a:pPr algn="ctr"/>
            <a:r>
              <a:rPr lang="en-US" sz="3200" b="1">
                <a:latin typeface="Arial" charset="0"/>
              </a:rPr>
              <a:t>T</a:t>
            </a:r>
          </a:p>
          <a:p>
            <a:pPr algn="ctr"/>
            <a:r>
              <a:rPr lang="en-US" sz="3200" b="1">
                <a:latin typeface="Arial" charset="0"/>
              </a:rPr>
              <a:t>T</a:t>
            </a:r>
          </a:p>
          <a:p>
            <a:pPr algn="ctr"/>
            <a:r>
              <a:rPr lang="en-US" sz="3200" b="1">
                <a:latin typeface="Arial" charset="0"/>
              </a:rPr>
              <a:t>F</a:t>
            </a:r>
          </a:p>
          <a:p>
            <a:pPr algn="ctr"/>
            <a:r>
              <a:rPr lang="en-US" sz="3200" b="1">
                <a:latin typeface="Arial" charset="0"/>
              </a:rPr>
              <a:t>T</a:t>
            </a:r>
          </a:p>
          <a:p>
            <a:pPr algn="ctr"/>
            <a:r>
              <a:rPr lang="en-US" sz="3200" b="1">
                <a:latin typeface="Arial" charset="0"/>
              </a:rPr>
              <a:t>F</a:t>
            </a:r>
          </a:p>
          <a:p>
            <a:pPr algn="ctr"/>
            <a:r>
              <a:rPr lang="en-US" sz="3200" b="1">
                <a:latin typeface="Arial" charset="0"/>
              </a:rPr>
              <a:t>T</a:t>
            </a:r>
          </a:p>
          <a:p>
            <a:pPr algn="ctr"/>
            <a:r>
              <a:rPr lang="en-US" sz="3200" b="1">
                <a:latin typeface="Arial" charset="0"/>
              </a:rPr>
              <a:t>F</a:t>
            </a:r>
            <a:endParaRPr lang="en-US" sz="1600" i="1">
              <a:latin typeface="Arial" charset="0"/>
            </a:endParaRPr>
          </a:p>
        </p:txBody>
      </p:sp>
    </p:spTree>
    <p:extLst>
      <p:ext uri="{BB962C8B-B14F-4D97-AF65-F5344CB8AC3E}">
        <p14:creationId xmlns:p14="http://schemas.microsoft.com/office/powerpoint/2010/main" val="4218868885"/>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88076"/>
                                        </p:tgtEl>
                                        <p:attrNameLst>
                                          <p:attrName>style.visibility</p:attrName>
                                        </p:attrNameLst>
                                      </p:cBhvr>
                                      <p:to>
                                        <p:strVal val="visible"/>
                                      </p:to>
                                    </p:set>
                                    <p:anim to="" calcmode="lin" valueType="num">
                                      <p:cBhvr>
                                        <p:cTn id="7" dur="1" fill="hold"/>
                                        <p:tgtEl>
                                          <p:spTgt spid="88076"/>
                                        </p:tgtEl>
                                        <p:attrNameLst>
                                          <p:attrName/>
                                        </p:attrNameLst>
                                      </p:cBhvr>
                                    </p:anim>
                                  </p:childTnLst>
                                </p:cTn>
                              </p:par>
                            </p:childTnLst>
                          </p:cTn>
                        </p:par>
                      </p:childTnLst>
                    </p:cTn>
                  </p:par>
                  <p:par>
                    <p:cTn id="8" fill="hold" nodeType="clickPar">
                      <p:stCondLst>
                        <p:cond delay="indefinite"/>
                      </p:stCondLst>
                      <p:childTnLst>
                        <p:par>
                          <p:cTn id="9" fill="hold" nodeType="withGroup">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88077"/>
                                        </p:tgtEl>
                                        <p:attrNameLst>
                                          <p:attrName>style.visibility</p:attrName>
                                        </p:attrNameLst>
                                      </p:cBhvr>
                                      <p:to>
                                        <p:strVal val="visible"/>
                                      </p:to>
                                    </p:set>
                                    <p:anim to="" calcmode="lin" valueType="num">
                                      <p:cBhvr>
                                        <p:cTn id="12" dur="1" fill="hold"/>
                                        <p:tgtEl>
                                          <p:spTgt spid="88077"/>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76" grpId="0" animBg="1"/>
      <p:bldP spid="88077"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ChangeArrowheads="1"/>
          </p:cNvSpPr>
          <p:nvPr/>
        </p:nvSpPr>
        <p:spPr bwMode="auto">
          <a:xfrm>
            <a:off x="0" y="152400"/>
            <a:ext cx="9144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en-US" sz="4400" b="1">
                <a:latin typeface="Arial" charset="0"/>
              </a:rPr>
              <a:t>Truth Table #3</a:t>
            </a:r>
            <a:br>
              <a:rPr lang="en-US" sz="4400" b="1">
                <a:latin typeface="Arial" charset="0"/>
              </a:rPr>
            </a:br>
            <a:r>
              <a:rPr lang="en-US" sz="4400" b="1">
                <a:latin typeface="Arial" charset="0"/>
              </a:rPr>
              <a:t>(A or B) and C</a:t>
            </a:r>
          </a:p>
        </p:txBody>
      </p:sp>
      <p:sp>
        <p:nvSpPr>
          <p:cNvPr id="21507" name="Text Box 3"/>
          <p:cNvSpPr txBox="1">
            <a:spLocks noChangeArrowheads="1"/>
          </p:cNvSpPr>
          <p:nvPr/>
        </p:nvSpPr>
        <p:spPr bwMode="auto">
          <a:xfrm>
            <a:off x="749300" y="1676400"/>
            <a:ext cx="539750" cy="5022850"/>
          </a:xfrm>
          <a:prstGeom prst="rect">
            <a:avLst/>
          </a:prstGeom>
          <a:solidFill>
            <a:srgbClr val="00FFFF"/>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3200" b="1">
                <a:latin typeface="Arial" charset="0"/>
              </a:rPr>
              <a:t>A</a:t>
            </a:r>
          </a:p>
          <a:p>
            <a:pPr algn="ctr"/>
            <a:endParaRPr lang="en-US" sz="3200" b="1">
              <a:latin typeface="Arial" charset="0"/>
            </a:endParaRPr>
          </a:p>
          <a:p>
            <a:pPr algn="ctr"/>
            <a:r>
              <a:rPr lang="en-US" sz="3200" b="1">
                <a:latin typeface="Arial" charset="0"/>
              </a:rPr>
              <a:t>T</a:t>
            </a:r>
          </a:p>
          <a:p>
            <a:pPr algn="ctr"/>
            <a:r>
              <a:rPr lang="en-US" sz="3200" b="1">
                <a:latin typeface="Arial" charset="0"/>
              </a:rPr>
              <a:t>T</a:t>
            </a:r>
          </a:p>
          <a:p>
            <a:pPr algn="ctr"/>
            <a:r>
              <a:rPr lang="en-US" sz="3200" b="1">
                <a:latin typeface="Arial" charset="0"/>
              </a:rPr>
              <a:t>T</a:t>
            </a:r>
          </a:p>
          <a:p>
            <a:pPr algn="ctr"/>
            <a:r>
              <a:rPr lang="en-US" sz="3200" b="1">
                <a:latin typeface="Arial" charset="0"/>
              </a:rPr>
              <a:t>T</a:t>
            </a:r>
          </a:p>
          <a:p>
            <a:pPr algn="ctr"/>
            <a:r>
              <a:rPr lang="en-US" sz="3200" b="1">
                <a:latin typeface="Arial" charset="0"/>
              </a:rPr>
              <a:t>F</a:t>
            </a:r>
          </a:p>
          <a:p>
            <a:pPr algn="ctr"/>
            <a:r>
              <a:rPr lang="en-US" sz="3200" b="1">
                <a:latin typeface="Arial" charset="0"/>
              </a:rPr>
              <a:t>F</a:t>
            </a:r>
          </a:p>
          <a:p>
            <a:pPr algn="ctr"/>
            <a:r>
              <a:rPr lang="en-US" sz="3200" b="1">
                <a:latin typeface="Arial" charset="0"/>
              </a:rPr>
              <a:t>F</a:t>
            </a:r>
          </a:p>
          <a:p>
            <a:pPr algn="ctr"/>
            <a:r>
              <a:rPr lang="en-US" sz="3200" b="1">
                <a:latin typeface="Arial" charset="0"/>
              </a:rPr>
              <a:t>F</a:t>
            </a:r>
            <a:endParaRPr lang="en-US" sz="1600" i="1">
              <a:latin typeface="Arial" charset="0"/>
            </a:endParaRPr>
          </a:p>
        </p:txBody>
      </p:sp>
      <p:sp>
        <p:nvSpPr>
          <p:cNvPr id="21508" name="Text Box 4"/>
          <p:cNvSpPr txBox="1">
            <a:spLocks noChangeArrowheads="1"/>
          </p:cNvSpPr>
          <p:nvPr/>
        </p:nvSpPr>
        <p:spPr bwMode="auto">
          <a:xfrm>
            <a:off x="1587500" y="1676400"/>
            <a:ext cx="539750" cy="5022850"/>
          </a:xfrm>
          <a:prstGeom prst="rect">
            <a:avLst/>
          </a:prstGeom>
          <a:solidFill>
            <a:srgbClr val="00FF00"/>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3200" b="1">
                <a:latin typeface="Arial" charset="0"/>
              </a:rPr>
              <a:t>B</a:t>
            </a:r>
          </a:p>
          <a:p>
            <a:pPr algn="ctr"/>
            <a:endParaRPr lang="en-US" sz="3200" b="1">
              <a:latin typeface="Arial" charset="0"/>
            </a:endParaRPr>
          </a:p>
          <a:p>
            <a:pPr algn="ctr"/>
            <a:r>
              <a:rPr lang="en-US" sz="3200" b="1">
                <a:latin typeface="Arial" charset="0"/>
              </a:rPr>
              <a:t>T</a:t>
            </a:r>
          </a:p>
          <a:p>
            <a:pPr algn="ctr"/>
            <a:r>
              <a:rPr lang="en-US" sz="3200" b="1">
                <a:latin typeface="Arial" charset="0"/>
              </a:rPr>
              <a:t>T</a:t>
            </a:r>
          </a:p>
          <a:p>
            <a:pPr algn="ctr"/>
            <a:r>
              <a:rPr lang="en-US" sz="3200" b="1">
                <a:latin typeface="Arial" charset="0"/>
              </a:rPr>
              <a:t>F</a:t>
            </a:r>
          </a:p>
          <a:p>
            <a:pPr algn="ctr"/>
            <a:r>
              <a:rPr lang="en-US" sz="3200" b="1">
                <a:latin typeface="Arial" charset="0"/>
              </a:rPr>
              <a:t>F</a:t>
            </a:r>
          </a:p>
          <a:p>
            <a:pPr algn="ctr"/>
            <a:r>
              <a:rPr lang="en-US" sz="3200" b="1">
                <a:latin typeface="Arial" charset="0"/>
              </a:rPr>
              <a:t>T</a:t>
            </a:r>
          </a:p>
          <a:p>
            <a:pPr algn="ctr"/>
            <a:r>
              <a:rPr lang="en-US" sz="3200" b="1">
                <a:latin typeface="Arial" charset="0"/>
              </a:rPr>
              <a:t>T</a:t>
            </a:r>
          </a:p>
          <a:p>
            <a:pPr algn="ctr"/>
            <a:r>
              <a:rPr lang="en-US" sz="3200" b="1">
                <a:latin typeface="Arial" charset="0"/>
              </a:rPr>
              <a:t>F</a:t>
            </a:r>
          </a:p>
          <a:p>
            <a:pPr algn="ctr"/>
            <a:r>
              <a:rPr lang="en-US" sz="3200" b="1">
                <a:latin typeface="Arial" charset="0"/>
              </a:rPr>
              <a:t>F</a:t>
            </a:r>
            <a:endParaRPr lang="en-US" sz="1600" i="1">
              <a:latin typeface="Arial" charset="0"/>
            </a:endParaRPr>
          </a:p>
        </p:txBody>
      </p:sp>
      <p:sp>
        <p:nvSpPr>
          <p:cNvPr id="21509" name="Text Box 5"/>
          <p:cNvSpPr txBox="1">
            <a:spLocks noChangeArrowheads="1"/>
          </p:cNvSpPr>
          <p:nvPr/>
        </p:nvSpPr>
        <p:spPr bwMode="auto">
          <a:xfrm>
            <a:off x="2425700" y="1676400"/>
            <a:ext cx="539750" cy="5022850"/>
          </a:xfrm>
          <a:prstGeom prst="rect">
            <a:avLst/>
          </a:prstGeom>
          <a:solidFill>
            <a:srgbClr val="00FFFF"/>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3200" b="1">
                <a:latin typeface="Arial" charset="0"/>
              </a:rPr>
              <a:t>C</a:t>
            </a:r>
          </a:p>
          <a:p>
            <a:pPr algn="ctr"/>
            <a:endParaRPr lang="en-US" sz="3200" b="1">
              <a:latin typeface="Arial" charset="0"/>
            </a:endParaRPr>
          </a:p>
          <a:p>
            <a:pPr algn="ctr"/>
            <a:r>
              <a:rPr lang="en-US" sz="3200" b="1">
                <a:latin typeface="Arial" charset="0"/>
              </a:rPr>
              <a:t>T</a:t>
            </a:r>
          </a:p>
          <a:p>
            <a:pPr algn="ctr"/>
            <a:r>
              <a:rPr lang="en-US" sz="3200" b="1">
                <a:latin typeface="Arial" charset="0"/>
              </a:rPr>
              <a:t>F</a:t>
            </a:r>
          </a:p>
          <a:p>
            <a:pPr algn="ctr"/>
            <a:r>
              <a:rPr lang="en-US" sz="3200" b="1">
                <a:latin typeface="Arial" charset="0"/>
              </a:rPr>
              <a:t>T</a:t>
            </a:r>
          </a:p>
          <a:p>
            <a:pPr algn="ctr"/>
            <a:r>
              <a:rPr lang="en-US" sz="3200" b="1">
                <a:latin typeface="Arial" charset="0"/>
              </a:rPr>
              <a:t>F</a:t>
            </a:r>
          </a:p>
          <a:p>
            <a:pPr algn="ctr"/>
            <a:r>
              <a:rPr lang="en-US" sz="3200" b="1">
                <a:latin typeface="Arial" charset="0"/>
              </a:rPr>
              <a:t>T</a:t>
            </a:r>
          </a:p>
          <a:p>
            <a:pPr algn="ctr"/>
            <a:r>
              <a:rPr lang="en-US" sz="3200" b="1">
                <a:latin typeface="Arial" charset="0"/>
              </a:rPr>
              <a:t>F</a:t>
            </a:r>
          </a:p>
          <a:p>
            <a:pPr algn="ctr"/>
            <a:r>
              <a:rPr lang="en-US" sz="3200" b="1">
                <a:latin typeface="Arial" charset="0"/>
              </a:rPr>
              <a:t>T</a:t>
            </a:r>
          </a:p>
          <a:p>
            <a:pPr algn="ctr"/>
            <a:r>
              <a:rPr lang="en-US" sz="3200" b="1">
                <a:latin typeface="Arial" charset="0"/>
              </a:rPr>
              <a:t>F</a:t>
            </a:r>
            <a:endParaRPr lang="en-US" sz="1600" i="1">
              <a:latin typeface="Arial" charset="0"/>
            </a:endParaRPr>
          </a:p>
        </p:txBody>
      </p:sp>
      <p:sp>
        <p:nvSpPr>
          <p:cNvPr id="89094" name="Text Box 6"/>
          <p:cNvSpPr txBox="1">
            <a:spLocks noChangeArrowheads="1"/>
          </p:cNvSpPr>
          <p:nvPr/>
        </p:nvSpPr>
        <p:spPr bwMode="auto">
          <a:xfrm>
            <a:off x="3249613" y="1676400"/>
            <a:ext cx="1925637" cy="5022850"/>
          </a:xfrm>
          <a:prstGeom prst="rect">
            <a:avLst/>
          </a:prstGeom>
          <a:solidFill>
            <a:srgbClr val="21FF21"/>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3200" b="1">
                <a:latin typeface="Arial" charset="0"/>
              </a:rPr>
              <a:t>A or B</a:t>
            </a:r>
          </a:p>
          <a:p>
            <a:pPr algn="ctr"/>
            <a:endParaRPr lang="en-US" sz="3200" b="1">
              <a:latin typeface="Arial" charset="0"/>
            </a:endParaRPr>
          </a:p>
          <a:p>
            <a:pPr algn="ctr"/>
            <a:r>
              <a:rPr lang="en-US" sz="3200" b="1">
                <a:latin typeface="Arial" charset="0"/>
              </a:rPr>
              <a:t>T</a:t>
            </a:r>
          </a:p>
          <a:p>
            <a:pPr algn="ctr"/>
            <a:r>
              <a:rPr lang="en-US" sz="3200" b="1">
                <a:latin typeface="Arial" charset="0"/>
              </a:rPr>
              <a:t>T</a:t>
            </a:r>
          </a:p>
          <a:p>
            <a:pPr algn="ctr"/>
            <a:r>
              <a:rPr lang="en-US" sz="3200" b="1">
                <a:latin typeface="Arial" charset="0"/>
              </a:rPr>
              <a:t>T</a:t>
            </a:r>
          </a:p>
          <a:p>
            <a:pPr algn="ctr"/>
            <a:r>
              <a:rPr lang="en-US" sz="3200" b="1">
                <a:latin typeface="Arial" charset="0"/>
              </a:rPr>
              <a:t>T</a:t>
            </a:r>
          </a:p>
          <a:p>
            <a:pPr algn="ctr"/>
            <a:r>
              <a:rPr lang="en-US" sz="3200" b="1">
                <a:latin typeface="Arial" charset="0"/>
              </a:rPr>
              <a:t>T</a:t>
            </a:r>
          </a:p>
          <a:p>
            <a:pPr algn="ctr"/>
            <a:r>
              <a:rPr lang="en-US" sz="3200" b="1">
                <a:latin typeface="Arial" charset="0"/>
              </a:rPr>
              <a:t>T</a:t>
            </a:r>
          </a:p>
          <a:p>
            <a:pPr algn="ctr"/>
            <a:r>
              <a:rPr lang="en-US" sz="3200" b="1">
                <a:latin typeface="Arial" charset="0"/>
              </a:rPr>
              <a:t>F</a:t>
            </a:r>
          </a:p>
          <a:p>
            <a:pPr algn="ctr"/>
            <a:r>
              <a:rPr lang="en-US" sz="3200" b="1">
                <a:latin typeface="Arial" charset="0"/>
              </a:rPr>
              <a:t>F</a:t>
            </a:r>
            <a:endParaRPr lang="en-US" sz="1600" i="1">
              <a:latin typeface="Arial" charset="0"/>
            </a:endParaRPr>
          </a:p>
        </p:txBody>
      </p:sp>
      <p:sp>
        <p:nvSpPr>
          <p:cNvPr id="89095" name="Text Box 7"/>
          <p:cNvSpPr txBox="1">
            <a:spLocks noChangeArrowheads="1"/>
          </p:cNvSpPr>
          <p:nvPr/>
        </p:nvSpPr>
        <p:spPr bwMode="auto">
          <a:xfrm>
            <a:off x="5486400" y="1676400"/>
            <a:ext cx="2971800" cy="5022850"/>
          </a:xfrm>
          <a:prstGeom prst="rect">
            <a:avLst/>
          </a:prstGeom>
          <a:solidFill>
            <a:srgbClr val="00FFFF"/>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3200" b="1">
                <a:latin typeface="Arial" charset="0"/>
              </a:rPr>
              <a:t>(A or B) and C</a:t>
            </a:r>
          </a:p>
          <a:p>
            <a:pPr algn="ctr"/>
            <a:endParaRPr lang="en-US" sz="3200" b="1">
              <a:latin typeface="Arial" charset="0"/>
            </a:endParaRPr>
          </a:p>
          <a:p>
            <a:pPr algn="ctr"/>
            <a:r>
              <a:rPr lang="en-US" sz="3200" b="1">
                <a:latin typeface="Arial" charset="0"/>
              </a:rPr>
              <a:t>T</a:t>
            </a:r>
          </a:p>
          <a:p>
            <a:pPr algn="ctr"/>
            <a:r>
              <a:rPr lang="en-US" sz="3200" b="1">
                <a:latin typeface="Arial" charset="0"/>
              </a:rPr>
              <a:t>F</a:t>
            </a:r>
          </a:p>
          <a:p>
            <a:pPr algn="ctr"/>
            <a:r>
              <a:rPr lang="en-US" sz="3200" b="1">
                <a:latin typeface="Arial" charset="0"/>
              </a:rPr>
              <a:t>T</a:t>
            </a:r>
          </a:p>
          <a:p>
            <a:pPr algn="ctr"/>
            <a:r>
              <a:rPr lang="en-US" sz="3200" b="1">
                <a:latin typeface="Arial" charset="0"/>
              </a:rPr>
              <a:t>F</a:t>
            </a:r>
          </a:p>
          <a:p>
            <a:pPr algn="ctr"/>
            <a:r>
              <a:rPr lang="en-US" sz="3200" b="1">
                <a:latin typeface="Arial" charset="0"/>
              </a:rPr>
              <a:t>T</a:t>
            </a:r>
          </a:p>
          <a:p>
            <a:pPr algn="ctr"/>
            <a:r>
              <a:rPr lang="en-US" sz="3200" b="1">
                <a:latin typeface="Arial" charset="0"/>
              </a:rPr>
              <a:t>F</a:t>
            </a:r>
          </a:p>
          <a:p>
            <a:pPr algn="ctr"/>
            <a:r>
              <a:rPr lang="en-US" sz="3200" b="1">
                <a:latin typeface="Arial" charset="0"/>
              </a:rPr>
              <a:t>F</a:t>
            </a:r>
          </a:p>
          <a:p>
            <a:pPr algn="ctr"/>
            <a:r>
              <a:rPr lang="en-US" sz="3200" b="1">
                <a:latin typeface="Arial" charset="0"/>
              </a:rPr>
              <a:t>F</a:t>
            </a:r>
            <a:endParaRPr lang="en-US" sz="1600" i="1">
              <a:latin typeface="Arial" charset="0"/>
            </a:endParaRPr>
          </a:p>
        </p:txBody>
      </p:sp>
    </p:spTree>
    <p:extLst>
      <p:ext uri="{BB962C8B-B14F-4D97-AF65-F5344CB8AC3E}">
        <p14:creationId xmlns:p14="http://schemas.microsoft.com/office/powerpoint/2010/main" val="3187803006"/>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89094"/>
                                        </p:tgtEl>
                                        <p:attrNameLst>
                                          <p:attrName>style.visibility</p:attrName>
                                        </p:attrNameLst>
                                      </p:cBhvr>
                                      <p:to>
                                        <p:strVal val="visible"/>
                                      </p:to>
                                    </p:set>
                                    <p:anim to="" calcmode="lin" valueType="num">
                                      <p:cBhvr>
                                        <p:cTn id="7" dur="1" fill="hold"/>
                                        <p:tgtEl>
                                          <p:spTgt spid="89094"/>
                                        </p:tgtEl>
                                        <p:attrNameLst>
                                          <p:attrName/>
                                        </p:attrNameLst>
                                      </p:cBhvr>
                                    </p:anim>
                                  </p:childTnLst>
                                </p:cTn>
                              </p:par>
                            </p:childTnLst>
                          </p:cTn>
                        </p:par>
                      </p:childTnLst>
                    </p:cTn>
                  </p:par>
                  <p:par>
                    <p:cTn id="8" fill="hold" nodeType="clickPar">
                      <p:stCondLst>
                        <p:cond delay="indefinite"/>
                      </p:stCondLst>
                      <p:childTnLst>
                        <p:par>
                          <p:cTn id="9" fill="hold" nodeType="withGroup">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89095"/>
                                        </p:tgtEl>
                                        <p:attrNameLst>
                                          <p:attrName>style.visibility</p:attrName>
                                        </p:attrNameLst>
                                      </p:cBhvr>
                                      <p:to>
                                        <p:strVal val="visible"/>
                                      </p:to>
                                    </p:set>
                                    <p:anim to="" calcmode="lin" valueType="num">
                                      <p:cBhvr>
                                        <p:cTn id="12" dur="1" fill="hold"/>
                                        <p:tgtEl>
                                          <p:spTgt spid="89095"/>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4" grpId="0" animBg="1"/>
      <p:bldP spid="89095"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0" y="0"/>
            <a:ext cx="9144000" cy="1752600"/>
          </a:xfrm>
        </p:spPr>
        <p:txBody>
          <a:bodyPr/>
          <a:lstStyle/>
          <a:p>
            <a:r>
              <a:rPr lang="en-US" sz="4800" b="0" smtClean="0">
                <a:latin typeface="Arial Black" pitchFamily="34" charset="0"/>
              </a:rPr>
              <a:t>Truth Table Fact</a:t>
            </a:r>
          </a:p>
        </p:txBody>
      </p:sp>
      <p:sp>
        <p:nvSpPr>
          <p:cNvPr id="22531" name="Text Box 3"/>
          <p:cNvSpPr txBox="1">
            <a:spLocks noChangeArrowheads="1"/>
          </p:cNvSpPr>
          <p:nvPr/>
        </p:nvSpPr>
        <p:spPr bwMode="auto">
          <a:xfrm>
            <a:off x="1066800" y="2362200"/>
            <a:ext cx="7010400" cy="1274195"/>
          </a:xfrm>
          <a:prstGeom prst="rect">
            <a:avLst/>
          </a:prstGeom>
          <a:solidFill>
            <a:srgbClr val="00FFFF"/>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nSpc>
                <a:spcPct val="120000"/>
              </a:lnSpc>
              <a:spcBef>
                <a:spcPct val="50000"/>
              </a:spcBef>
            </a:pPr>
            <a:r>
              <a:rPr lang="en-US" sz="3200" b="1" dirty="0">
                <a:latin typeface="Arial" charset="0"/>
              </a:rPr>
              <a:t>The truth tables of </a:t>
            </a:r>
            <a:r>
              <a:rPr lang="en-US" sz="3200" b="1" i="1" dirty="0">
                <a:latin typeface="Arial" pitchFamily="34" charset="0"/>
                <a:cs typeface="Arial" pitchFamily="34" charset="0"/>
              </a:rPr>
              <a:t>equivalent</a:t>
            </a:r>
            <a:r>
              <a:rPr lang="en-US" sz="3200" b="1" dirty="0">
                <a:latin typeface="Arial" charset="0"/>
              </a:rPr>
              <a:t> Boolean expressions are </a:t>
            </a:r>
            <a:r>
              <a:rPr lang="en-US" sz="3200" b="1" u="sng" dirty="0">
                <a:latin typeface="Arial" charset="0"/>
              </a:rPr>
              <a:t>identical</a:t>
            </a:r>
            <a:r>
              <a:rPr lang="en-US" sz="3200" b="1" dirty="0">
                <a:latin typeface="Arial" charset="0"/>
              </a:rPr>
              <a:t>.</a:t>
            </a:r>
          </a:p>
        </p:txBody>
      </p:sp>
      <p:pic>
        <p:nvPicPr>
          <p:cNvPr id="22532" name="Picture 12" descr="MMj03368600000[1]"/>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8520113" y="228600"/>
            <a:ext cx="47148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3" name="Picture 13" descr="MMj03368600000[1]"/>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8062913" y="228600"/>
            <a:ext cx="47148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4" name="Picture 14" descr="MMj03368600000[1]"/>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671513" y="228600"/>
            <a:ext cx="47148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5" name="Picture 15" descr="MMj03368600000[1]"/>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28600"/>
            <a:ext cx="471488"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6" name="Picture 16" descr="MMj03368600000[1]"/>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620000" y="228600"/>
            <a:ext cx="471488"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7" name="Picture 19" descr="MMj03368600000[1]"/>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128713" y="228600"/>
            <a:ext cx="47148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93857860"/>
      </p:ext>
    </p:extLst>
  </p:cSld>
  <p:clrMapOvr>
    <a:masterClrMapping/>
  </p:clrMapOvr>
  <p:timing>
    <p:tnLst>
      <p:par>
        <p:cTn xmlns:p14="http://schemas.microsoft.com/office/powerpoint/2010/mai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ChangeArrowheads="1"/>
          </p:cNvSpPr>
          <p:nvPr/>
        </p:nvSpPr>
        <p:spPr bwMode="auto">
          <a:xfrm>
            <a:off x="0" y="381000"/>
            <a:ext cx="9144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en-US" sz="4400" b="1">
                <a:latin typeface="Arial" charset="0"/>
              </a:rPr>
              <a:t>Truth Table #4</a:t>
            </a:r>
            <a:br>
              <a:rPr lang="en-US" sz="4400" b="1">
                <a:latin typeface="Arial" charset="0"/>
              </a:rPr>
            </a:br>
            <a:r>
              <a:rPr lang="en-US" sz="4400" b="1">
                <a:latin typeface="Arial" charset="0"/>
              </a:rPr>
              <a:t>Is ~(A or B) = ~A or ~B ?</a:t>
            </a:r>
          </a:p>
        </p:txBody>
      </p:sp>
      <p:sp>
        <p:nvSpPr>
          <p:cNvPr id="23555" name="Text Box 7"/>
          <p:cNvSpPr txBox="1">
            <a:spLocks noChangeArrowheads="1"/>
          </p:cNvSpPr>
          <p:nvPr/>
        </p:nvSpPr>
        <p:spPr bwMode="auto">
          <a:xfrm>
            <a:off x="244475" y="2155825"/>
            <a:ext cx="593725" cy="2339975"/>
          </a:xfrm>
          <a:prstGeom prst="rect">
            <a:avLst/>
          </a:prstGeom>
          <a:solidFill>
            <a:srgbClr val="00FFFF"/>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b="1">
                <a:latin typeface="Arial" charset="0"/>
              </a:rPr>
              <a:t>A</a:t>
            </a:r>
          </a:p>
          <a:p>
            <a:pPr algn="ctr"/>
            <a:endParaRPr lang="en-US" b="1">
              <a:latin typeface="Arial" charset="0"/>
            </a:endParaRPr>
          </a:p>
          <a:p>
            <a:pPr algn="ctr"/>
            <a:r>
              <a:rPr lang="en-US" b="1">
                <a:latin typeface="Arial" charset="0"/>
              </a:rPr>
              <a:t>T</a:t>
            </a:r>
          </a:p>
          <a:p>
            <a:pPr algn="ctr"/>
            <a:r>
              <a:rPr lang="en-US" b="1">
                <a:latin typeface="Arial" charset="0"/>
              </a:rPr>
              <a:t>T</a:t>
            </a:r>
          </a:p>
          <a:p>
            <a:pPr algn="ctr"/>
            <a:r>
              <a:rPr lang="en-US" b="1">
                <a:latin typeface="Arial" charset="0"/>
              </a:rPr>
              <a:t>F</a:t>
            </a:r>
          </a:p>
          <a:p>
            <a:pPr algn="ctr"/>
            <a:r>
              <a:rPr lang="en-US" b="1">
                <a:latin typeface="Arial" charset="0"/>
              </a:rPr>
              <a:t>F</a:t>
            </a:r>
            <a:endParaRPr lang="en-US" sz="1600" i="1">
              <a:latin typeface="Arial" charset="0"/>
            </a:endParaRPr>
          </a:p>
        </p:txBody>
      </p:sp>
      <p:sp>
        <p:nvSpPr>
          <p:cNvPr id="23556" name="Text Box 8"/>
          <p:cNvSpPr txBox="1">
            <a:spLocks noChangeArrowheads="1"/>
          </p:cNvSpPr>
          <p:nvPr/>
        </p:nvSpPr>
        <p:spPr bwMode="auto">
          <a:xfrm>
            <a:off x="1006475" y="2155825"/>
            <a:ext cx="593725" cy="2339975"/>
          </a:xfrm>
          <a:prstGeom prst="rect">
            <a:avLst/>
          </a:prstGeom>
          <a:solidFill>
            <a:srgbClr val="00FF00"/>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b="1">
                <a:latin typeface="Arial" charset="0"/>
              </a:rPr>
              <a:t>B</a:t>
            </a:r>
          </a:p>
          <a:p>
            <a:pPr algn="ctr"/>
            <a:endParaRPr lang="en-US" b="1">
              <a:latin typeface="Arial" charset="0"/>
            </a:endParaRPr>
          </a:p>
          <a:p>
            <a:pPr algn="ctr"/>
            <a:r>
              <a:rPr lang="en-US" b="1">
                <a:latin typeface="Arial" charset="0"/>
              </a:rPr>
              <a:t>T</a:t>
            </a:r>
          </a:p>
          <a:p>
            <a:pPr algn="ctr"/>
            <a:r>
              <a:rPr lang="en-US" b="1">
                <a:latin typeface="Arial" charset="0"/>
              </a:rPr>
              <a:t>F</a:t>
            </a:r>
          </a:p>
          <a:p>
            <a:pPr algn="ctr"/>
            <a:r>
              <a:rPr lang="en-US" b="1">
                <a:latin typeface="Arial" charset="0"/>
              </a:rPr>
              <a:t>T</a:t>
            </a:r>
          </a:p>
          <a:p>
            <a:pPr algn="ctr"/>
            <a:r>
              <a:rPr lang="en-US" b="1">
                <a:latin typeface="Arial" charset="0"/>
              </a:rPr>
              <a:t>F</a:t>
            </a:r>
            <a:endParaRPr lang="en-US" sz="1600" i="1">
              <a:latin typeface="Arial" charset="0"/>
            </a:endParaRPr>
          </a:p>
        </p:txBody>
      </p:sp>
      <p:sp>
        <p:nvSpPr>
          <p:cNvPr id="90121" name="Text Box 9"/>
          <p:cNvSpPr txBox="1">
            <a:spLocks noChangeArrowheads="1"/>
          </p:cNvSpPr>
          <p:nvPr/>
        </p:nvSpPr>
        <p:spPr bwMode="auto">
          <a:xfrm>
            <a:off x="1752600" y="2155825"/>
            <a:ext cx="1219200" cy="2339975"/>
          </a:xfrm>
          <a:prstGeom prst="rect">
            <a:avLst/>
          </a:prstGeom>
          <a:solidFill>
            <a:srgbClr val="00FFFF"/>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b="1">
                <a:latin typeface="Arial" charset="0"/>
              </a:rPr>
              <a:t>A or B</a:t>
            </a:r>
          </a:p>
          <a:p>
            <a:pPr algn="ctr"/>
            <a:endParaRPr lang="en-US" b="1">
              <a:latin typeface="Arial" charset="0"/>
            </a:endParaRPr>
          </a:p>
          <a:p>
            <a:pPr algn="ctr"/>
            <a:r>
              <a:rPr lang="en-US" b="1">
                <a:latin typeface="Arial" charset="0"/>
              </a:rPr>
              <a:t>T</a:t>
            </a:r>
          </a:p>
          <a:p>
            <a:pPr algn="ctr"/>
            <a:r>
              <a:rPr lang="en-US" b="1">
                <a:latin typeface="Arial" charset="0"/>
              </a:rPr>
              <a:t>T</a:t>
            </a:r>
          </a:p>
          <a:p>
            <a:pPr algn="ctr"/>
            <a:r>
              <a:rPr lang="en-US" b="1">
                <a:latin typeface="Arial" charset="0"/>
              </a:rPr>
              <a:t>T</a:t>
            </a:r>
          </a:p>
          <a:p>
            <a:pPr algn="ctr"/>
            <a:r>
              <a:rPr lang="en-US" b="1">
                <a:latin typeface="Arial" charset="0"/>
              </a:rPr>
              <a:t>F</a:t>
            </a:r>
            <a:endParaRPr lang="en-US" sz="1600" i="1">
              <a:latin typeface="Arial" charset="0"/>
            </a:endParaRPr>
          </a:p>
        </p:txBody>
      </p:sp>
      <p:sp>
        <p:nvSpPr>
          <p:cNvPr id="90122" name="Text Box 10"/>
          <p:cNvSpPr txBox="1">
            <a:spLocks noChangeArrowheads="1"/>
          </p:cNvSpPr>
          <p:nvPr/>
        </p:nvSpPr>
        <p:spPr bwMode="auto">
          <a:xfrm>
            <a:off x="3124200" y="2155825"/>
            <a:ext cx="1752600" cy="2339975"/>
          </a:xfrm>
          <a:prstGeom prst="rect">
            <a:avLst/>
          </a:prstGeom>
          <a:solidFill>
            <a:srgbClr val="21FF21"/>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b="1">
                <a:latin typeface="Arial" charset="0"/>
              </a:rPr>
              <a:t>~(A or B)</a:t>
            </a:r>
          </a:p>
          <a:p>
            <a:pPr algn="ctr"/>
            <a:endParaRPr lang="en-US" b="1">
              <a:latin typeface="Arial" charset="0"/>
            </a:endParaRPr>
          </a:p>
          <a:p>
            <a:pPr algn="ctr"/>
            <a:r>
              <a:rPr lang="en-US" b="1">
                <a:latin typeface="Arial" charset="0"/>
              </a:rPr>
              <a:t>F</a:t>
            </a:r>
          </a:p>
          <a:p>
            <a:pPr algn="ctr"/>
            <a:r>
              <a:rPr lang="en-US" b="1">
                <a:latin typeface="Arial" charset="0"/>
              </a:rPr>
              <a:t>F</a:t>
            </a:r>
          </a:p>
          <a:p>
            <a:pPr algn="ctr"/>
            <a:r>
              <a:rPr lang="en-US" b="1">
                <a:latin typeface="Arial" charset="0"/>
              </a:rPr>
              <a:t>F</a:t>
            </a:r>
          </a:p>
          <a:p>
            <a:pPr algn="ctr"/>
            <a:r>
              <a:rPr lang="en-US" b="1">
                <a:latin typeface="Arial" charset="0"/>
              </a:rPr>
              <a:t>T</a:t>
            </a:r>
            <a:endParaRPr lang="en-US" sz="1600" i="1">
              <a:latin typeface="Arial" charset="0"/>
            </a:endParaRPr>
          </a:p>
        </p:txBody>
      </p:sp>
      <p:sp>
        <p:nvSpPr>
          <p:cNvPr id="90123" name="Text Box 11"/>
          <p:cNvSpPr txBox="1">
            <a:spLocks noChangeArrowheads="1"/>
          </p:cNvSpPr>
          <p:nvPr/>
        </p:nvSpPr>
        <p:spPr bwMode="auto">
          <a:xfrm>
            <a:off x="5029200" y="2155825"/>
            <a:ext cx="914400" cy="2339975"/>
          </a:xfrm>
          <a:prstGeom prst="rect">
            <a:avLst/>
          </a:prstGeom>
          <a:solidFill>
            <a:srgbClr val="00FFFF"/>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b="1">
                <a:latin typeface="Arial" charset="0"/>
              </a:rPr>
              <a:t>~A</a:t>
            </a:r>
          </a:p>
          <a:p>
            <a:pPr algn="ctr"/>
            <a:endParaRPr lang="en-US" b="1">
              <a:latin typeface="Arial" charset="0"/>
            </a:endParaRPr>
          </a:p>
          <a:p>
            <a:pPr algn="ctr"/>
            <a:r>
              <a:rPr lang="en-US" b="1">
                <a:latin typeface="Arial" charset="0"/>
              </a:rPr>
              <a:t>F</a:t>
            </a:r>
          </a:p>
          <a:p>
            <a:pPr algn="ctr"/>
            <a:r>
              <a:rPr lang="en-US" b="1">
                <a:latin typeface="Arial" charset="0"/>
              </a:rPr>
              <a:t>F</a:t>
            </a:r>
          </a:p>
          <a:p>
            <a:pPr algn="ctr"/>
            <a:r>
              <a:rPr lang="en-US" b="1">
                <a:latin typeface="Arial" charset="0"/>
              </a:rPr>
              <a:t>T</a:t>
            </a:r>
          </a:p>
          <a:p>
            <a:pPr algn="ctr"/>
            <a:r>
              <a:rPr lang="en-US" b="1">
                <a:latin typeface="Arial" charset="0"/>
              </a:rPr>
              <a:t>T</a:t>
            </a:r>
            <a:endParaRPr lang="en-US" sz="1600" i="1">
              <a:latin typeface="Arial" charset="0"/>
            </a:endParaRPr>
          </a:p>
        </p:txBody>
      </p:sp>
      <p:sp>
        <p:nvSpPr>
          <p:cNvPr id="90124" name="Text Box 12"/>
          <p:cNvSpPr txBox="1">
            <a:spLocks noChangeArrowheads="1"/>
          </p:cNvSpPr>
          <p:nvPr/>
        </p:nvSpPr>
        <p:spPr bwMode="auto">
          <a:xfrm>
            <a:off x="6096000" y="2155825"/>
            <a:ext cx="914400" cy="2339975"/>
          </a:xfrm>
          <a:prstGeom prst="rect">
            <a:avLst/>
          </a:prstGeom>
          <a:solidFill>
            <a:srgbClr val="00FF00"/>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b="1">
                <a:latin typeface="Arial" charset="0"/>
              </a:rPr>
              <a:t>~B</a:t>
            </a:r>
          </a:p>
          <a:p>
            <a:pPr algn="ctr"/>
            <a:endParaRPr lang="en-US" b="1">
              <a:latin typeface="Arial" charset="0"/>
            </a:endParaRPr>
          </a:p>
          <a:p>
            <a:pPr algn="ctr"/>
            <a:r>
              <a:rPr lang="en-US" b="1">
                <a:latin typeface="Arial" charset="0"/>
              </a:rPr>
              <a:t>F</a:t>
            </a:r>
          </a:p>
          <a:p>
            <a:pPr algn="ctr"/>
            <a:r>
              <a:rPr lang="en-US" b="1">
                <a:latin typeface="Arial" charset="0"/>
              </a:rPr>
              <a:t>T</a:t>
            </a:r>
          </a:p>
          <a:p>
            <a:pPr algn="ctr"/>
            <a:r>
              <a:rPr lang="en-US" b="1">
                <a:latin typeface="Arial" charset="0"/>
              </a:rPr>
              <a:t>F</a:t>
            </a:r>
          </a:p>
          <a:p>
            <a:pPr algn="ctr"/>
            <a:r>
              <a:rPr lang="en-US" b="1">
                <a:latin typeface="Arial" charset="0"/>
              </a:rPr>
              <a:t>T</a:t>
            </a:r>
            <a:endParaRPr lang="en-US" sz="1600" i="1">
              <a:latin typeface="Arial" charset="0"/>
            </a:endParaRPr>
          </a:p>
        </p:txBody>
      </p:sp>
      <p:sp>
        <p:nvSpPr>
          <p:cNvPr id="90125" name="Text Box 13"/>
          <p:cNvSpPr txBox="1">
            <a:spLocks noChangeArrowheads="1"/>
          </p:cNvSpPr>
          <p:nvPr/>
        </p:nvSpPr>
        <p:spPr bwMode="auto">
          <a:xfrm>
            <a:off x="7162800" y="2155825"/>
            <a:ext cx="1676400" cy="2339975"/>
          </a:xfrm>
          <a:prstGeom prst="rect">
            <a:avLst/>
          </a:prstGeom>
          <a:solidFill>
            <a:srgbClr val="00FFFF"/>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b="1">
                <a:latin typeface="Arial" charset="0"/>
              </a:rPr>
              <a:t>~A or ~B</a:t>
            </a:r>
          </a:p>
          <a:p>
            <a:pPr algn="ctr"/>
            <a:endParaRPr lang="en-US" b="1">
              <a:latin typeface="Arial" charset="0"/>
            </a:endParaRPr>
          </a:p>
          <a:p>
            <a:pPr algn="ctr"/>
            <a:r>
              <a:rPr lang="en-US" b="1">
                <a:latin typeface="Arial" charset="0"/>
              </a:rPr>
              <a:t>F</a:t>
            </a:r>
          </a:p>
          <a:p>
            <a:pPr algn="ctr"/>
            <a:r>
              <a:rPr lang="en-US" b="1">
                <a:latin typeface="Arial" charset="0"/>
              </a:rPr>
              <a:t>T</a:t>
            </a:r>
          </a:p>
          <a:p>
            <a:pPr algn="ctr"/>
            <a:r>
              <a:rPr lang="en-US" b="1">
                <a:latin typeface="Arial" charset="0"/>
              </a:rPr>
              <a:t>T</a:t>
            </a:r>
          </a:p>
          <a:p>
            <a:pPr algn="ctr"/>
            <a:r>
              <a:rPr lang="en-US" b="1">
                <a:latin typeface="Arial" charset="0"/>
              </a:rPr>
              <a:t>T</a:t>
            </a:r>
            <a:endParaRPr lang="en-US" sz="1600" i="1">
              <a:latin typeface="Arial" charset="0"/>
            </a:endParaRPr>
          </a:p>
        </p:txBody>
      </p:sp>
      <p:sp>
        <p:nvSpPr>
          <p:cNvPr id="90126" name="Text Box 14"/>
          <p:cNvSpPr txBox="1">
            <a:spLocks noChangeArrowheads="1"/>
          </p:cNvSpPr>
          <p:nvPr/>
        </p:nvSpPr>
        <p:spPr bwMode="auto">
          <a:xfrm>
            <a:off x="3749675" y="4800600"/>
            <a:ext cx="4800600" cy="698500"/>
          </a:xfrm>
          <a:prstGeom prst="rect">
            <a:avLst/>
          </a:prstGeom>
          <a:solidFill>
            <a:srgbClr val="FF9966"/>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3600" b="1">
                <a:latin typeface="Arial" charset="0"/>
              </a:rPr>
              <a:t>^            NO            ^</a:t>
            </a:r>
            <a:endParaRPr lang="en-US" sz="3600" b="1"/>
          </a:p>
        </p:txBody>
      </p:sp>
    </p:spTree>
    <p:extLst>
      <p:ext uri="{BB962C8B-B14F-4D97-AF65-F5344CB8AC3E}">
        <p14:creationId xmlns:p14="http://schemas.microsoft.com/office/powerpoint/2010/main" val="1705075533"/>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90121"/>
                                        </p:tgtEl>
                                        <p:attrNameLst>
                                          <p:attrName>style.visibility</p:attrName>
                                        </p:attrNameLst>
                                      </p:cBhvr>
                                      <p:to>
                                        <p:strVal val="visible"/>
                                      </p:to>
                                    </p:set>
                                    <p:anim to="" calcmode="lin" valueType="num">
                                      <p:cBhvr>
                                        <p:cTn id="7" dur="1" fill="hold"/>
                                        <p:tgtEl>
                                          <p:spTgt spid="90121"/>
                                        </p:tgtEl>
                                        <p:attrNameLst>
                                          <p:attrName/>
                                        </p:attrNameLst>
                                      </p:cBhvr>
                                    </p:anim>
                                  </p:childTnLst>
                                </p:cTn>
                              </p:par>
                            </p:childTnLst>
                          </p:cTn>
                        </p:par>
                      </p:childTnLst>
                    </p:cTn>
                  </p:par>
                  <p:par>
                    <p:cTn id="8" fill="hold" nodeType="clickPar">
                      <p:stCondLst>
                        <p:cond delay="indefinite"/>
                      </p:stCondLst>
                      <p:childTnLst>
                        <p:par>
                          <p:cTn id="9" fill="hold" nodeType="withGroup">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90122"/>
                                        </p:tgtEl>
                                        <p:attrNameLst>
                                          <p:attrName>style.visibility</p:attrName>
                                        </p:attrNameLst>
                                      </p:cBhvr>
                                      <p:to>
                                        <p:strVal val="visible"/>
                                      </p:to>
                                    </p:set>
                                    <p:anim to="" calcmode="lin" valueType="num">
                                      <p:cBhvr>
                                        <p:cTn id="12" dur="1" fill="hold"/>
                                        <p:tgtEl>
                                          <p:spTgt spid="90122"/>
                                        </p:tgtEl>
                                        <p:attrNameLst>
                                          <p:attrName/>
                                        </p:attrNameLst>
                                      </p:cBhvr>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90123"/>
                                        </p:tgtEl>
                                        <p:attrNameLst>
                                          <p:attrName>style.visibility</p:attrName>
                                        </p:attrNameLst>
                                      </p:cBhvr>
                                      <p:to>
                                        <p:strVal val="visible"/>
                                      </p:to>
                                    </p:set>
                                    <p:anim to="" calcmode="lin" valueType="num">
                                      <p:cBhvr>
                                        <p:cTn id="17" dur="1" fill="hold"/>
                                        <p:tgtEl>
                                          <p:spTgt spid="90123"/>
                                        </p:tgtEl>
                                        <p:attrNameLst>
                                          <p:attrName/>
                                        </p:attrNameLst>
                                      </p:cBhvr>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90124"/>
                                        </p:tgtEl>
                                        <p:attrNameLst>
                                          <p:attrName>style.visibility</p:attrName>
                                        </p:attrNameLst>
                                      </p:cBhvr>
                                      <p:to>
                                        <p:strVal val="visible"/>
                                      </p:to>
                                    </p:set>
                                    <p:anim to="" calcmode="lin" valueType="num">
                                      <p:cBhvr>
                                        <p:cTn id="22" dur="1" fill="hold"/>
                                        <p:tgtEl>
                                          <p:spTgt spid="90124"/>
                                        </p:tgtEl>
                                        <p:attrNameLst>
                                          <p:attrName/>
                                        </p:attrNameLst>
                                      </p:cBhvr>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4" presetClass="entr" presetSubtype="0" fill="hold" grpId="0" nodeType="clickEffect">
                                  <p:stCondLst>
                                    <p:cond delay="0"/>
                                  </p:stCondLst>
                                  <p:childTnLst>
                                    <p:set>
                                      <p:cBhvr>
                                        <p:cTn id="26" dur="1" fill="hold">
                                          <p:stCondLst>
                                            <p:cond delay="0"/>
                                          </p:stCondLst>
                                        </p:cTn>
                                        <p:tgtEl>
                                          <p:spTgt spid="90125"/>
                                        </p:tgtEl>
                                        <p:attrNameLst>
                                          <p:attrName>style.visibility</p:attrName>
                                        </p:attrNameLst>
                                      </p:cBhvr>
                                      <p:to>
                                        <p:strVal val="visible"/>
                                      </p:to>
                                    </p:set>
                                    <p:anim to="" calcmode="lin" valueType="num">
                                      <p:cBhvr>
                                        <p:cTn id="27" dur="1" fill="hold"/>
                                        <p:tgtEl>
                                          <p:spTgt spid="90125"/>
                                        </p:tgtEl>
                                        <p:attrNameLst>
                                          <p:attrName/>
                                        </p:attrNameLst>
                                      </p:cBhvr>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90126"/>
                                        </p:tgtEl>
                                        <p:attrNameLst>
                                          <p:attrName>style.visibility</p:attrName>
                                        </p:attrNameLst>
                                      </p:cBhvr>
                                      <p:to>
                                        <p:strVal val="visible"/>
                                      </p:to>
                                    </p:set>
                                    <p:anim calcmode="lin" valueType="num">
                                      <p:cBhvr additive="base">
                                        <p:cTn id="32" dur="500" fill="hold"/>
                                        <p:tgtEl>
                                          <p:spTgt spid="90126"/>
                                        </p:tgtEl>
                                        <p:attrNameLst>
                                          <p:attrName>ppt_x</p:attrName>
                                        </p:attrNameLst>
                                      </p:cBhvr>
                                      <p:tavLst>
                                        <p:tav tm="0">
                                          <p:val>
                                            <p:strVal val="#ppt_x"/>
                                          </p:val>
                                        </p:tav>
                                        <p:tav tm="100000">
                                          <p:val>
                                            <p:strVal val="#ppt_x"/>
                                          </p:val>
                                        </p:tav>
                                      </p:tavLst>
                                    </p:anim>
                                    <p:anim calcmode="lin" valueType="num">
                                      <p:cBhvr additive="base">
                                        <p:cTn id="33" dur="500" fill="hold"/>
                                        <p:tgtEl>
                                          <p:spTgt spid="901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21" grpId="0" animBg="1"/>
      <p:bldP spid="90122" grpId="0" animBg="1"/>
      <p:bldP spid="90123" grpId="0" animBg="1"/>
      <p:bldP spid="90124" grpId="0" animBg="1"/>
      <p:bldP spid="90125" grpId="0" animBg="1"/>
      <p:bldP spid="90126"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ChangeArrowheads="1"/>
          </p:cNvSpPr>
          <p:nvPr/>
        </p:nvSpPr>
        <p:spPr bwMode="auto">
          <a:xfrm>
            <a:off x="0" y="381000"/>
            <a:ext cx="9144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en-US" sz="4400" b="1">
                <a:latin typeface="Arial" charset="0"/>
              </a:rPr>
              <a:t>Truth Table #5</a:t>
            </a:r>
            <a:br>
              <a:rPr lang="en-US" sz="4400" b="1">
                <a:latin typeface="Arial" charset="0"/>
              </a:rPr>
            </a:br>
            <a:r>
              <a:rPr lang="en-US" sz="4400" b="1">
                <a:latin typeface="Arial" charset="0"/>
              </a:rPr>
              <a:t>Is ~(A or B) = ~A and ~B ?</a:t>
            </a:r>
          </a:p>
        </p:txBody>
      </p:sp>
      <p:sp>
        <p:nvSpPr>
          <p:cNvPr id="24579" name="Text Box 3"/>
          <p:cNvSpPr txBox="1">
            <a:spLocks noChangeArrowheads="1"/>
          </p:cNvSpPr>
          <p:nvPr/>
        </p:nvSpPr>
        <p:spPr bwMode="auto">
          <a:xfrm>
            <a:off x="244475" y="2155825"/>
            <a:ext cx="593725" cy="2339975"/>
          </a:xfrm>
          <a:prstGeom prst="rect">
            <a:avLst/>
          </a:prstGeom>
          <a:solidFill>
            <a:srgbClr val="00FFFF"/>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b="1">
                <a:latin typeface="Arial" charset="0"/>
              </a:rPr>
              <a:t>A</a:t>
            </a:r>
          </a:p>
          <a:p>
            <a:pPr algn="ctr"/>
            <a:endParaRPr lang="en-US" b="1">
              <a:latin typeface="Arial" charset="0"/>
            </a:endParaRPr>
          </a:p>
          <a:p>
            <a:pPr algn="ctr"/>
            <a:r>
              <a:rPr lang="en-US" b="1">
                <a:latin typeface="Arial" charset="0"/>
              </a:rPr>
              <a:t>T</a:t>
            </a:r>
          </a:p>
          <a:p>
            <a:pPr algn="ctr"/>
            <a:r>
              <a:rPr lang="en-US" b="1">
                <a:latin typeface="Arial" charset="0"/>
              </a:rPr>
              <a:t>T</a:t>
            </a:r>
          </a:p>
          <a:p>
            <a:pPr algn="ctr"/>
            <a:r>
              <a:rPr lang="en-US" b="1">
                <a:latin typeface="Arial" charset="0"/>
              </a:rPr>
              <a:t>F</a:t>
            </a:r>
          </a:p>
          <a:p>
            <a:pPr algn="ctr"/>
            <a:r>
              <a:rPr lang="en-US" b="1">
                <a:latin typeface="Arial" charset="0"/>
              </a:rPr>
              <a:t>F</a:t>
            </a:r>
            <a:endParaRPr lang="en-US" sz="1600" i="1">
              <a:latin typeface="Arial" charset="0"/>
            </a:endParaRPr>
          </a:p>
        </p:txBody>
      </p:sp>
      <p:sp>
        <p:nvSpPr>
          <p:cNvPr id="24580" name="Text Box 4"/>
          <p:cNvSpPr txBox="1">
            <a:spLocks noChangeArrowheads="1"/>
          </p:cNvSpPr>
          <p:nvPr/>
        </p:nvSpPr>
        <p:spPr bwMode="auto">
          <a:xfrm>
            <a:off x="1006475" y="2155825"/>
            <a:ext cx="593725" cy="2339975"/>
          </a:xfrm>
          <a:prstGeom prst="rect">
            <a:avLst/>
          </a:prstGeom>
          <a:solidFill>
            <a:srgbClr val="00FF00"/>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b="1">
                <a:latin typeface="Arial" charset="0"/>
              </a:rPr>
              <a:t>B</a:t>
            </a:r>
          </a:p>
          <a:p>
            <a:pPr algn="ctr"/>
            <a:endParaRPr lang="en-US" b="1">
              <a:latin typeface="Arial" charset="0"/>
            </a:endParaRPr>
          </a:p>
          <a:p>
            <a:pPr algn="ctr"/>
            <a:r>
              <a:rPr lang="en-US" b="1">
                <a:latin typeface="Arial" charset="0"/>
              </a:rPr>
              <a:t>T</a:t>
            </a:r>
          </a:p>
          <a:p>
            <a:pPr algn="ctr"/>
            <a:r>
              <a:rPr lang="en-US" b="1">
                <a:latin typeface="Arial" charset="0"/>
              </a:rPr>
              <a:t>F</a:t>
            </a:r>
          </a:p>
          <a:p>
            <a:pPr algn="ctr"/>
            <a:r>
              <a:rPr lang="en-US" b="1">
                <a:latin typeface="Arial" charset="0"/>
              </a:rPr>
              <a:t>T</a:t>
            </a:r>
          </a:p>
          <a:p>
            <a:pPr algn="ctr"/>
            <a:r>
              <a:rPr lang="en-US" b="1">
                <a:latin typeface="Arial" charset="0"/>
              </a:rPr>
              <a:t>F</a:t>
            </a:r>
            <a:endParaRPr lang="en-US" sz="1600" i="1">
              <a:latin typeface="Arial" charset="0"/>
            </a:endParaRPr>
          </a:p>
        </p:txBody>
      </p:sp>
      <p:sp>
        <p:nvSpPr>
          <p:cNvPr id="91141" name="Text Box 5"/>
          <p:cNvSpPr txBox="1">
            <a:spLocks noChangeArrowheads="1"/>
          </p:cNvSpPr>
          <p:nvPr/>
        </p:nvSpPr>
        <p:spPr bwMode="auto">
          <a:xfrm>
            <a:off x="1752600" y="2155825"/>
            <a:ext cx="1219200" cy="2339975"/>
          </a:xfrm>
          <a:prstGeom prst="rect">
            <a:avLst/>
          </a:prstGeom>
          <a:solidFill>
            <a:srgbClr val="00FFFF"/>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b="1">
                <a:latin typeface="Arial" charset="0"/>
              </a:rPr>
              <a:t>A or B</a:t>
            </a:r>
          </a:p>
          <a:p>
            <a:pPr algn="ctr"/>
            <a:endParaRPr lang="en-US" b="1">
              <a:latin typeface="Arial" charset="0"/>
            </a:endParaRPr>
          </a:p>
          <a:p>
            <a:pPr algn="ctr"/>
            <a:r>
              <a:rPr lang="en-US" b="1">
                <a:latin typeface="Arial" charset="0"/>
              </a:rPr>
              <a:t>T</a:t>
            </a:r>
          </a:p>
          <a:p>
            <a:pPr algn="ctr"/>
            <a:r>
              <a:rPr lang="en-US" b="1">
                <a:latin typeface="Arial" charset="0"/>
              </a:rPr>
              <a:t>T</a:t>
            </a:r>
          </a:p>
          <a:p>
            <a:pPr algn="ctr"/>
            <a:r>
              <a:rPr lang="en-US" b="1">
                <a:latin typeface="Arial" charset="0"/>
              </a:rPr>
              <a:t>T</a:t>
            </a:r>
          </a:p>
          <a:p>
            <a:pPr algn="ctr"/>
            <a:r>
              <a:rPr lang="en-US" b="1">
                <a:latin typeface="Arial" charset="0"/>
              </a:rPr>
              <a:t>F</a:t>
            </a:r>
            <a:endParaRPr lang="en-US" sz="1600" i="1">
              <a:latin typeface="Arial" charset="0"/>
            </a:endParaRPr>
          </a:p>
        </p:txBody>
      </p:sp>
      <p:sp>
        <p:nvSpPr>
          <p:cNvPr id="91142" name="Text Box 6"/>
          <p:cNvSpPr txBox="1">
            <a:spLocks noChangeArrowheads="1"/>
          </p:cNvSpPr>
          <p:nvPr/>
        </p:nvSpPr>
        <p:spPr bwMode="auto">
          <a:xfrm>
            <a:off x="3124200" y="2155825"/>
            <a:ext cx="1752600" cy="2339975"/>
          </a:xfrm>
          <a:prstGeom prst="rect">
            <a:avLst/>
          </a:prstGeom>
          <a:solidFill>
            <a:srgbClr val="21FF21"/>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b="1">
                <a:latin typeface="Arial" charset="0"/>
              </a:rPr>
              <a:t>~(A or B)</a:t>
            </a:r>
          </a:p>
          <a:p>
            <a:pPr algn="ctr"/>
            <a:endParaRPr lang="en-US" b="1">
              <a:latin typeface="Arial" charset="0"/>
            </a:endParaRPr>
          </a:p>
          <a:p>
            <a:pPr algn="ctr"/>
            <a:r>
              <a:rPr lang="en-US" b="1">
                <a:latin typeface="Arial" charset="0"/>
              </a:rPr>
              <a:t>F</a:t>
            </a:r>
          </a:p>
          <a:p>
            <a:pPr algn="ctr"/>
            <a:r>
              <a:rPr lang="en-US" b="1">
                <a:latin typeface="Arial" charset="0"/>
              </a:rPr>
              <a:t>F</a:t>
            </a:r>
          </a:p>
          <a:p>
            <a:pPr algn="ctr"/>
            <a:r>
              <a:rPr lang="en-US" b="1">
                <a:latin typeface="Arial" charset="0"/>
              </a:rPr>
              <a:t>F</a:t>
            </a:r>
          </a:p>
          <a:p>
            <a:pPr algn="ctr"/>
            <a:r>
              <a:rPr lang="en-US" b="1">
                <a:latin typeface="Arial" charset="0"/>
              </a:rPr>
              <a:t>T</a:t>
            </a:r>
            <a:endParaRPr lang="en-US" sz="1600" i="1">
              <a:latin typeface="Arial" charset="0"/>
            </a:endParaRPr>
          </a:p>
        </p:txBody>
      </p:sp>
      <p:sp>
        <p:nvSpPr>
          <p:cNvPr id="91143" name="Text Box 7"/>
          <p:cNvSpPr txBox="1">
            <a:spLocks noChangeArrowheads="1"/>
          </p:cNvSpPr>
          <p:nvPr/>
        </p:nvSpPr>
        <p:spPr bwMode="auto">
          <a:xfrm>
            <a:off x="5029200" y="2155825"/>
            <a:ext cx="777875" cy="2339975"/>
          </a:xfrm>
          <a:prstGeom prst="rect">
            <a:avLst/>
          </a:prstGeom>
          <a:solidFill>
            <a:srgbClr val="00FFFF"/>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b="1">
                <a:latin typeface="Arial" charset="0"/>
              </a:rPr>
              <a:t>~A</a:t>
            </a:r>
          </a:p>
          <a:p>
            <a:pPr algn="ctr"/>
            <a:endParaRPr lang="en-US" b="1">
              <a:latin typeface="Arial" charset="0"/>
            </a:endParaRPr>
          </a:p>
          <a:p>
            <a:pPr algn="ctr"/>
            <a:r>
              <a:rPr lang="en-US" b="1">
                <a:latin typeface="Arial" charset="0"/>
              </a:rPr>
              <a:t>F</a:t>
            </a:r>
          </a:p>
          <a:p>
            <a:pPr algn="ctr"/>
            <a:r>
              <a:rPr lang="en-US" b="1">
                <a:latin typeface="Arial" charset="0"/>
              </a:rPr>
              <a:t>F</a:t>
            </a:r>
          </a:p>
          <a:p>
            <a:pPr algn="ctr"/>
            <a:r>
              <a:rPr lang="en-US" b="1">
                <a:latin typeface="Arial" charset="0"/>
              </a:rPr>
              <a:t>T</a:t>
            </a:r>
          </a:p>
          <a:p>
            <a:pPr algn="ctr"/>
            <a:r>
              <a:rPr lang="en-US" b="1">
                <a:latin typeface="Arial" charset="0"/>
              </a:rPr>
              <a:t>T</a:t>
            </a:r>
            <a:endParaRPr lang="en-US" sz="1600" i="1">
              <a:latin typeface="Arial" charset="0"/>
            </a:endParaRPr>
          </a:p>
        </p:txBody>
      </p:sp>
      <p:sp>
        <p:nvSpPr>
          <p:cNvPr id="91144" name="Text Box 8"/>
          <p:cNvSpPr txBox="1">
            <a:spLocks noChangeArrowheads="1"/>
          </p:cNvSpPr>
          <p:nvPr/>
        </p:nvSpPr>
        <p:spPr bwMode="auto">
          <a:xfrm>
            <a:off x="5943600" y="2155825"/>
            <a:ext cx="762000" cy="2339975"/>
          </a:xfrm>
          <a:prstGeom prst="rect">
            <a:avLst/>
          </a:prstGeom>
          <a:solidFill>
            <a:srgbClr val="00FF00"/>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b="1">
                <a:latin typeface="Arial" charset="0"/>
              </a:rPr>
              <a:t>~B</a:t>
            </a:r>
          </a:p>
          <a:p>
            <a:pPr algn="ctr"/>
            <a:endParaRPr lang="en-US" b="1">
              <a:latin typeface="Arial" charset="0"/>
            </a:endParaRPr>
          </a:p>
          <a:p>
            <a:pPr algn="ctr"/>
            <a:r>
              <a:rPr lang="en-US" b="1">
                <a:latin typeface="Arial" charset="0"/>
              </a:rPr>
              <a:t>F</a:t>
            </a:r>
          </a:p>
          <a:p>
            <a:pPr algn="ctr"/>
            <a:r>
              <a:rPr lang="en-US" b="1">
                <a:latin typeface="Arial" charset="0"/>
              </a:rPr>
              <a:t>T</a:t>
            </a:r>
          </a:p>
          <a:p>
            <a:pPr algn="ctr"/>
            <a:r>
              <a:rPr lang="en-US" b="1">
                <a:latin typeface="Arial" charset="0"/>
              </a:rPr>
              <a:t>F</a:t>
            </a:r>
          </a:p>
          <a:p>
            <a:pPr algn="ctr"/>
            <a:r>
              <a:rPr lang="en-US" b="1">
                <a:latin typeface="Arial" charset="0"/>
              </a:rPr>
              <a:t>T</a:t>
            </a:r>
            <a:endParaRPr lang="en-US" sz="1600" i="1">
              <a:latin typeface="Arial" charset="0"/>
            </a:endParaRPr>
          </a:p>
        </p:txBody>
      </p:sp>
      <p:sp>
        <p:nvSpPr>
          <p:cNvPr id="91145" name="Text Box 9"/>
          <p:cNvSpPr txBox="1">
            <a:spLocks noChangeArrowheads="1"/>
          </p:cNvSpPr>
          <p:nvPr/>
        </p:nvSpPr>
        <p:spPr bwMode="auto">
          <a:xfrm>
            <a:off x="6858000" y="2155825"/>
            <a:ext cx="1965325" cy="2308324"/>
          </a:xfrm>
          <a:prstGeom prst="rect">
            <a:avLst/>
          </a:prstGeom>
          <a:solidFill>
            <a:srgbClr val="00FFFF"/>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b="1" dirty="0">
                <a:latin typeface="Arial" charset="0"/>
              </a:rPr>
              <a:t>~A and ~B</a:t>
            </a:r>
          </a:p>
          <a:p>
            <a:pPr algn="ctr"/>
            <a:endParaRPr lang="en-US" b="1" dirty="0">
              <a:latin typeface="Arial" charset="0"/>
            </a:endParaRPr>
          </a:p>
          <a:p>
            <a:pPr algn="ctr"/>
            <a:r>
              <a:rPr lang="en-US" b="1" dirty="0">
                <a:latin typeface="Arial" charset="0"/>
              </a:rPr>
              <a:t>F</a:t>
            </a:r>
          </a:p>
          <a:p>
            <a:pPr algn="ctr"/>
            <a:r>
              <a:rPr lang="en-US" b="1" dirty="0">
                <a:latin typeface="Arial" charset="0"/>
              </a:rPr>
              <a:t>F</a:t>
            </a:r>
          </a:p>
          <a:p>
            <a:pPr algn="ctr"/>
            <a:r>
              <a:rPr lang="en-US" b="1" dirty="0" smtClean="0">
                <a:latin typeface="Arial" charset="0"/>
              </a:rPr>
              <a:t>F</a:t>
            </a:r>
          </a:p>
          <a:p>
            <a:pPr algn="ctr"/>
            <a:r>
              <a:rPr lang="en-US" b="1" dirty="0" smtClean="0">
                <a:latin typeface="Arial" charset="0"/>
              </a:rPr>
              <a:t>T</a:t>
            </a:r>
            <a:endParaRPr lang="en-US" sz="1600" i="1" dirty="0">
              <a:latin typeface="Arial" charset="0"/>
            </a:endParaRPr>
          </a:p>
        </p:txBody>
      </p:sp>
      <p:sp>
        <p:nvSpPr>
          <p:cNvPr id="91146" name="Text Box 10"/>
          <p:cNvSpPr txBox="1">
            <a:spLocks noChangeArrowheads="1"/>
          </p:cNvSpPr>
          <p:nvPr/>
        </p:nvSpPr>
        <p:spPr bwMode="auto">
          <a:xfrm>
            <a:off x="3657600" y="4800600"/>
            <a:ext cx="4572000" cy="646331"/>
          </a:xfrm>
          <a:prstGeom prst="rect">
            <a:avLst/>
          </a:prstGeom>
          <a:solidFill>
            <a:srgbClr val="FF9966"/>
          </a:solidFill>
          <a:ln w="57150">
            <a:solidFill>
              <a:schemeClr val="tx1"/>
            </a:solidFill>
            <a:miter lim="800000"/>
            <a:headEnd/>
            <a:tailEnd/>
          </a:ln>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3600" b="1" dirty="0" smtClean="0">
                <a:latin typeface="Arial" charset="0"/>
              </a:rPr>
              <a:t> ^           </a:t>
            </a:r>
            <a:r>
              <a:rPr lang="en-US" sz="3600" b="1" dirty="0">
                <a:latin typeface="Arial" charset="0"/>
              </a:rPr>
              <a:t>YES         </a:t>
            </a:r>
            <a:r>
              <a:rPr lang="en-US" sz="3600" b="1" dirty="0" smtClean="0">
                <a:latin typeface="Arial" charset="0"/>
              </a:rPr>
              <a:t> ^</a:t>
            </a:r>
            <a:endParaRPr lang="en-US" sz="3600" b="1" dirty="0"/>
          </a:p>
        </p:txBody>
      </p:sp>
    </p:spTree>
    <p:extLst>
      <p:ext uri="{BB962C8B-B14F-4D97-AF65-F5344CB8AC3E}">
        <p14:creationId xmlns:p14="http://schemas.microsoft.com/office/powerpoint/2010/main" val="2899591872"/>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91141"/>
                                        </p:tgtEl>
                                        <p:attrNameLst>
                                          <p:attrName>style.visibility</p:attrName>
                                        </p:attrNameLst>
                                      </p:cBhvr>
                                      <p:to>
                                        <p:strVal val="visible"/>
                                      </p:to>
                                    </p:set>
                                    <p:anim to="" calcmode="lin" valueType="num">
                                      <p:cBhvr>
                                        <p:cTn id="7" dur="1" fill="hold"/>
                                        <p:tgtEl>
                                          <p:spTgt spid="91141"/>
                                        </p:tgtEl>
                                        <p:attrNameLst>
                                          <p:attrName/>
                                        </p:attrNameLst>
                                      </p:cBhvr>
                                    </p:anim>
                                  </p:childTnLst>
                                </p:cTn>
                              </p:par>
                            </p:childTnLst>
                          </p:cTn>
                        </p:par>
                      </p:childTnLst>
                    </p:cTn>
                  </p:par>
                  <p:par>
                    <p:cTn id="8" fill="hold" nodeType="clickPar">
                      <p:stCondLst>
                        <p:cond delay="indefinite"/>
                      </p:stCondLst>
                      <p:childTnLst>
                        <p:par>
                          <p:cTn id="9" fill="hold" nodeType="withGroup">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91142"/>
                                        </p:tgtEl>
                                        <p:attrNameLst>
                                          <p:attrName>style.visibility</p:attrName>
                                        </p:attrNameLst>
                                      </p:cBhvr>
                                      <p:to>
                                        <p:strVal val="visible"/>
                                      </p:to>
                                    </p:set>
                                    <p:anim to="" calcmode="lin" valueType="num">
                                      <p:cBhvr>
                                        <p:cTn id="12" dur="1" fill="hold"/>
                                        <p:tgtEl>
                                          <p:spTgt spid="91142"/>
                                        </p:tgtEl>
                                        <p:attrNameLst>
                                          <p:attrName/>
                                        </p:attrNameLst>
                                      </p:cBhvr>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91143"/>
                                        </p:tgtEl>
                                        <p:attrNameLst>
                                          <p:attrName>style.visibility</p:attrName>
                                        </p:attrNameLst>
                                      </p:cBhvr>
                                      <p:to>
                                        <p:strVal val="visible"/>
                                      </p:to>
                                    </p:set>
                                    <p:anim to="" calcmode="lin" valueType="num">
                                      <p:cBhvr>
                                        <p:cTn id="17" dur="1" fill="hold"/>
                                        <p:tgtEl>
                                          <p:spTgt spid="91143"/>
                                        </p:tgtEl>
                                        <p:attrNameLst>
                                          <p:attrName/>
                                        </p:attrNameLst>
                                      </p:cBhvr>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91144"/>
                                        </p:tgtEl>
                                        <p:attrNameLst>
                                          <p:attrName>style.visibility</p:attrName>
                                        </p:attrNameLst>
                                      </p:cBhvr>
                                      <p:to>
                                        <p:strVal val="visible"/>
                                      </p:to>
                                    </p:set>
                                    <p:anim to="" calcmode="lin" valueType="num">
                                      <p:cBhvr>
                                        <p:cTn id="22" dur="1" fill="hold"/>
                                        <p:tgtEl>
                                          <p:spTgt spid="91144"/>
                                        </p:tgtEl>
                                        <p:attrNameLst>
                                          <p:attrName/>
                                        </p:attrNameLst>
                                      </p:cBhvr>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4" presetClass="entr" presetSubtype="0" fill="hold" grpId="0" nodeType="clickEffect">
                                  <p:stCondLst>
                                    <p:cond delay="0"/>
                                  </p:stCondLst>
                                  <p:childTnLst>
                                    <p:set>
                                      <p:cBhvr>
                                        <p:cTn id="26" dur="1" fill="hold">
                                          <p:stCondLst>
                                            <p:cond delay="0"/>
                                          </p:stCondLst>
                                        </p:cTn>
                                        <p:tgtEl>
                                          <p:spTgt spid="91145"/>
                                        </p:tgtEl>
                                        <p:attrNameLst>
                                          <p:attrName>style.visibility</p:attrName>
                                        </p:attrNameLst>
                                      </p:cBhvr>
                                      <p:to>
                                        <p:strVal val="visible"/>
                                      </p:to>
                                    </p:set>
                                    <p:anim to="" calcmode="lin" valueType="num">
                                      <p:cBhvr>
                                        <p:cTn id="27" dur="1" fill="hold"/>
                                        <p:tgtEl>
                                          <p:spTgt spid="91145"/>
                                        </p:tgtEl>
                                        <p:attrNameLst>
                                          <p:attrName/>
                                        </p:attrNameLst>
                                      </p:cBhvr>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91146"/>
                                        </p:tgtEl>
                                        <p:attrNameLst>
                                          <p:attrName>style.visibility</p:attrName>
                                        </p:attrNameLst>
                                      </p:cBhvr>
                                      <p:to>
                                        <p:strVal val="visible"/>
                                      </p:to>
                                    </p:set>
                                    <p:anim calcmode="lin" valueType="num">
                                      <p:cBhvr additive="base">
                                        <p:cTn id="32" dur="500" fill="hold"/>
                                        <p:tgtEl>
                                          <p:spTgt spid="91146"/>
                                        </p:tgtEl>
                                        <p:attrNameLst>
                                          <p:attrName>ppt_x</p:attrName>
                                        </p:attrNameLst>
                                      </p:cBhvr>
                                      <p:tavLst>
                                        <p:tav tm="0">
                                          <p:val>
                                            <p:strVal val="#ppt_x"/>
                                          </p:val>
                                        </p:tav>
                                        <p:tav tm="100000">
                                          <p:val>
                                            <p:strVal val="#ppt_x"/>
                                          </p:val>
                                        </p:tav>
                                      </p:tavLst>
                                    </p:anim>
                                    <p:anim calcmode="lin" valueType="num">
                                      <p:cBhvr additive="base">
                                        <p:cTn id="33" dur="500" fill="hold"/>
                                        <p:tgtEl>
                                          <p:spTgt spid="911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41" grpId="0" animBg="1"/>
      <p:bldP spid="91142" grpId="0" animBg="1"/>
      <p:bldP spid="91143" grpId="0" animBg="1"/>
      <p:bldP spid="91144" grpId="0" animBg="1"/>
      <p:bldP spid="91145" grpId="0" animBg="1"/>
      <p:bldP spid="91146"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ChangeArrowheads="1"/>
          </p:cNvSpPr>
          <p:nvPr/>
        </p:nvSpPr>
        <p:spPr bwMode="auto">
          <a:xfrm>
            <a:off x="0" y="381000"/>
            <a:ext cx="9144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en-US" sz="4400" b="1" dirty="0">
                <a:latin typeface="Arial" charset="0"/>
              </a:rPr>
              <a:t>Truth Table </a:t>
            </a:r>
            <a:r>
              <a:rPr lang="en-US" sz="4400" b="1" dirty="0" smtClean="0">
                <a:latin typeface="Arial" charset="0"/>
              </a:rPr>
              <a:t>#6</a:t>
            </a:r>
            <a:r>
              <a:rPr lang="en-US" sz="4400" b="1" dirty="0">
                <a:latin typeface="Arial" charset="0"/>
              </a:rPr>
              <a:t/>
            </a:r>
            <a:br>
              <a:rPr lang="en-US" sz="4400" b="1" dirty="0">
                <a:latin typeface="Arial" charset="0"/>
              </a:rPr>
            </a:br>
            <a:r>
              <a:rPr lang="en-US" sz="4400" b="1" dirty="0">
                <a:latin typeface="Arial" charset="0"/>
              </a:rPr>
              <a:t>Is ~(A </a:t>
            </a:r>
            <a:r>
              <a:rPr lang="en-US" sz="4400" b="1" dirty="0" smtClean="0">
                <a:latin typeface="Arial" charset="0"/>
              </a:rPr>
              <a:t>and </a:t>
            </a:r>
            <a:r>
              <a:rPr lang="en-US" sz="4400" b="1" dirty="0">
                <a:latin typeface="Arial" charset="0"/>
              </a:rPr>
              <a:t>B) = ~A </a:t>
            </a:r>
            <a:r>
              <a:rPr lang="en-US" sz="4400" b="1" dirty="0" smtClean="0">
                <a:latin typeface="Arial" charset="0"/>
              </a:rPr>
              <a:t>or ~B </a:t>
            </a:r>
            <a:r>
              <a:rPr lang="en-US" sz="4400" b="1" dirty="0">
                <a:latin typeface="Arial" charset="0"/>
              </a:rPr>
              <a:t>?</a:t>
            </a:r>
          </a:p>
        </p:txBody>
      </p:sp>
      <p:sp>
        <p:nvSpPr>
          <p:cNvPr id="24579" name="Text Box 3"/>
          <p:cNvSpPr txBox="1">
            <a:spLocks noChangeArrowheads="1"/>
          </p:cNvSpPr>
          <p:nvPr/>
        </p:nvSpPr>
        <p:spPr bwMode="auto">
          <a:xfrm>
            <a:off x="244475" y="2155825"/>
            <a:ext cx="593725" cy="2339975"/>
          </a:xfrm>
          <a:prstGeom prst="rect">
            <a:avLst/>
          </a:prstGeom>
          <a:solidFill>
            <a:srgbClr val="00FFFF"/>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b="1">
                <a:latin typeface="Arial" charset="0"/>
              </a:rPr>
              <a:t>A</a:t>
            </a:r>
          </a:p>
          <a:p>
            <a:pPr algn="ctr"/>
            <a:endParaRPr lang="en-US" b="1">
              <a:latin typeface="Arial" charset="0"/>
            </a:endParaRPr>
          </a:p>
          <a:p>
            <a:pPr algn="ctr"/>
            <a:r>
              <a:rPr lang="en-US" b="1">
                <a:latin typeface="Arial" charset="0"/>
              </a:rPr>
              <a:t>T</a:t>
            </a:r>
          </a:p>
          <a:p>
            <a:pPr algn="ctr"/>
            <a:r>
              <a:rPr lang="en-US" b="1">
                <a:latin typeface="Arial" charset="0"/>
              </a:rPr>
              <a:t>T</a:t>
            </a:r>
          </a:p>
          <a:p>
            <a:pPr algn="ctr"/>
            <a:r>
              <a:rPr lang="en-US" b="1">
                <a:latin typeface="Arial" charset="0"/>
              </a:rPr>
              <a:t>F</a:t>
            </a:r>
          </a:p>
          <a:p>
            <a:pPr algn="ctr"/>
            <a:r>
              <a:rPr lang="en-US" b="1">
                <a:latin typeface="Arial" charset="0"/>
              </a:rPr>
              <a:t>F</a:t>
            </a:r>
            <a:endParaRPr lang="en-US" sz="1600" i="1">
              <a:latin typeface="Arial" charset="0"/>
            </a:endParaRPr>
          </a:p>
        </p:txBody>
      </p:sp>
      <p:sp>
        <p:nvSpPr>
          <p:cNvPr id="24580" name="Text Box 4"/>
          <p:cNvSpPr txBox="1">
            <a:spLocks noChangeArrowheads="1"/>
          </p:cNvSpPr>
          <p:nvPr/>
        </p:nvSpPr>
        <p:spPr bwMode="auto">
          <a:xfrm>
            <a:off x="1006475" y="2155825"/>
            <a:ext cx="593725" cy="2339975"/>
          </a:xfrm>
          <a:prstGeom prst="rect">
            <a:avLst/>
          </a:prstGeom>
          <a:solidFill>
            <a:srgbClr val="00FF00"/>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b="1">
                <a:latin typeface="Arial" charset="0"/>
              </a:rPr>
              <a:t>B</a:t>
            </a:r>
          </a:p>
          <a:p>
            <a:pPr algn="ctr"/>
            <a:endParaRPr lang="en-US" b="1">
              <a:latin typeface="Arial" charset="0"/>
            </a:endParaRPr>
          </a:p>
          <a:p>
            <a:pPr algn="ctr"/>
            <a:r>
              <a:rPr lang="en-US" b="1">
                <a:latin typeface="Arial" charset="0"/>
              </a:rPr>
              <a:t>T</a:t>
            </a:r>
          </a:p>
          <a:p>
            <a:pPr algn="ctr"/>
            <a:r>
              <a:rPr lang="en-US" b="1">
                <a:latin typeface="Arial" charset="0"/>
              </a:rPr>
              <a:t>F</a:t>
            </a:r>
          </a:p>
          <a:p>
            <a:pPr algn="ctr"/>
            <a:r>
              <a:rPr lang="en-US" b="1">
                <a:latin typeface="Arial" charset="0"/>
              </a:rPr>
              <a:t>T</a:t>
            </a:r>
          </a:p>
          <a:p>
            <a:pPr algn="ctr"/>
            <a:r>
              <a:rPr lang="en-US" b="1">
                <a:latin typeface="Arial" charset="0"/>
              </a:rPr>
              <a:t>F</a:t>
            </a:r>
            <a:endParaRPr lang="en-US" sz="1600" i="1">
              <a:latin typeface="Arial" charset="0"/>
            </a:endParaRPr>
          </a:p>
        </p:txBody>
      </p:sp>
      <p:sp>
        <p:nvSpPr>
          <p:cNvPr id="91141" name="Text Box 5"/>
          <p:cNvSpPr txBox="1">
            <a:spLocks noChangeArrowheads="1"/>
          </p:cNvSpPr>
          <p:nvPr/>
        </p:nvSpPr>
        <p:spPr bwMode="auto">
          <a:xfrm>
            <a:off x="1752600" y="2155825"/>
            <a:ext cx="1524000" cy="2308324"/>
          </a:xfrm>
          <a:prstGeom prst="rect">
            <a:avLst/>
          </a:prstGeom>
          <a:solidFill>
            <a:srgbClr val="00FFFF"/>
          </a:solidFill>
          <a:ln w="57150">
            <a:solidFill>
              <a:schemeClr val="tx1"/>
            </a:solidFill>
            <a:miter lim="800000"/>
            <a:headEnd/>
            <a:tailEnd/>
          </a:ln>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b="1" dirty="0">
                <a:latin typeface="Arial" charset="0"/>
              </a:rPr>
              <a:t>A </a:t>
            </a:r>
            <a:r>
              <a:rPr lang="en-US" b="1" dirty="0" smtClean="0">
                <a:latin typeface="Arial" charset="0"/>
              </a:rPr>
              <a:t>and B</a:t>
            </a:r>
            <a:endParaRPr lang="en-US" b="1" dirty="0">
              <a:latin typeface="Arial" charset="0"/>
            </a:endParaRPr>
          </a:p>
          <a:p>
            <a:pPr algn="ctr"/>
            <a:endParaRPr lang="en-US" b="1" dirty="0">
              <a:latin typeface="Arial" charset="0"/>
            </a:endParaRPr>
          </a:p>
          <a:p>
            <a:pPr algn="ctr"/>
            <a:r>
              <a:rPr lang="en-US" b="1" dirty="0">
                <a:latin typeface="Arial" charset="0"/>
              </a:rPr>
              <a:t>T</a:t>
            </a:r>
          </a:p>
          <a:p>
            <a:pPr algn="ctr"/>
            <a:r>
              <a:rPr lang="en-US" b="1" dirty="0" smtClean="0">
                <a:latin typeface="Arial" charset="0"/>
              </a:rPr>
              <a:t>F</a:t>
            </a:r>
            <a:endParaRPr lang="en-US" b="1" dirty="0">
              <a:latin typeface="Arial" charset="0"/>
            </a:endParaRPr>
          </a:p>
          <a:p>
            <a:pPr algn="ctr"/>
            <a:r>
              <a:rPr lang="en-US" b="1" dirty="0" smtClean="0">
                <a:latin typeface="Arial" charset="0"/>
              </a:rPr>
              <a:t>F</a:t>
            </a:r>
            <a:endParaRPr lang="en-US" b="1" dirty="0">
              <a:latin typeface="Arial" charset="0"/>
            </a:endParaRPr>
          </a:p>
          <a:p>
            <a:pPr algn="ctr"/>
            <a:r>
              <a:rPr lang="en-US" b="1" dirty="0">
                <a:latin typeface="Arial" charset="0"/>
              </a:rPr>
              <a:t>F</a:t>
            </a:r>
            <a:endParaRPr lang="en-US" sz="1600" i="1" dirty="0">
              <a:latin typeface="Arial" charset="0"/>
            </a:endParaRPr>
          </a:p>
        </p:txBody>
      </p:sp>
      <p:sp>
        <p:nvSpPr>
          <p:cNvPr id="91142" name="Text Box 6"/>
          <p:cNvSpPr txBox="1">
            <a:spLocks noChangeArrowheads="1"/>
          </p:cNvSpPr>
          <p:nvPr/>
        </p:nvSpPr>
        <p:spPr bwMode="auto">
          <a:xfrm>
            <a:off x="3429000" y="2155825"/>
            <a:ext cx="1752600" cy="2339975"/>
          </a:xfrm>
          <a:prstGeom prst="rect">
            <a:avLst/>
          </a:prstGeom>
          <a:solidFill>
            <a:srgbClr val="21FF21"/>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b="1" dirty="0">
                <a:latin typeface="Arial" charset="0"/>
              </a:rPr>
              <a:t>~(A </a:t>
            </a:r>
            <a:r>
              <a:rPr lang="en-US" b="1" dirty="0" smtClean="0">
                <a:latin typeface="Arial" charset="0"/>
              </a:rPr>
              <a:t>and </a:t>
            </a:r>
            <a:r>
              <a:rPr lang="en-US" b="1" dirty="0">
                <a:latin typeface="Arial" charset="0"/>
              </a:rPr>
              <a:t>B)</a:t>
            </a:r>
          </a:p>
          <a:p>
            <a:pPr algn="ctr"/>
            <a:endParaRPr lang="en-US" b="1" dirty="0">
              <a:latin typeface="Arial" charset="0"/>
            </a:endParaRPr>
          </a:p>
          <a:p>
            <a:pPr algn="ctr"/>
            <a:r>
              <a:rPr lang="en-US" b="1" dirty="0">
                <a:latin typeface="Arial" charset="0"/>
              </a:rPr>
              <a:t>F</a:t>
            </a:r>
          </a:p>
          <a:p>
            <a:pPr algn="ctr"/>
            <a:r>
              <a:rPr lang="en-US" b="1" dirty="0" smtClean="0">
                <a:latin typeface="Arial" charset="0"/>
              </a:rPr>
              <a:t>T</a:t>
            </a:r>
            <a:endParaRPr lang="en-US" b="1" dirty="0">
              <a:latin typeface="Arial" charset="0"/>
            </a:endParaRPr>
          </a:p>
          <a:p>
            <a:pPr algn="ctr"/>
            <a:r>
              <a:rPr lang="en-US" b="1" dirty="0" smtClean="0">
                <a:latin typeface="Arial" charset="0"/>
              </a:rPr>
              <a:t>T</a:t>
            </a:r>
            <a:endParaRPr lang="en-US" b="1" dirty="0">
              <a:latin typeface="Arial" charset="0"/>
            </a:endParaRPr>
          </a:p>
          <a:p>
            <a:pPr algn="ctr"/>
            <a:r>
              <a:rPr lang="en-US" b="1" dirty="0">
                <a:latin typeface="Arial" charset="0"/>
              </a:rPr>
              <a:t>T</a:t>
            </a:r>
            <a:endParaRPr lang="en-US" sz="1600" i="1" dirty="0">
              <a:latin typeface="Arial" charset="0"/>
            </a:endParaRPr>
          </a:p>
        </p:txBody>
      </p:sp>
      <p:sp>
        <p:nvSpPr>
          <p:cNvPr id="91143" name="Text Box 7"/>
          <p:cNvSpPr txBox="1">
            <a:spLocks noChangeArrowheads="1"/>
          </p:cNvSpPr>
          <p:nvPr/>
        </p:nvSpPr>
        <p:spPr bwMode="auto">
          <a:xfrm>
            <a:off x="5334000" y="2155825"/>
            <a:ext cx="777875" cy="2339975"/>
          </a:xfrm>
          <a:prstGeom prst="rect">
            <a:avLst/>
          </a:prstGeom>
          <a:solidFill>
            <a:srgbClr val="00FFFF"/>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b="1">
                <a:latin typeface="Arial" charset="0"/>
              </a:rPr>
              <a:t>~A</a:t>
            </a:r>
          </a:p>
          <a:p>
            <a:pPr algn="ctr"/>
            <a:endParaRPr lang="en-US" b="1">
              <a:latin typeface="Arial" charset="0"/>
            </a:endParaRPr>
          </a:p>
          <a:p>
            <a:pPr algn="ctr"/>
            <a:r>
              <a:rPr lang="en-US" b="1">
                <a:latin typeface="Arial" charset="0"/>
              </a:rPr>
              <a:t>F</a:t>
            </a:r>
          </a:p>
          <a:p>
            <a:pPr algn="ctr"/>
            <a:r>
              <a:rPr lang="en-US" b="1">
                <a:latin typeface="Arial" charset="0"/>
              </a:rPr>
              <a:t>F</a:t>
            </a:r>
          </a:p>
          <a:p>
            <a:pPr algn="ctr"/>
            <a:r>
              <a:rPr lang="en-US" b="1">
                <a:latin typeface="Arial" charset="0"/>
              </a:rPr>
              <a:t>T</a:t>
            </a:r>
          </a:p>
          <a:p>
            <a:pPr algn="ctr"/>
            <a:r>
              <a:rPr lang="en-US" b="1">
                <a:latin typeface="Arial" charset="0"/>
              </a:rPr>
              <a:t>T</a:t>
            </a:r>
            <a:endParaRPr lang="en-US" sz="1600" i="1">
              <a:latin typeface="Arial" charset="0"/>
            </a:endParaRPr>
          </a:p>
        </p:txBody>
      </p:sp>
      <p:sp>
        <p:nvSpPr>
          <p:cNvPr id="91144" name="Text Box 8"/>
          <p:cNvSpPr txBox="1">
            <a:spLocks noChangeArrowheads="1"/>
          </p:cNvSpPr>
          <p:nvPr/>
        </p:nvSpPr>
        <p:spPr bwMode="auto">
          <a:xfrm>
            <a:off x="6248400" y="2155825"/>
            <a:ext cx="762000" cy="2339975"/>
          </a:xfrm>
          <a:prstGeom prst="rect">
            <a:avLst/>
          </a:prstGeom>
          <a:solidFill>
            <a:srgbClr val="00FF00"/>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b="1">
                <a:latin typeface="Arial" charset="0"/>
              </a:rPr>
              <a:t>~B</a:t>
            </a:r>
          </a:p>
          <a:p>
            <a:pPr algn="ctr"/>
            <a:endParaRPr lang="en-US" b="1">
              <a:latin typeface="Arial" charset="0"/>
            </a:endParaRPr>
          </a:p>
          <a:p>
            <a:pPr algn="ctr"/>
            <a:r>
              <a:rPr lang="en-US" b="1">
                <a:latin typeface="Arial" charset="0"/>
              </a:rPr>
              <a:t>F</a:t>
            </a:r>
          </a:p>
          <a:p>
            <a:pPr algn="ctr"/>
            <a:r>
              <a:rPr lang="en-US" b="1">
                <a:latin typeface="Arial" charset="0"/>
              </a:rPr>
              <a:t>T</a:t>
            </a:r>
          </a:p>
          <a:p>
            <a:pPr algn="ctr"/>
            <a:r>
              <a:rPr lang="en-US" b="1">
                <a:latin typeface="Arial" charset="0"/>
              </a:rPr>
              <a:t>F</a:t>
            </a:r>
          </a:p>
          <a:p>
            <a:pPr algn="ctr"/>
            <a:r>
              <a:rPr lang="en-US" b="1">
                <a:latin typeface="Arial" charset="0"/>
              </a:rPr>
              <a:t>T</a:t>
            </a:r>
            <a:endParaRPr lang="en-US" sz="1600" i="1">
              <a:latin typeface="Arial" charset="0"/>
            </a:endParaRPr>
          </a:p>
        </p:txBody>
      </p:sp>
      <p:sp>
        <p:nvSpPr>
          <p:cNvPr id="91145" name="Text Box 9"/>
          <p:cNvSpPr txBox="1">
            <a:spLocks noChangeArrowheads="1"/>
          </p:cNvSpPr>
          <p:nvPr/>
        </p:nvSpPr>
        <p:spPr bwMode="auto">
          <a:xfrm>
            <a:off x="7162800" y="2155825"/>
            <a:ext cx="1660525" cy="2339975"/>
          </a:xfrm>
          <a:prstGeom prst="rect">
            <a:avLst/>
          </a:prstGeom>
          <a:solidFill>
            <a:srgbClr val="00FFFF"/>
          </a:solidFill>
          <a:ln w="57150">
            <a:solidFill>
              <a:schemeClr val="tx1"/>
            </a:solidFill>
            <a:miter lim="800000"/>
            <a:headEnd/>
            <a:tailEnd/>
          </a:ln>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b="1" dirty="0">
                <a:latin typeface="Arial" charset="0"/>
              </a:rPr>
              <a:t>~A </a:t>
            </a:r>
            <a:r>
              <a:rPr lang="en-US" b="1" dirty="0" smtClean="0">
                <a:latin typeface="Arial" charset="0"/>
              </a:rPr>
              <a:t>or ~B</a:t>
            </a:r>
            <a:endParaRPr lang="en-US" b="1" dirty="0">
              <a:latin typeface="Arial" charset="0"/>
            </a:endParaRPr>
          </a:p>
          <a:p>
            <a:pPr algn="ctr"/>
            <a:endParaRPr lang="en-US" b="1" dirty="0">
              <a:latin typeface="Arial" charset="0"/>
            </a:endParaRPr>
          </a:p>
          <a:p>
            <a:pPr algn="ctr"/>
            <a:r>
              <a:rPr lang="en-US" b="1" dirty="0">
                <a:latin typeface="Arial" charset="0"/>
              </a:rPr>
              <a:t>F</a:t>
            </a:r>
          </a:p>
          <a:p>
            <a:pPr algn="ctr"/>
            <a:r>
              <a:rPr lang="en-US" b="1" dirty="0" smtClean="0">
                <a:latin typeface="Arial" charset="0"/>
              </a:rPr>
              <a:t>T</a:t>
            </a:r>
            <a:endParaRPr lang="en-US" b="1" dirty="0">
              <a:latin typeface="Arial" charset="0"/>
            </a:endParaRPr>
          </a:p>
          <a:p>
            <a:pPr algn="ctr"/>
            <a:r>
              <a:rPr lang="en-US" b="1" dirty="0" smtClean="0">
                <a:latin typeface="Arial" charset="0"/>
              </a:rPr>
              <a:t>T</a:t>
            </a:r>
            <a:endParaRPr lang="en-US" b="1" dirty="0">
              <a:latin typeface="Arial" charset="0"/>
            </a:endParaRPr>
          </a:p>
          <a:p>
            <a:pPr algn="ctr"/>
            <a:r>
              <a:rPr lang="en-US" b="1" dirty="0">
                <a:latin typeface="Arial" charset="0"/>
              </a:rPr>
              <a:t>T</a:t>
            </a:r>
            <a:endParaRPr lang="en-US" sz="1600" i="1" dirty="0">
              <a:latin typeface="Arial" charset="0"/>
            </a:endParaRPr>
          </a:p>
        </p:txBody>
      </p:sp>
      <p:sp>
        <p:nvSpPr>
          <p:cNvPr id="91146" name="Text Box 10"/>
          <p:cNvSpPr txBox="1">
            <a:spLocks noChangeArrowheads="1"/>
          </p:cNvSpPr>
          <p:nvPr/>
        </p:nvSpPr>
        <p:spPr bwMode="auto">
          <a:xfrm>
            <a:off x="3962400" y="4800600"/>
            <a:ext cx="4572000" cy="646331"/>
          </a:xfrm>
          <a:prstGeom prst="rect">
            <a:avLst/>
          </a:prstGeom>
          <a:solidFill>
            <a:srgbClr val="FF9966"/>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3600" b="1" dirty="0" smtClean="0">
                <a:latin typeface="Arial" charset="0"/>
              </a:rPr>
              <a:t> ^           </a:t>
            </a:r>
            <a:r>
              <a:rPr lang="en-US" sz="3600" b="1" dirty="0">
                <a:latin typeface="Arial" charset="0"/>
              </a:rPr>
              <a:t>YES         </a:t>
            </a:r>
            <a:r>
              <a:rPr lang="en-US" sz="3600" b="1" dirty="0" smtClean="0">
                <a:latin typeface="Arial" charset="0"/>
              </a:rPr>
              <a:t>^</a:t>
            </a:r>
            <a:endParaRPr lang="en-US" sz="3600" b="1" dirty="0"/>
          </a:p>
        </p:txBody>
      </p:sp>
    </p:spTree>
    <p:extLst>
      <p:ext uri="{BB962C8B-B14F-4D97-AF65-F5344CB8AC3E}">
        <p14:creationId xmlns:p14="http://schemas.microsoft.com/office/powerpoint/2010/main" val="3439260728"/>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91141"/>
                                        </p:tgtEl>
                                        <p:attrNameLst>
                                          <p:attrName>style.visibility</p:attrName>
                                        </p:attrNameLst>
                                      </p:cBhvr>
                                      <p:to>
                                        <p:strVal val="visible"/>
                                      </p:to>
                                    </p:set>
                                    <p:anim to="" calcmode="lin" valueType="num">
                                      <p:cBhvr>
                                        <p:cTn id="7" dur="1" fill="hold"/>
                                        <p:tgtEl>
                                          <p:spTgt spid="91141"/>
                                        </p:tgtEl>
                                        <p:attrNameLst>
                                          <p:attrName/>
                                        </p:attrNameLst>
                                      </p:cBhvr>
                                    </p:anim>
                                  </p:childTnLst>
                                </p:cTn>
                              </p:par>
                            </p:childTnLst>
                          </p:cTn>
                        </p:par>
                      </p:childTnLst>
                    </p:cTn>
                  </p:par>
                  <p:par>
                    <p:cTn id="8" fill="hold" nodeType="clickPar">
                      <p:stCondLst>
                        <p:cond delay="indefinite"/>
                      </p:stCondLst>
                      <p:childTnLst>
                        <p:par>
                          <p:cTn id="9" fill="hold" nodeType="withGroup">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91142"/>
                                        </p:tgtEl>
                                        <p:attrNameLst>
                                          <p:attrName>style.visibility</p:attrName>
                                        </p:attrNameLst>
                                      </p:cBhvr>
                                      <p:to>
                                        <p:strVal val="visible"/>
                                      </p:to>
                                    </p:set>
                                    <p:anim to="" calcmode="lin" valueType="num">
                                      <p:cBhvr>
                                        <p:cTn id="12" dur="1" fill="hold"/>
                                        <p:tgtEl>
                                          <p:spTgt spid="91142"/>
                                        </p:tgtEl>
                                        <p:attrNameLst>
                                          <p:attrName/>
                                        </p:attrNameLst>
                                      </p:cBhvr>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91143"/>
                                        </p:tgtEl>
                                        <p:attrNameLst>
                                          <p:attrName>style.visibility</p:attrName>
                                        </p:attrNameLst>
                                      </p:cBhvr>
                                      <p:to>
                                        <p:strVal val="visible"/>
                                      </p:to>
                                    </p:set>
                                    <p:anim to="" calcmode="lin" valueType="num">
                                      <p:cBhvr>
                                        <p:cTn id="17" dur="1" fill="hold"/>
                                        <p:tgtEl>
                                          <p:spTgt spid="91143"/>
                                        </p:tgtEl>
                                        <p:attrNameLst>
                                          <p:attrName/>
                                        </p:attrNameLst>
                                      </p:cBhvr>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91144"/>
                                        </p:tgtEl>
                                        <p:attrNameLst>
                                          <p:attrName>style.visibility</p:attrName>
                                        </p:attrNameLst>
                                      </p:cBhvr>
                                      <p:to>
                                        <p:strVal val="visible"/>
                                      </p:to>
                                    </p:set>
                                    <p:anim to="" calcmode="lin" valueType="num">
                                      <p:cBhvr>
                                        <p:cTn id="22" dur="1" fill="hold"/>
                                        <p:tgtEl>
                                          <p:spTgt spid="91144"/>
                                        </p:tgtEl>
                                        <p:attrNameLst>
                                          <p:attrName/>
                                        </p:attrNameLst>
                                      </p:cBhvr>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4" presetClass="entr" presetSubtype="0" fill="hold" grpId="0" nodeType="clickEffect">
                                  <p:stCondLst>
                                    <p:cond delay="0"/>
                                  </p:stCondLst>
                                  <p:childTnLst>
                                    <p:set>
                                      <p:cBhvr>
                                        <p:cTn id="26" dur="1" fill="hold">
                                          <p:stCondLst>
                                            <p:cond delay="0"/>
                                          </p:stCondLst>
                                        </p:cTn>
                                        <p:tgtEl>
                                          <p:spTgt spid="91145"/>
                                        </p:tgtEl>
                                        <p:attrNameLst>
                                          <p:attrName>style.visibility</p:attrName>
                                        </p:attrNameLst>
                                      </p:cBhvr>
                                      <p:to>
                                        <p:strVal val="visible"/>
                                      </p:to>
                                    </p:set>
                                    <p:anim to="" calcmode="lin" valueType="num">
                                      <p:cBhvr>
                                        <p:cTn id="27" dur="1" fill="hold"/>
                                        <p:tgtEl>
                                          <p:spTgt spid="91145"/>
                                        </p:tgtEl>
                                        <p:attrNameLst>
                                          <p:attrName/>
                                        </p:attrNameLst>
                                      </p:cBhvr>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91146"/>
                                        </p:tgtEl>
                                        <p:attrNameLst>
                                          <p:attrName>style.visibility</p:attrName>
                                        </p:attrNameLst>
                                      </p:cBhvr>
                                      <p:to>
                                        <p:strVal val="visible"/>
                                      </p:to>
                                    </p:set>
                                    <p:anim calcmode="lin" valueType="num">
                                      <p:cBhvr additive="base">
                                        <p:cTn id="32" dur="500" fill="hold"/>
                                        <p:tgtEl>
                                          <p:spTgt spid="91146"/>
                                        </p:tgtEl>
                                        <p:attrNameLst>
                                          <p:attrName>ppt_x</p:attrName>
                                        </p:attrNameLst>
                                      </p:cBhvr>
                                      <p:tavLst>
                                        <p:tav tm="0">
                                          <p:val>
                                            <p:strVal val="#ppt_x"/>
                                          </p:val>
                                        </p:tav>
                                        <p:tav tm="100000">
                                          <p:val>
                                            <p:strVal val="#ppt_x"/>
                                          </p:val>
                                        </p:tav>
                                      </p:tavLst>
                                    </p:anim>
                                    <p:anim calcmode="lin" valueType="num">
                                      <p:cBhvr additive="base">
                                        <p:cTn id="33" dur="500" fill="hold"/>
                                        <p:tgtEl>
                                          <p:spTgt spid="911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41" grpId="0" animBg="1"/>
      <p:bldP spid="91142" grpId="0" animBg="1"/>
      <p:bldP spid="91143" grpId="0" animBg="1"/>
      <p:bldP spid="91144" grpId="0" animBg="1"/>
      <p:bldP spid="91145" grpId="0" animBg="1"/>
      <p:bldP spid="91146"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0" y="-1"/>
            <a:ext cx="9144000" cy="1550987"/>
          </a:xfrm>
        </p:spPr>
        <p:txBody>
          <a:bodyPr/>
          <a:lstStyle/>
          <a:p>
            <a:r>
              <a:rPr lang="en-US" sz="5400" b="0" dirty="0" err="1" smtClean="0">
                <a:latin typeface="Arial Black" pitchFamily="34" charset="0"/>
              </a:rPr>
              <a:t>DeMorgan’s</a:t>
            </a:r>
            <a:r>
              <a:rPr lang="en-US" sz="5400" b="0" dirty="0" smtClean="0">
                <a:latin typeface="Arial Black" pitchFamily="34" charset="0"/>
              </a:rPr>
              <a:t> Law</a:t>
            </a:r>
          </a:p>
        </p:txBody>
      </p:sp>
      <p:sp>
        <p:nvSpPr>
          <p:cNvPr id="26627" name="Text Box 2"/>
          <p:cNvSpPr txBox="1">
            <a:spLocks noChangeArrowheads="1"/>
          </p:cNvSpPr>
          <p:nvPr/>
        </p:nvSpPr>
        <p:spPr bwMode="auto">
          <a:xfrm>
            <a:off x="457200" y="1550987"/>
            <a:ext cx="8153400" cy="1878013"/>
          </a:xfrm>
          <a:prstGeom prst="rect">
            <a:avLst/>
          </a:prstGeom>
          <a:solidFill>
            <a:srgbClr val="00FFFF"/>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lnSpc>
                <a:spcPct val="150000"/>
              </a:lnSpc>
            </a:pPr>
            <a:r>
              <a:rPr lang="en-US" sz="3600" b="1" dirty="0">
                <a:latin typeface="Arial" charset="0"/>
              </a:rPr>
              <a:t>not(A and B) = not A </a:t>
            </a:r>
            <a:r>
              <a:rPr lang="en-US" sz="3600" dirty="0">
                <a:latin typeface="Arial Black" pitchFamily="34" charset="0"/>
              </a:rPr>
              <a:t>or</a:t>
            </a:r>
            <a:r>
              <a:rPr lang="en-US" sz="3600" b="1" dirty="0">
                <a:latin typeface="Arial" charset="0"/>
              </a:rPr>
              <a:t> not B</a:t>
            </a:r>
          </a:p>
          <a:p>
            <a:pPr algn="ctr">
              <a:lnSpc>
                <a:spcPct val="150000"/>
              </a:lnSpc>
            </a:pPr>
            <a:r>
              <a:rPr lang="en-US" sz="3600" b="1" dirty="0">
                <a:latin typeface="Arial" charset="0"/>
              </a:rPr>
              <a:t>not(A or B) = not A </a:t>
            </a:r>
            <a:r>
              <a:rPr lang="en-US" sz="3600" dirty="0">
                <a:latin typeface="Arial Black" pitchFamily="34" charset="0"/>
              </a:rPr>
              <a:t>and</a:t>
            </a:r>
            <a:r>
              <a:rPr lang="en-US" sz="3600" b="1" dirty="0">
                <a:latin typeface="Arial" charset="0"/>
              </a:rPr>
              <a:t> not B</a:t>
            </a:r>
          </a:p>
          <a:p>
            <a:pPr algn="ctr"/>
            <a:endParaRPr lang="en-US" sz="800" dirty="0"/>
          </a:p>
        </p:txBody>
      </p:sp>
      <p:sp>
        <p:nvSpPr>
          <p:cNvPr id="4" name="Text Box 2"/>
          <p:cNvSpPr txBox="1">
            <a:spLocks noChangeArrowheads="1"/>
          </p:cNvSpPr>
          <p:nvPr/>
        </p:nvSpPr>
        <p:spPr bwMode="auto">
          <a:xfrm>
            <a:off x="457200" y="4480560"/>
            <a:ext cx="8153400" cy="1920240"/>
          </a:xfrm>
          <a:prstGeom prst="rect">
            <a:avLst/>
          </a:prstGeom>
          <a:solidFill>
            <a:srgbClr val="00FFFF"/>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lnSpc>
                <a:spcPct val="150000"/>
              </a:lnSpc>
            </a:pPr>
            <a:r>
              <a:rPr lang="en-US" sz="3600" dirty="0">
                <a:latin typeface="Arial" panose="020B0604020202020204" pitchFamily="34" charset="0"/>
                <a:cs typeface="Arial" panose="020B0604020202020204" pitchFamily="34" charset="0"/>
              </a:rPr>
              <a:t>~(A + B) = ~A * ~</a:t>
            </a:r>
            <a:r>
              <a:rPr lang="en-US" sz="3600" dirty="0" smtClean="0">
                <a:latin typeface="Arial" panose="020B0604020202020204" pitchFamily="34" charset="0"/>
                <a:cs typeface="Arial" panose="020B0604020202020204" pitchFamily="34" charset="0"/>
              </a:rPr>
              <a:t>B</a:t>
            </a:r>
          </a:p>
          <a:p>
            <a:pPr algn="ctr">
              <a:lnSpc>
                <a:spcPct val="150000"/>
              </a:lnSpc>
            </a:pPr>
            <a:r>
              <a:rPr lang="en-US" sz="3600" dirty="0">
                <a:latin typeface="Arial" panose="020B0604020202020204" pitchFamily="34" charset="0"/>
                <a:cs typeface="Arial" panose="020B0604020202020204" pitchFamily="34" charset="0"/>
              </a:rPr>
              <a:t>~(A * B) = ~A + ~B</a:t>
            </a:r>
            <a:endParaRPr lang="en-US" sz="800" dirty="0">
              <a:latin typeface="Arial" panose="020B0604020202020204" pitchFamily="34" charset="0"/>
              <a:cs typeface="Arial" panose="020B0604020202020204" pitchFamily="34" charset="0"/>
            </a:endParaRPr>
          </a:p>
        </p:txBody>
      </p:sp>
      <p:sp>
        <p:nvSpPr>
          <p:cNvPr id="2" name="TextBox 1"/>
          <p:cNvSpPr txBox="1"/>
          <p:nvPr/>
        </p:nvSpPr>
        <p:spPr>
          <a:xfrm>
            <a:off x="1790700" y="3657600"/>
            <a:ext cx="5486400" cy="584775"/>
          </a:xfrm>
          <a:prstGeom prst="rect">
            <a:avLst/>
          </a:prstGeom>
          <a:solidFill>
            <a:srgbClr val="FF99CC"/>
          </a:solidFill>
        </p:spPr>
        <p:txBody>
          <a:bodyPr wrap="square" rtlCol="0">
            <a:spAutoFit/>
          </a:bodyPr>
          <a:lstStyle/>
          <a:p>
            <a:pPr algn="ctr"/>
            <a:r>
              <a:rPr lang="en-US" sz="3200" dirty="0" smtClean="0">
                <a:latin typeface="Arial" panose="020B0604020202020204" pitchFamily="34" charset="0"/>
                <a:cs typeface="Arial" panose="020B0604020202020204" pitchFamily="34" charset="0"/>
              </a:rPr>
              <a:t>This says the same thing:</a:t>
            </a:r>
            <a:endParaRPr lang="en-US"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46683970"/>
      </p:ext>
    </p:extLst>
  </p:cSld>
  <p:clrMapOvr>
    <a:masterClrMapping/>
  </p:clrMapOvr>
  <p:timing>
    <p:tnLst>
      <p:par>
        <p:cTn xmlns:p14="http://schemas.microsoft.com/office/powerpoint/2010/mai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bg>
      <p:bgPr>
        <a:gradFill>
          <a:gsLst>
            <a:gs pos="0">
              <a:srgbClr val="000082"/>
            </a:gs>
            <a:gs pos="30000">
              <a:srgbClr val="66008F"/>
            </a:gs>
            <a:gs pos="64999">
              <a:srgbClr val="BA0066"/>
            </a:gs>
            <a:gs pos="89999">
              <a:srgbClr val="FF0000"/>
            </a:gs>
            <a:gs pos="100000">
              <a:srgbClr val="FF8200"/>
            </a:gs>
          </a:gsLst>
          <a:lin ang="5400000" scaled="0"/>
        </a:gradFill>
        <a:effectLst/>
      </p:bgPr>
    </p:bg>
    <p:spTree>
      <p:nvGrpSpPr>
        <p:cNvPr id="1" name=""/>
        <p:cNvGrpSpPr/>
        <p:nvPr/>
      </p:nvGrpSpPr>
      <p:grpSpPr>
        <a:xfrm>
          <a:off x="0" y="0"/>
          <a:ext cx="0" cy="0"/>
          <a:chOff x="0" y="0"/>
          <a:chExt cx="0" cy="0"/>
        </a:xfrm>
      </p:grpSpPr>
      <p:sp>
        <p:nvSpPr>
          <p:cNvPr id="32770" name="WordArt 2"/>
          <p:cNvSpPr>
            <a:spLocks noChangeArrowheads="1" noChangeShapeType="1" noTextEdit="1"/>
          </p:cNvSpPr>
          <p:nvPr/>
        </p:nvSpPr>
        <p:spPr bwMode="auto">
          <a:xfrm>
            <a:off x="609600" y="1600200"/>
            <a:ext cx="8001000" cy="2743200"/>
          </a:xfrm>
          <a:prstGeom prst="rect">
            <a:avLst/>
          </a:prstGeom>
        </p:spPr>
        <p:txBody>
          <a:bodyPr wrap="none" fromWordArt="1">
            <a:prstTxWarp prst="textSlantUp">
              <a:avLst>
                <a:gd name="adj" fmla="val 32056"/>
              </a:avLst>
            </a:prstTxWarp>
          </a:bodyPr>
          <a:lstStyle/>
          <a:p>
            <a:pPr algn="ctr"/>
            <a:r>
              <a:rPr lang="en-US" sz="3600" kern="1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Compound</a:t>
            </a:r>
          </a:p>
        </p:txBody>
      </p:sp>
      <p:sp>
        <p:nvSpPr>
          <p:cNvPr id="32771" name="WordArt 3"/>
          <p:cNvSpPr>
            <a:spLocks noChangeArrowheads="1" noChangeShapeType="1" noTextEdit="1"/>
          </p:cNvSpPr>
          <p:nvPr/>
        </p:nvSpPr>
        <p:spPr bwMode="auto">
          <a:xfrm>
            <a:off x="457200" y="4110038"/>
            <a:ext cx="8382000" cy="2519362"/>
          </a:xfrm>
          <a:prstGeom prst="rect">
            <a:avLst/>
          </a:prstGeom>
        </p:spPr>
        <p:txBody>
          <a:bodyPr wrap="none" fromWordArt="1">
            <a:prstTxWarp prst="textSlantUp">
              <a:avLst>
                <a:gd name="adj" fmla="val 32056"/>
              </a:avLst>
            </a:prstTxWarp>
          </a:bodyPr>
          <a:lstStyle/>
          <a:p>
            <a:pPr algn="ctr"/>
            <a:r>
              <a:rPr lang="en-US" sz="3600" kern="1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Conditions</a:t>
            </a:r>
          </a:p>
        </p:txBody>
      </p:sp>
      <p:sp>
        <p:nvSpPr>
          <p:cNvPr id="32772" name="WordArt 18"/>
          <p:cNvSpPr>
            <a:spLocks noChangeArrowheads="1" noChangeShapeType="1" noTextEdit="1"/>
          </p:cNvSpPr>
          <p:nvPr/>
        </p:nvSpPr>
        <p:spPr bwMode="auto">
          <a:xfrm>
            <a:off x="371475" y="457200"/>
            <a:ext cx="8391525" cy="762000"/>
          </a:xfrm>
          <a:prstGeom prst="rect">
            <a:avLst/>
          </a:prstGeom>
        </p:spPr>
        <p:txBody>
          <a:bodyPr wrap="none" fromWordArt="1">
            <a:prstTxWarp prst="textPlain">
              <a:avLst>
                <a:gd name="adj" fmla="val 50000"/>
              </a:avLst>
            </a:prstTxWarp>
          </a:bodyPr>
          <a:lstStyle/>
          <a:p>
            <a:pPr algn="ctr"/>
            <a:r>
              <a:rPr lang="en-US" sz="3600" kern="10" dirty="0">
                <a:ln w="9525">
                  <a:solidFill>
                    <a:srgbClr val="000000"/>
                  </a:solidFill>
                  <a:round/>
                  <a:headEnd/>
                  <a:tailEnd/>
                </a:ln>
                <a:solidFill>
                  <a:srgbClr val="FFFFFF"/>
                </a:solidFill>
                <a:latin typeface="Arial Black"/>
              </a:rPr>
              <a:t>Section </a:t>
            </a:r>
            <a:r>
              <a:rPr lang="en-US" sz="3600" kern="10" dirty="0" smtClean="0">
                <a:ln w="9525">
                  <a:solidFill>
                    <a:srgbClr val="000000"/>
                  </a:solidFill>
                  <a:round/>
                  <a:headEnd/>
                  <a:tailEnd/>
                </a:ln>
                <a:solidFill>
                  <a:srgbClr val="FFFFFF"/>
                </a:solidFill>
                <a:latin typeface="Arial Black"/>
              </a:rPr>
              <a:t>5.13</a:t>
            </a:r>
            <a:endParaRPr lang="en-US" sz="3600" kern="10" dirty="0">
              <a:ln w="9525">
                <a:solidFill>
                  <a:srgbClr val="000000"/>
                </a:solidFill>
                <a:round/>
                <a:headEnd/>
                <a:tailEnd/>
              </a:ln>
              <a:solidFill>
                <a:srgbClr val="FFFFFF"/>
              </a:solidFill>
              <a:latin typeface="Arial Black"/>
            </a:endParaRPr>
          </a:p>
        </p:txBody>
      </p:sp>
    </p:spTree>
    <p:extLst>
      <p:ext uri="{BB962C8B-B14F-4D97-AF65-F5344CB8AC3E}">
        <p14:creationId xmlns:p14="http://schemas.microsoft.com/office/powerpoint/2010/main" val="1379707083"/>
      </p:ext>
    </p:extLst>
  </p:cSld>
  <p:clrMapOvr>
    <a:masterClrMapping/>
  </p:clrMapOvr>
  <p:timing>
    <p:tnLst>
      <p:par>
        <p:cTn xmlns:p14="http://schemas.microsoft.com/office/powerpoint/2010/mai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2"/>
          <p:cNvSpPr txBox="1">
            <a:spLocks noChangeArrowheads="1"/>
          </p:cNvSpPr>
          <p:nvPr/>
        </p:nvSpPr>
        <p:spPr bwMode="auto">
          <a:xfrm>
            <a:off x="0" y="0"/>
            <a:ext cx="9144000" cy="6858000"/>
          </a:xfrm>
          <a:prstGeom prst="rect">
            <a:avLst/>
          </a:prstGeom>
          <a:solidFill>
            <a:srgbClr val="FFFF99"/>
          </a:solidFill>
          <a:ln w="38100">
            <a:solidFill>
              <a:schemeClr val="tx1"/>
            </a:solidFill>
            <a:miter lim="800000"/>
            <a:headEnd/>
            <a:tailEnd/>
          </a:ln>
        </p:spPr>
        <p:txBody>
          <a:bodyPr>
            <a:spAutoFit/>
          </a:bodyPr>
          <a:lstStyle>
            <a:lvl1pPr>
              <a:tabLst>
                <a:tab pos="466725" algn="l"/>
                <a:tab pos="914400" algn="l"/>
                <a:tab pos="1379538" algn="l"/>
              </a:tabLst>
              <a:defRPr sz="2400">
                <a:solidFill>
                  <a:schemeClr val="tx1"/>
                </a:solidFill>
                <a:latin typeface="Times New Roman" pitchFamily="18" charset="0"/>
              </a:defRPr>
            </a:lvl1pPr>
            <a:lvl2pPr marL="742950" indent="-285750">
              <a:tabLst>
                <a:tab pos="466725" algn="l"/>
                <a:tab pos="914400" algn="l"/>
                <a:tab pos="1379538" algn="l"/>
              </a:tabLst>
              <a:defRPr sz="2400">
                <a:solidFill>
                  <a:schemeClr val="tx1"/>
                </a:solidFill>
                <a:latin typeface="Times New Roman" pitchFamily="18" charset="0"/>
              </a:defRPr>
            </a:lvl2pPr>
            <a:lvl3pPr marL="1143000" indent="-228600">
              <a:tabLst>
                <a:tab pos="466725" algn="l"/>
                <a:tab pos="914400" algn="l"/>
                <a:tab pos="1379538" algn="l"/>
              </a:tabLst>
              <a:defRPr sz="2400">
                <a:solidFill>
                  <a:schemeClr val="tx1"/>
                </a:solidFill>
                <a:latin typeface="Times New Roman" pitchFamily="18" charset="0"/>
              </a:defRPr>
            </a:lvl3pPr>
            <a:lvl4pPr marL="1600200" indent="-228600">
              <a:tabLst>
                <a:tab pos="466725" algn="l"/>
                <a:tab pos="914400" algn="l"/>
                <a:tab pos="1379538" algn="l"/>
              </a:tabLst>
              <a:defRPr sz="2400">
                <a:solidFill>
                  <a:schemeClr val="tx1"/>
                </a:solidFill>
                <a:latin typeface="Times New Roman" pitchFamily="18" charset="0"/>
              </a:defRPr>
            </a:lvl4pPr>
            <a:lvl5pPr marL="2057400" indent="-228600">
              <a:tabLst>
                <a:tab pos="466725" algn="l"/>
                <a:tab pos="914400" algn="l"/>
                <a:tab pos="1379538" algn="l"/>
              </a:tabLst>
              <a:defRPr sz="2400">
                <a:solidFill>
                  <a:schemeClr val="tx1"/>
                </a:solidFill>
                <a:latin typeface="Times New Roman" pitchFamily="18" charset="0"/>
              </a:defRPr>
            </a:lvl5pPr>
            <a:lvl6pPr marL="2514600" indent="-228600" eaLnBrk="0" fontAlgn="base" hangingPunct="0">
              <a:spcBef>
                <a:spcPct val="0"/>
              </a:spcBef>
              <a:spcAft>
                <a:spcPct val="0"/>
              </a:spcAft>
              <a:tabLst>
                <a:tab pos="466725" algn="l"/>
                <a:tab pos="914400" algn="l"/>
                <a:tab pos="1379538" algn="l"/>
              </a:tabLst>
              <a:defRPr sz="2400">
                <a:solidFill>
                  <a:schemeClr val="tx1"/>
                </a:solidFill>
                <a:latin typeface="Times New Roman" pitchFamily="18" charset="0"/>
              </a:defRPr>
            </a:lvl6pPr>
            <a:lvl7pPr marL="2971800" indent="-228600" eaLnBrk="0" fontAlgn="base" hangingPunct="0">
              <a:spcBef>
                <a:spcPct val="0"/>
              </a:spcBef>
              <a:spcAft>
                <a:spcPct val="0"/>
              </a:spcAft>
              <a:tabLst>
                <a:tab pos="466725" algn="l"/>
                <a:tab pos="914400" algn="l"/>
                <a:tab pos="1379538" algn="l"/>
              </a:tabLst>
              <a:defRPr sz="2400">
                <a:solidFill>
                  <a:schemeClr val="tx1"/>
                </a:solidFill>
                <a:latin typeface="Times New Roman" pitchFamily="18" charset="0"/>
              </a:defRPr>
            </a:lvl7pPr>
            <a:lvl8pPr marL="3429000" indent="-228600" eaLnBrk="0" fontAlgn="base" hangingPunct="0">
              <a:spcBef>
                <a:spcPct val="0"/>
              </a:spcBef>
              <a:spcAft>
                <a:spcPct val="0"/>
              </a:spcAft>
              <a:tabLst>
                <a:tab pos="466725" algn="l"/>
                <a:tab pos="914400" algn="l"/>
                <a:tab pos="1379538" algn="l"/>
              </a:tabLst>
              <a:defRPr sz="2400">
                <a:solidFill>
                  <a:schemeClr val="tx1"/>
                </a:solidFill>
                <a:latin typeface="Times New Roman" pitchFamily="18" charset="0"/>
              </a:defRPr>
            </a:lvl8pPr>
            <a:lvl9pPr marL="3886200" indent="-228600" eaLnBrk="0" fontAlgn="base" hangingPunct="0">
              <a:spcBef>
                <a:spcPct val="0"/>
              </a:spcBef>
              <a:spcAft>
                <a:spcPct val="0"/>
              </a:spcAft>
              <a:tabLst>
                <a:tab pos="466725" algn="l"/>
                <a:tab pos="914400" algn="l"/>
                <a:tab pos="1379538" algn="l"/>
              </a:tabLst>
              <a:defRPr sz="2400">
                <a:solidFill>
                  <a:schemeClr val="tx1"/>
                </a:solidFill>
                <a:latin typeface="Times New Roman" pitchFamily="18" charset="0"/>
              </a:defRPr>
            </a:lvl9pPr>
          </a:lstStyle>
          <a:p>
            <a:r>
              <a:rPr lang="en-US" sz="1900" b="1" dirty="0"/>
              <a:t>// </a:t>
            </a:r>
            <a:r>
              <a:rPr lang="en-US" sz="1900" b="1" dirty="0" smtClean="0"/>
              <a:t>Java0522.java</a:t>
            </a:r>
            <a:endParaRPr lang="en-US" sz="1900" b="1" dirty="0"/>
          </a:p>
          <a:p>
            <a:r>
              <a:rPr lang="en-US" sz="1900" b="1" dirty="0"/>
              <a:t>// This program demonstrates compound decisions with the logical or ( || ) operator.</a:t>
            </a:r>
          </a:p>
          <a:p>
            <a:pPr>
              <a:lnSpc>
                <a:spcPct val="80000"/>
              </a:lnSpc>
            </a:pPr>
            <a:endParaRPr lang="en-US" sz="1400" dirty="0" smtClean="0"/>
          </a:p>
          <a:p>
            <a:pPr>
              <a:lnSpc>
                <a:spcPct val="80000"/>
              </a:lnSpc>
            </a:pPr>
            <a:r>
              <a:rPr lang="en-US" sz="2000" dirty="0" smtClean="0"/>
              <a:t>import </a:t>
            </a:r>
            <a:r>
              <a:rPr lang="en-US" sz="2000" dirty="0" err="1"/>
              <a:t>java.util.Scanner</a:t>
            </a:r>
            <a:r>
              <a:rPr lang="en-US" sz="2000" dirty="0"/>
              <a:t>;</a:t>
            </a:r>
          </a:p>
          <a:p>
            <a:endParaRPr lang="en-US" sz="1400" b="1" dirty="0" smtClean="0"/>
          </a:p>
          <a:p>
            <a:r>
              <a:rPr lang="en-US" sz="1900" b="1" dirty="0" smtClean="0"/>
              <a:t>public </a:t>
            </a:r>
            <a:r>
              <a:rPr lang="en-US" sz="1900" b="1" dirty="0"/>
              <a:t>class </a:t>
            </a:r>
            <a:r>
              <a:rPr lang="en-US" sz="1900" b="1" dirty="0" smtClean="0"/>
              <a:t>Java0522</a:t>
            </a:r>
            <a:endParaRPr lang="en-US" sz="1900" b="1" dirty="0"/>
          </a:p>
          <a:p>
            <a:r>
              <a:rPr lang="en-US" sz="1900" b="1" dirty="0"/>
              <a:t>{</a:t>
            </a:r>
          </a:p>
          <a:p>
            <a:r>
              <a:rPr lang="en-US" sz="1900" b="1" dirty="0"/>
              <a:t>	public static void main (String </a:t>
            </a:r>
            <a:r>
              <a:rPr lang="en-US" sz="1900" b="1" dirty="0" err="1"/>
              <a:t>args</a:t>
            </a:r>
            <a:r>
              <a:rPr lang="en-US" sz="1900" b="1" dirty="0"/>
              <a:t>[]) </a:t>
            </a:r>
          </a:p>
          <a:p>
            <a:r>
              <a:rPr lang="en-US" sz="1900" b="1" dirty="0"/>
              <a:t>	{   </a:t>
            </a:r>
          </a:p>
          <a:p>
            <a:r>
              <a:rPr lang="en-US" sz="1900" b="1" dirty="0"/>
              <a:t>		</a:t>
            </a:r>
            <a:r>
              <a:rPr lang="en-US" sz="1900" b="1" dirty="0" err="1"/>
              <a:t>System.out.println</a:t>
            </a:r>
            <a:r>
              <a:rPr lang="en-US" sz="1900" b="1" dirty="0"/>
              <a:t>("</a:t>
            </a:r>
            <a:r>
              <a:rPr lang="en-US" sz="1900" b="1" dirty="0" smtClean="0"/>
              <a:t>Java0522\n</a:t>
            </a:r>
            <a:r>
              <a:rPr lang="en-US" sz="1900" b="1" dirty="0"/>
              <a:t>");	</a:t>
            </a:r>
          </a:p>
          <a:p>
            <a:r>
              <a:rPr lang="en-US" sz="1900" b="1" dirty="0"/>
              <a:t>		Scanner input = new Scanner(System.in);</a:t>
            </a:r>
          </a:p>
          <a:p>
            <a:r>
              <a:rPr lang="en-US" sz="1900" b="1" dirty="0"/>
              <a:t>		</a:t>
            </a:r>
            <a:r>
              <a:rPr lang="en-US" sz="1900" b="1" dirty="0" err="1"/>
              <a:t>int</a:t>
            </a:r>
            <a:r>
              <a:rPr lang="en-US" sz="1900" b="1" dirty="0"/>
              <a:t> education;   // years of education</a:t>
            </a:r>
          </a:p>
          <a:p>
            <a:r>
              <a:rPr lang="en-US" sz="1900" b="1" dirty="0"/>
              <a:t>		</a:t>
            </a:r>
            <a:r>
              <a:rPr lang="en-US" sz="1900" b="1" dirty="0" err="1"/>
              <a:t>int</a:t>
            </a:r>
            <a:r>
              <a:rPr lang="en-US" sz="1900" b="1" dirty="0"/>
              <a:t> experience;  // years of work </a:t>
            </a:r>
            <a:r>
              <a:rPr lang="en-US" sz="1900" b="1" dirty="0" smtClean="0"/>
              <a:t>experience</a:t>
            </a:r>
            <a:endParaRPr lang="en-US" sz="1900" b="1" dirty="0"/>
          </a:p>
          <a:p>
            <a:r>
              <a:rPr lang="en-US" sz="1900" b="1" dirty="0"/>
              <a:t>		</a:t>
            </a:r>
            <a:r>
              <a:rPr lang="en-US" sz="1900" b="1" dirty="0" err="1"/>
              <a:t>System.out.print</a:t>
            </a:r>
            <a:r>
              <a:rPr lang="en-US" sz="1900" b="1" dirty="0"/>
              <a:t>("Enter years of education  ===&gt;&gt;  ");</a:t>
            </a:r>
          </a:p>
          <a:p>
            <a:r>
              <a:rPr lang="en-US" sz="1900" b="1" dirty="0"/>
              <a:t>		education = </a:t>
            </a:r>
            <a:r>
              <a:rPr lang="en-US" sz="1900" b="1" dirty="0" err="1"/>
              <a:t>input.nextInt</a:t>
            </a:r>
            <a:r>
              <a:rPr lang="en-US" sz="1900" b="1" dirty="0"/>
              <a:t>();</a:t>
            </a:r>
          </a:p>
          <a:p>
            <a:r>
              <a:rPr lang="en-US" sz="1900" b="1" dirty="0"/>
              <a:t>		</a:t>
            </a:r>
            <a:r>
              <a:rPr lang="en-US" sz="1900" b="1" dirty="0" err="1"/>
              <a:t>System.out.print</a:t>
            </a:r>
            <a:r>
              <a:rPr lang="en-US" sz="1900" b="1" dirty="0"/>
              <a:t>("Enter years of experience ===&gt;&gt;  ");</a:t>
            </a:r>
          </a:p>
          <a:p>
            <a:r>
              <a:rPr lang="en-US" sz="1900" b="1" dirty="0"/>
              <a:t>		experience = </a:t>
            </a:r>
            <a:r>
              <a:rPr lang="en-US" sz="1900" b="1" dirty="0" err="1"/>
              <a:t>input.nextInt</a:t>
            </a:r>
            <a:r>
              <a:rPr lang="en-US" sz="1900" b="1" dirty="0"/>
              <a:t>();    </a:t>
            </a:r>
          </a:p>
          <a:p>
            <a:pPr>
              <a:lnSpc>
                <a:spcPct val="90000"/>
              </a:lnSpc>
            </a:pPr>
            <a:endParaRPr lang="en-US" sz="1800" b="1" dirty="0"/>
          </a:p>
          <a:p>
            <a:r>
              <a:rPr lang="en-US" b="1" dirty="0"/>
              <a:t>		</a:t>
            </a:r>
            <a:r>
              <a:rPr lang="en-US" dirty="0">
                <a:latin typeface="Arial Black" pitchFamily="34" charset="0"/>
              </a:rPr>
              <a:t>if (</a:t>
            </a:r>
            <a:r>
              <a:rPr lang="en-US" sz="900" dirty="0">
                <a:latin typeface="Arial Black" pitchFamily="34" charset="0"/>
              </a:rPr>
              <a:t> </a:t>
            </a:r>
            <a:r>
              <a:rPr lang="en-US" dirty="0">
                <a:latin typeface="Arial Black" pitchFamily="34" charset="0"/>
              </a:rPr>
              <a:t>education &gt;= 16 || experience &gt;= 5</a:t>
            </a:r>
            <a:r>
              <a:rPr lang="en-US" sz="900" dirty="0">
                <a:latin typeface="Arial Black" pitchFamily="34" charset="0"/>
              </a:rPr>
              <a:t> </a:t>
            </a:r>
            <a:r>
              <a:rPr lang="en-US" dirty="0">
                <a:latin typeface="Arial Black" pitchFamily="34" charset="0"/>
              </a:rPr>
              <a:t>)</a:t>
            </a:r>
          </a:p>
          <a:p>
            <a:r>
              <a:rPr lang="en-US" sz="1900" b="1" dirty="0"/>
              <a:t>			</a:t>
            </a:r>
            <a:r>
              <a:rPr lang="en-US" sz="1900" b="1" dirty="0" err="1"/>
              <a:t>System.out.println</a:t>
            </a:r>
            <a:r>
              <a:rPr lang="en-US" sz="1900" b="1" dirty="0"/>
              <a:t>("You are hired");</a:t>
            </a:r>
          </a:p>
          <a:p>
            <a:r>
              <a:rPr lang="en-US" sz="1900" b="1" dirty="0"/>
              <a:t>		else</a:t>
            </a:r>
          </a:p>
          <a:p>
            <a:r>
              <a:rPr lang="en-US" sz="1900" b="1" dirty="0"/>
              <a:t>			</a:t>
            </a:r>
            <a:r>
              <a:rPr lang="en-US" sz="1900" b="1" dirty="0" err="1"/>
              <a:t>System.out.println</a:t>
            </a:r>
            <a:r>
              <a:rPr lang="en-US" sz="1900" b="1" dirty="0"/>
              <a:t>("You are not qualified");</a:t>
            </a:r>
          </a:p>
          <a:p>
            <a:r>
              <a:rPr lang="en-US" sz="1900" b="1" dirty="0"/>
              <a:t>	}</a:t>
            </a:r>
          </a:p>
          <a:p>
            <a:r>
              <a:rPr lang="en-US" sz="1900" b="1" dirty="0"/>
              <a:t>}</a:t>
            </a:r>
          </a:p>
        </p:txBody>
      </p:sp>
    </p:spTree>
    <p:extLst>
      <p:ext uri="{BB962C8B-B14F-4D97-AF65-F5344CB8AC3E}">
        <p14:creationId xmlns:p14="http://schemas.microsoft.com/office/powerpoint/2010/main" val="1403527102"/>
      </p:ext>
    </p:extLst>
  </p:cSld>
  <p:clrMapOvr>
    <a:masterClrMapping/>
  </p:clrMapOvr>
  <p:timing>
    <p:tnLst>
      <p:par>
        <p:cTn xmlns:p14="http://schemas.microsoft.com/office/powerpoint/2010/mai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extBox 4"/>
          <p:cNvSpPr txBox="1"/>
          <p:nvPr/>
        </p:nvSpPr>
        <p:spPr>
          <a:xfrm>
            <a:off x="0" y="0"/>
            <a:ext cx="9144000" cy="2062103"/>
          </a:xfrm>
          <a:prstGeom prst="rect">
            <a:avLst/>
          </a:prstGeom>
          <a:solidFill>
            <a:schemeClr val="accent6">
              <a:lumMod val="20000"/>
              <a:lumOff val="80000"/>
            </a:schemeClr>
          </a:solidFill>
          <a:ln w="57150">
            <a:solidFill>
              <a:schemeClr val="tx1"/>
            </a:solidFill>
          </a:ln>
        </p:spPr>
        <p:txBody>
          <a:bodyPr wrap="square" rtlCol="0">
            <a:spAutoFit/>
          </a:bodyPr>
          <a:lstStyle/>
          <a:p>
            <a:endParaRPr lang="en-US" sz="1400" dirty="0" smtClean="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JAVA0522.JAVA</a:t>
            </a:r>
          </a:p>
          <a:p>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Enter # of years of Education.        ===&gt;&gt;  16</a:t>
            </a:r>
          </a:p>
          <a:p>
            <a:r>
              <a:rPr lang="en-US" sz="1600" dirty="0">
                <a:latin typeface="Courier New" panose="02070309020205020404" pitchFamily="49" charset="0"/>
                <a:cs typeface="Courier New" panose="02070309020205020404" pitchFamily="49" charset="0"/>
              </a:rPr>
              <a:t>Enter # of years of Work Experience.  ===&gt;&gt;  0</a:t>
            </a:r>
          </a:p>
          <a:p>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You are hired</a:t>
            </a:r>
          </a:p>
          <a:p>
            <a:endParaRPr lang="en-US" sz="1400" dirty="0">
              <a:latin typeface="Courier New" panose="02070309020205020404" pitchFamily="49" charset="0"/>
              <a:cs typeface="Courier New" panose="02070309020205020404" pitchFamily="49" charset="0"/>
            </a:endParaRPr>
          </a:p>
        </p:txBody>
      </p:sp>
      <p:sp>
        <p:nvSpPr>
          <p:cNvPr id="8" name="TextBox 7"/>
          <p:cNvSpPr txBox="1"/>
          <p:nvPr/>
        </p:nvSpPr>
        <p:spPr>
          <a:xfrm>
            <a:off x="2209800" y="1447800"/>
            <a:ext cx="6934200" cy="2062103"/>
          </a:xfrm>
          <a:prstGeom prst="rect">
            <a:avLst/>
          </a:prstGeom>
          <a:solidFill>
            <a:schemeClr val="accent6">
              <a:lumMod val="20000"/>
              <a:lumOff val="80000"/>
            </a:schemeClr>
          </a:solidFill>
          <a:ln w="57150">
            <a:solidFill>
              <a:schemeClr val="tx1"/>
            </a:solidFill>
          </a:ln>
        </p:spPr>
        <p:txBody>
          <a:bodyPr wrap="square" rtlCol="0">
            <a:spAutoFit/>
          </a:bodyPr>
          <a:lstStyle/>
          <a:p>
            <a:endParaRPr lang="en-US" sz="1400" dirty="0" smtClean="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JAVA0522.JAVA</a:t>
            </a:r>
          </a:p>
          <a:p>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Enter # of years of Education.        ===&gt;&gt;  </a:t>
            </a:r>
            <a:r>
              <a:rPr lang="en-US" sz="1600" dirty="0" smtClean="0">
                <a:latin typeface="Courier New" panose="02070309020205020404" pitchFamily="49" charset="0"/>
                <a:cs typeface="Courier New" panose="02070309020205020404" pitchFamily="49" charset="0"/>
              </a:rPr>
              <a:t>13</a:t>
            </a:r>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Enter # of years of Work Experience.  ===&gt;&gt;  </a:t>
            </a:r>
            <a:r>
              <a:rPr lang="en-US" sz="1600" dirty="0" smtClean="0">
                <a:latin typeface="Courier New" panose="02070309020205020404" pitchFamily="49" charset="0"/>
                <a:cs typeface="Courier New" panose="02070309020205020404" pitchFamily="49" charset="0"/>
              </a:rPr>
              <a:t>7</a:t>
            </a:r>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You are hired</a:t>
            </a:r>
          </a:p>
          <a:p>
            <a:endParaRPr lang="en-US" sz="1600" dirty="0">
              <a:latin typeface="Courier New" panose="02070309020205020404" pitchFamily="49" charset="0"/>
              <a:cs typeface="Courier New" panose="02070309020205020404" pitchFamily="49" charset="0"/>
            </a:endParaRPr>
          </a:p>
        </p:txBody>
      </p:sp>
      <p:sp>
        <p:nvSpPr>
          <p:cNvPr id="9" name="TextBox 8"/>
          <p:cNvSpPr txBox="1"/>
          <p:nvPr/>
        </p:nvSpPr>
        <p:spPr>
          <a:xfrm>
            <a:off x="0" y="3352800"/>
            <a:ext cx="9144000" cy="2062103"/>
          </a:xfrm>
          <a:prstGeom prst="rect">
            <a:avLst/>
          </a:prstGeom>
          <a:solidFill>
            <a:schemeClr val="accent6">
              <a:lumMod val="20000"/>
              <a:lumOff val="80000"/>
            </a:schemeClr>
          </a:solidFill>
          <a:ln w="57150">
            <a:solidFill>
              <a:schemeClr val="tx1"/>
            </a:solidFill>
          </a:ln>
        </p:spPr>
        <p:txBody>
          <a:bodyPr wrap="square" rtlCol="0">
            <a:spAutoFit/>
          </a:bodyPr>
          <a:lstStyle/>
          <a:p>
            <a:endParaRPr lang="en-US" sz="1400" dirty="0" smtClean="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JAVA0522.JAVA</a:t>
            </a:r>
          </a:p>
          <a:p>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Enter # of years of Education.        ===&gt;&gt;  </a:t>
            </a:r>
            <a:r>
              <a:rPr lang="en-US" sz="1600" dirty="0" smtClean="0">
                <a:latin typeface="Courier New" panose="02070309020205020404" pitchFamily="49" charset="0"/>
                <a:cs typeface="Courier New" panose="02070309020205020404" pitchFamily="49" charset="0"/>
              </a:rPr>
              <a:t>18</a:t>
            </a:r>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Enter # of years of Work Experience.  ===&gt;&gt;  </a:t>
            </a:r>
            <a:r>
              <a:rPr lang="en-US" sz="1600" dirty="0" smtClean="0">
                <a:latin typeface="Courier New" panose="02070309020205020404" pitchFamily="49" charset="0"/>
                <a:cs typeface="Courier New" panose="02070309020205020404" pitchFamily="49" charset="0"/>
              </a:rPr>
              <a:t>10</a:t>
            </a:r>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You are hired</a:t>
            </a:r>
          </a:p>
          <a:p>
            <a:endParaRPr lang="en-US" sz="1600" dirty="0">
              <a:latin typeface="Courier New" panose="02070309020205020404" pitchFamily="49" charset="0"/>
              <a:cs typeface="Courier New" panose="02070309020205020404" pitchFamily="49" charset="0"/>
            </a:endParaRPr>
          </a:p>
        </p:txBody>
      </p:sp>
      <p:sp>
        <p:nvSpPr>
          <p:cNvPr id="10" name="TextBox 9"/>
          <p:cNvSpPr txBox="1"/>
          <p:nvPr/>
        </p:nvSpPr>
        <p:spPr>
          <a:xfrm>
            <a:off x="2209800" y="4800600"/>
            <a:ext cx="6934200" cy="2062103"/>
          </a:xfrm>
          <a:prstGeom prst="rect">
            <a:avLst/>
          </a:prstGeom>
          <a:solidFill>
            <a:schemeClr val="accent6">
              <a:lumMod val="20000"/>
              <a:lumOff val="80000"/>
            </a:schemeClr>
          </a:solidFill>
          <a:ln w="57150">
            <a:solidFill>
              <a:schemeClr val="tx1"/>
            </a:solidFill>
          </a:ln>
        </p:spPr>
        <p:txBody>
          <a:bodyPr wrap="square" rtlCol="0">
            <a:spAutoFit/>
          </a:bodyPr>
          <a:lstStyle/>
          <a:p>
            <a:endParaRPr lang="en-US" sz="1400" dirty="0" smtClean="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JAVA0522.JAVA</a:t>
            </a:r>
          </a:p>
          <a:p>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Enter # of years of Education.        ===&gt;&gt;  </a:t>
            </a:r>
            <a:r>
              <a:rPr lang="en-US" sz="1600" dirty="0" smtClean="0">
                <a:latin typeface="Courier New" panose="02070309020205020404" pitchFamily="49" charset="0"/>
                <a:cs typeface="Courier New" panose="02070309020205020404" pitchFamily="49" charset="0"/>
              </a:rPr>
              <a:t>12</a:t>
            </a:r>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Enter # of years of Work Experience.  ===&gt;&gt;  3</a:t>
            </a:r>
          </a:p>
          <a:p>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You are </a:t>
            </a:r>
            <a:r>
              <a:rPr lang="en-US" sz="1600" dirty="0" smtClean="0">
                <a:latin typeface="Courier New" panose="02070309020205020404" pitchFamily="49" charset="0"/>
                <a:cs typeface="Courier New" panose="02070309020205020404" pitchFamily="49" charset="0"/>
              </a:rPr>
              <a:t>not qualified</a:t>
            </a:r>
            <a:endParaRPr lang="en-US" sz="1600" dirty="0">
              <a:latin typeface="Courier New" panose="02070309020205020404" pitchFamily="49" charset="0"/>
              <a:cs typeface="Courier New" panose="02070309020205020404" pitchFamily="49" charset="0"/>
            </a:endParaRPr>
          </a:p>
          <a:p>
            <a:endParaRPr lang="en-US" sz="1600" dirty="0">
              <a:latin typeface="Courier New" panose="02070309020205020404" pitchFamily="49" charset="0"/>
              <a:cs typeface="Courier New" panose="02070309020205020404" pitchFamily="49" charset="0"/>
            </a:endParaRPr>
          </a:p>
        </p:txBody>
      </p:sp>
      <p:sp>
        <p:nvSpPr>
          <p:cNvPr id="2" name="TextBox 1"/>
          <p:cNvSpPr txBox="1"/>
          <p:nvPr/>
        </p:nvSpPr>
        <p:spPr>
          <a:xfrm>
            <a:off x="228600" y="2057400"/>
            <a:ext cx="1752600" cy="1323439"/>
          </a:xfrm>
          <a:prstGeom prst="rect">
            <a:avLst/>
          </a:prstGeom>
          <a:noFill/>
        </p:spPr>
        <p:txBody>
          <a:bodyPr wrap="square" rtlCol="0">
            <a:spAutoFit/>
          </a:bodyPr>
          <a:lstStyle/>
          <a:p>
            <a:r>
              <a:rPr lang="en-US" sz="8000" dirty="0" smtClean="0">
                <a:solidFill>
                  <a:schemeClr val="bg1"/>
                </a:solidFill>
                <a:latin typeface="Arial" panose="020B0604020202020204" pitchFamily="34" charset="0"/>
                <a:cs typeface="Arial" panose="020B0604020202020204" pitchFamily="34" charset="0"/>
              </a:rPr>
              <a:t>OR</a:t>
            </a:r>
            <a:endParaRPr lang="en-US" sz="8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72752840"/>
      </p:ext>
    </p:extLst>
  </p:cSld>
  <p:clrMapOvr>
    <a:masterClrMapping/>
  </p:clrMapOvr>
  <p:timing>
    <p:tnLst>
      <p:par>
        <p:cTn xmlns:p14="http://schemas.microsoft.com/office/powerpoint/2010/mai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2"/>
          <p:cNvSpPr txBox="1">
            <a:spLocks noChangeArrowheads="1"/>
          </p:cNvSpPr>
          <p:nvPr/>
        </p:nvSpPr>
        <p:spPr bwMode="auto">
          <a:xfrm>
            <a:off x="0" y="0"/>
            <a:ext cx="9144000" cy="6900351"/>
          </a:xfrm>
          <a:prstGeom prst="rect">
            <a:avLst/>
          </a:prstGeom>
          <a:solidFill>
            <a:srgbClr val="FFFF99"/>
          </a:solidFill>
          <a:ln w="38100">
            <a:solidFill>
              <a:schemeClr val="tx1"/>
            </a:solidFill>
            <a:miter lim="800000"/>
            <a:headEnd/>
            <a:tailEnd/>
          </a:ln>
        </p:spPr>
        <p:txBody>
          <a:bodyPr>
            <a:spAutoFit/>
          </a:bodyPr>
          <a:lstStyle>
            <a:lvl1pPr>
              <a:tabLst>
                <a:tab pos="466725" algn="l"/>
                <a:tab pos="914400" algn="l"/>
                <a:tab pos="1379538" algn="l"/>
              </a:tabLst>
              <a:defRPr sz="2400">
                <a:solidFill>
                  <a:schemeClr val="tx1"/>
                </a:solidFill>
                <a:latin typeface="Times New Roman" pitchFamily="18" charset="0"/>
              </a:defRPr>
            </a:lvl1pPr>
            <a:lvl2pPr marL="742950" indent="-285750">
              <a:tabLst>
                <a:tab pos="466725" algn="l"/>
                <a:tab pos="914400" algn="l"/>
                <a:tab pos="1379538" algn="l"/>
              </a:tabLst>
              <a:defRPr sz="2400">
                <a:solidFill>
                  <a:schemeClr val="tx1"/>
                </a:solidFill>
                <a:latin typeface="Times New Roman" pitchFamily="18" charset="0"/>
              </a:defRPr>
            </a:lvl2pPr>
            <a:lvl3pPr marL="1143000" indent="-228600">
              <a:tabLst>
                <a:tab pos="466725" algn="l"/>
                <a:tab pos="914400" algn="l"/>
                <a:tab pos="1379538" algn="l"/>
              </a:tabLst>
              <a:defRPr sz="2400">
                <a:solidFill>
                  <a:schemeClr val="tx1"/>
                </a:solidFill>
                <a:latin typeface="Times New Roman" pitchFamily="18" charset="0"/>
              </a:defRPr>
            </a:lvl3pPr>
            <a:lvl4pPr marL="1600200" indent="-228600">
              <a:tabLst>
                <a:tab pos="466725" algn="l"/>
                <a:tab pos="914400" algn="l"/>
                <a:tab pos="1379538" algn="l"/>
              </a:tabLst>
              <a:defRPr sz="2400">
                <a:solidFill>
                  <a:schemeClr val="tx1"/>
                </a:solidFill>
                <a:latin typeface="Times New Roman" pitchFamily="18" charset="0"/>
              </a:defRPr>
            </a:lvl4pPr>
            <a:lvl5pPr marL="2057400" indent="-228600">
              <a:tabLst>
                <a:tab pos="466725" algn="l"/>
                <a:tab pos="914400" algn="l"/>
                <a:tab pos="1379538" algn="l"/>
              </a:tabLst>
              <a:defRPr sz="2400">
                <a:solidFill>
                  <a:schemeClr val="tx1"/>
                </a:solidFill>
                <a:latin typeface="Times New Roman" pitchFamily="18" charset="0"/>
              </a:defRPr>
            </a:lvl5pPr>
            <a:lvl6pPr marL="2514600" indent="-228600" eaLnBrk="0" fontAlgn="base" hangingPunct="0">
              <a:spcBef>
                <a:spcPct val="0"/>
              </a:spcBef>
              <a:spcAft>
                <a:spcPct val="0"/>
              </a:spcAft>
              <a:tabLst>
                <a:tab pos="466725" algn="l"/>
                <a:tab pos="914400" algn="l"/>
                <a:tab pos="1379538" algn="l"/>
              </a:tabLst>
              <a:defRPr sz="2400">
                <a:solidFill>
                  <a:schemeClr val="tx1"/>
                </a:solidFill>
                <a:latin typeface="Times New Roman" pitchFamily="18" charset="0"/>
              </a:defRPr>
            </a:lvl6pPr>
            <a:lvl7pPr marL="2971800" indent="-228600" eaLnBrk="0" fontAlgn="base" hangingPunct="0">
              <a:spcBef>
                <a:spcPct val="0"/>
              </a:spcBef>
              <a:spcAft>
                <a:spcPct val="0"/>
              </a:spcAft>
              <a:tabLst>
                <a:tab pos="466725" algn="l"/>
                <a:tab pos="914400" algn="l"/>
                <a:tab pos="1379538" algn="l"/>
              </a:tabLst>
              <a:defRPr sz="2400">
                <a:solidFill>
                  <a:schemeClr val="tx1"/>
                </a:solidFill>
                <a:latin typeface="Times New Roman" pitchFamily="18" charset="0"/>
              </a:defRPr>
            </a:lvl7pPr>
            <a:lvl8pPr marL="3429000" indent="-228600" eaLnBrk="0" fontAlgn="base" hangingPunct="0">
              <a:spcBef>
                <a:spcPct val="0"/>
              </a:spcBef>
              <a:spcAft>
                <a:spcPct val="0"/>
              </a:spcAft>
              <a:tabLst>
                <a:tab pos="466725" algn="l"/>
                <a:tab pos="914400" algn="l"/>
                <a:tab pos="1379538" algn="l"/>
              </a:tabLst>
              <a:defRPr sz="2400">
                <a:solidFill>
                  <a:schemeClr val="tx1"/>
                </a:solidFill>
                <a:latin typeface="Times New Roman" pitchFamily="18" charset="0"/>
              </a:defRPr>
            </a:lvl8pPr>
            <a:lvl9pPr marL="3886200" indent="-228600" eaLnBrk="0" fontAlgn="base" hangingPunct="0">
              <a:spcBef>
                <a:spcPct val="0"/>
              </a:spcBef>
              <a:spcAft>
                <a:spcPct val="0"/>
              </a:spcAft>
              <a:tabLst>
                <a:tab pos="466725" algn="l"/>
                <a:tab pos="914400" algn="l"/>
                <a:tab pos="1379538" algn="l"/>
              </a:tabLst>
              <a:defRPr sz="2400">
                <a:solidFill>
                  <a:schemeClr val="tx1"/>
                </a:solidFill>
                <a:latin typeface="Times New Roman" pitchFamily="18" charset="0"/>
              </a:defRPr>
            </a:lvl9pPr>
          </a:lstStyle>
          <a:p>
            <a:r>
              <a:rPr lang="en-US" sz="1900" b="1" dirty="0"/>
              <a:t>// </a:t>
            </a:r>
            <a:r>
              <a:rPr lang="en-US" sz="1900" b="1" dirty="0" smtClean="0"/>
              <a:t>Java0523.java</a:t>
            </a:r>
            <a:endParaRPr lang="en-US" sz="1900" b="1" dirty="0"/>
          </a:p>
          <a:p>
            <a:r>
              <a:rPr lang="en-US" sz="1900" b="1" spc="-10" dirty="0"/>
              <a:t>// This program demonstrates compound decisions with the logical </a:t>
            </a:r>
            <a:r>
              <a:rPr lang="en-US" sz="1900" spc="-10" dirty="0" smtClean="0"/>
              <a:t>and</a:t>
            </a:r>
            <a:r>
              <a:rPr lang="en-US" sz="1900" b="1" spc="-10" dirty="0" smtClean="0"/>
              <a:t> </a:t>
            </a:r>
            <a:r>
              <a:rPr lang="en-US" sz="1900" b="1" spc="-10" dirty="0"/>
              <a:t>( </a:t>
            </a:r>
            <a:r>
              <a:rPr lang="en-US" sz="1900" spc="-10" dirty="0" smtClean="0"/>
              <a:t>&amp;&amp;</a:t>
            </a:r>
            <a:r>
              <a:rPr lang="en-US" sz="1900" b="1" spc="-10" dirty="0" smtClean="0"/>
              <a:t> </a:t>
            </a:r>
            <a:r>
              <a:rPr lang="en-US" sz="1900" b="1" spc="-10" dirty="0"/>
              <a:t>) operator.</a:t>
            </a:r>
          </a:p>
          <a:p>
            <a:pPr>
              <a:lnSpc>
                <a:spcPct val="80000"/>
              </a:lnSpc>
            </a:pPr>
            <a:endParaRPr lang="en-US" sz="1400" dirty="0" smtClean="0"/>
          </a:p>
          <a:p>
            <a:pPr>
              <a:lnSpc>
                <a:spcPct val="80000"/>
              </a:lnSpc>
            </a:pPr>
            <a:r>
              <a:rPr lang="en-US" sz="2000" dirty="0" smtClean="0"/>
              <a:t>import </a:t>
            </a:r>
            <a:r>
              <a:rPr lang="en-US" sz="2000" dirty="0" err="1"/>
              <a:t>java.util.Scanner</a:t>
            </a:r>
            <a:r>
              <a:rPr lang="en-US" sz="2000" dirty="0"/>
              <a:t>;</a:t>
            </a:r>
          </a:p>
          <a:p>
            <a:endParaRPr lang="en-US" sz="1400" b="1" dirty="0" smtClean="0"/>
          </a:p>
          <a:p>
            <a:r>
              <a:rPr lang="en-US" sz="1900" b="1" dirty="0" smtClean="0"/>
              <a:t>public </a:t>
            </a:r>
            <a:r>
              <a:rPr lang="en-US" sz="1900" b="1" dirty="0"/>
              <a:t>class </a:t>
            </a:r>
            <a:r>
              <a:rPr lang="en-US" sz="1900" b="1" dirty="0" smtClean="0"/>
              <a:t>Java0523</a:t>
            </a:r>
            <a:endParaRPr lang="en-US" sz="1900" b="1" dirty="0"/>
          </a:p>
          <a:p>
            <a:r>
              <a:rPr lang="en-US" sz="1900" b="1" dirty="0"/>
              <a:t>{</a:t>
            </a:r>
          </a:p>
          <a:p>
            <a:r>
              <a:rPr lang="en-US" sz="1900" b="1" dirty="0"/>
              <a:t>	public static void main (String </a:t>
            </a:r>
            <a:r>
              <a:rPr lang="en-US" sz="1900" b="1" dirty="0" err="1"/>
              <a:t>args</a:t>
            </a:r>
            <a:r>
              <a:rPr lang="en-US" sz="1900" b="1" dirty="0"/>
              <a:t>[]) </a:t>
            </a:r>
          </a:p>
          <a:p>
            <a:r>
              <a:rPr lang="en-US" sz="1900" b="1" dirty="0"/>
              <a:t>	{   </a:t>
            </a:r>
          </a:p>
          <a:p>
            <a:r>
              <a:rPr lang="en-US" sz="1900" b="1" dirty="0"/>
              <a:t>		</a:t>
            </a:r>
            <a:r>
              <a:rPr lang="en-US" sz="1900" b="1" dirty="0" err="1"/>
              <a:t>System.out.println</a:t>
            </a:r>
            <a:r>
              <a:rPr lang="en-US" sz="1900" b="1" dirty="0"/>
              <a:t>("</a:t>
            </a:r>
            <a:r>
              <a:rPr lang="en-US" sz="1900" b="1" dirty="0" smtClean="0"/>
              <a:t>Java0523\n</a:t>
            </a:r>
            <a:r>
              <a:rPr lang="en-US" sz="1900" b="1" dirty="0"/>
              <a:t>");	</a:t>
            </a:r>
          </a:p>
          <a:p>
            <a:r>
              <a:rPr lang="en-US" sz="1900" b="1" dirty="0"/>
              <a:t>		Scanner input = new Scanner(System.in);</a:t>
            </a:r>
          </a:p>
          <a:p>
            <a:r>
              <a:rPr lang="en-US" sz="1900" b="1" dirty="0"/>
              <a:t>		</a:t>
            </a:r>
            <a:r>
              <a:rPr lang="en-US" sz="1900" b="1" dirty="0" err="1"/>
              <a:t>int</a:t>
            </a:r>
            <a:r>
              <a:rPr lang="en-US" sz="1900" b="1" dirty="0"/>
              <a:t> education;   // years of education</a:t>
            </a:r>
          </a:p>
          <a:p>
            <a:r>
              <a:rPr lang="en-US" sz="1900" b="1" dirty="0"/>
              <a:t>		</a:t>
            </a:r>
            <a:r>
              <a:rPr lang="en-US" sz="1900" b="1" dirty="0" err="1"/>
              <a:t>int</a:t>
            </a:r>
            <a:r>
              <a:rPr lang="en-US" sz="1900" b="1" dirty="0"/>
              <a:t> experience;  // years of work </a:t>
            </a:r>
            <a:r>
              <a:rPr lang="en-US" sz="1900" b="1" dirty="0" smtClean="0"/>
              <a:t>experience</a:t>
            </a:r>
            <a:endParaRPr lang="en-US" sz="1900" b="1" dirty="0"/>
          </a:p>
          <a:p>
            <a:r>
              <a:rPr lang="en-US" sz="1900" b="1" dirty="0"/>
              <a:t>		</a:t>
            </a:r>
            <a:r>
              <a:rPr lang="en-US" sz="1900" b="1" dirty="0" err="1"/>
              <a:t>System.out.print</a:t>
            </a:r>
            <a:r>
              <a:rPr lang="en-US" sz="1900" b="1" dirty="0"/>
              <a:t>("Enter years of education  ===&gt;&gt;  ");</a:t>
            </a:r>
          </a:p>
          <a:p>
            <a:r>
              <a:rPr lang="en-US" sz="1900" b="1" dirty="0"/>
              <a:t>		education = </a:t>
            </a:r>
            <a:r>
              <a:rPr lang="en-US" sz="1900" b="1" dirty="0" err="1"/>
              <a:t>input.nextInt</a:t>
            </a:r>
            <a:r>
              <a:rPr lang="en-US" sz="1900" b="1" dirty="0"/>
              <a:t>();</a:t>
            </a:r>
          </a:p>
          <a:p>
            <a:r>
              <a:rPr lang="en-US" sz="1900" b="1" dirty="0"/>
              <a:t>		</a:t>
            </a:r>
            <a:r>
              <a:rPr lang="en-US" sz="1900" b="1" dirty="0" err="1"/>
              <a:t>System.out.print</a:t>
            </a:r>
            <a:r>
              <a:rPr lang="en-US" sz="1900" b="1" dirty="0"/>
              <a:t>("Enter years of experience ===&gt;&gt;  ");</a:t>
            </a:r>
          </a:p>
          <a:p>
            <a:r>
              <a:rPr lang="en-US" sz="1900" b="1" dirty="0"/>
              <a:t>		experience = </a:t>
            </a:r>
            <a:r>
              <a:rPr lang="en-US" sz="1900" b="1" dirty="0" err="1"/>
              <a:t>input.nextInt</a:t>
            </a:r>
            <a:r>
              <a:rPr lang="en-US" sz="1900" b="1" dirty="0"/>
              <a:t>();    </a:t>
            </a:r>
          </a:p>
          <a:p>
            <a:pPr>
              <a:lnSpc>
                <a:spcPct val="90000"/>
              </a:lnSpc>
            </a:pPr>
            <a:endParaRPr lang="en-US" sz="1800" b="1" dirty="0"/>
          </a:p>
          <a:p>
            <a:r>
              <a:rPr lang="en-US" b="1" dirty="0"/>
              <a:t>		</a:t>
            </a:r>
            <a:r>
              <a:rPr lang="en-US" dirty="0">
                <a:latin typeface="Arial Black" pitchFamily="34" charset="0"/>
              </a:rPr>
              <a:t>if (</a:t>
            </a:r>
            <a:r>
              <a:rPr lang="en-US" sz="900" dirty="0">
                <a:latin typeface="Arial Black" pitchFamily="34" charset="0"/>
              </a:rPr>
              <a:t> </a:t>
            </a:r>
            <a:r>
              <a:rPr lang="en-US" dirty="0">
                <a:latin typeface="Arial Black" pitchFamily="34" charset="0"/>
              </a:rPr>
              <a:t>education &gt;= 16 </a:t>
            </a:r>
            <a:r>
              <a:rPr lang="en-US" dirty="0" smtClean="0">
                <a:latin typeface="Arial Black" pitchFamily="34" charset="0"/>
              </a:rPr>
              <a:t>&amp;&amp; </a:t>
            </a:r>
            <a:r>
              <a:rPr lang="en-US" dirty="0">
                <a:latin typeface="Arial Black" pitchFamily="34" charset="0"/>
              </a:rPr>
              <a:t>experience &gt;= 5</a:t>
            </a:r>
            <a:r>
              <a:rPr lang="en-US" sz="900" dirty="0">
                <a:latin typeface="Arial Black" pitchFamily="34" charset="0"/>
              </a:rPr>
              <a:t> </a:t>
            </a:r>
            <a:r>
              <a:rPr lang="en-US" dirty="0">
                <a:latin typeface="Arial Black" pitchFamily="34" charset="0"/>
              </a:rPr>
              <a:t>)</a:t>
            </a:r>
          </a:p>
          <a:p>
            <a:r>
              <a:rPr lang="en-US" sz="1900" b="1" dirty="0"/>
              <a:t>			</a:t>
            </a:r>
            <a:r>
              <a:rPr lang="en-US" sz="1900" b="1" dirty="0" err="1"/>
              <a:t>System.out.println</a:t>
            </a:r>
            <a:r>
              <a:rPr lang="en-US" sz="1900" b="1" dirty="0"/>
              <a:t>("You are hired");</a:t>
            </a:r>
          </a:p>
          <a:p>
            <a:r>
              <a:rPr lang="en-US" sz="1900" b="1" dirty="0"/>
              <a:t>		else</a:t>
            </a:r>
          </a:p>
          <a:p>
            <a:r>
              <a:rPr lang="en-US" sz="1900" b="1" dirty="0"/>
              <a:t>			</a:t>
            </a:r>
            <a:r>
              <a:rPr lang="en-US" sz="1900" b="1" dirty="0" err="1"/>
              <a:t>System.out.println</a:t>
            </a:r>
            <a:r>
              <a:rPr lang="en-US" sz="1900" b="1" dirty="0"/>
              <a:t>("You are not qualified");</a:t>
            </a:r>
          </a:p>
          <a:p>
            <a:r>
              <a:rPr lang="en-US" sz="1900" b="1" dirty="0"/>
              <a:t>	}</a:t>
            </a:r>
          </a:p>
          <a:p>
            <a:r>
              <a:rPr lang="en-US" sz="1900" b="1" dirty="0"/>
              <a:t>}</a:t>
            </a:r>
          </a:p>
        </p:txBody>
      </p:sp>
    </p:spTree>
    <p:extLst>
      <p:ext uri="{BB962C8B-B14F-4D97-AF65-F5344CB8AC3E}">
        <p14:creationId xmlns:p14="http://schemas.microsoft.com/office/powerpoint/2010/main" val="2842274262"/>
      </p:ext>
    </p:extLst>
  </p:cSld>
  <p:clrMapOvr>
    <a:masterClrMapping/>
  </p:clrMapOvr>
  <p:timing>
    <p:tnLst>
      <p:par>
        <p:cTn xmlns:p14="http://schemas.microsoft.com/office/powerpoint/2010/mai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extBox 4"/>
          <p:cNvSpPr txBox="1"/>
          <p:nvPr/>
        </p:nvSpPr>
        <p:spPr>
          <a:xfrm>
            <a:off x="0" y="0"/>
            <a:ext cx="9144000" cy="2062103"/>
          </a:xfrm>
          <a:prstGeom prst="rect">
            <a:avLst/>
          </a:prstGeom>
          <a:solidFill>
            <a:schemeClr val="accent6">
              <a:lumMod val="20000"/>
              <a:lumOff val="80000"/>
            </a:schemeClr>
          </a:solidFill>
          <a:ln w="57150">
            <a:solidFill>
              <a:schemeClr val="tx1"/>
            </a:solidFill>
          </a:ln>
        </p:spPr>
        <p:txBody>
          <a:bodyPr wrap="square" rtlCol="0">
            <a:spAutoFit/>
          </a:bodyPr>
          <a:lstStyle/>
          <a:p>
            <a:endParaRPr lang="en-US" sz="1400" dirty="0" smtClean="0">
              <a:latin typeface="Courier New" panose="02070309020205020404" pitchFamily="49" charset="0"/>
              <a:cs typeface="Courier New" panose="02070309020205020404" pitchFamily="49" charset="0"/>
            </a:endParaRPr>
          </a:p>
          <a:p>
            <a:r>
              <a:rPr lang="en-US" sz="1600" dirty="0" smtClean="0">
                <a:latin typeface="Courier New" panose="02070309020205020404" pitchFamily="49" charset="0"/>
                <a:cs typeface="Courier New" panose="02070309020205020404" pitchFamily="49" charset="0"/>
              </a:rPr>
              <a:t>JAVA0523.JAVA</a:t>
            </a:r>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Enter # of years of Education.        ===&gt;&gt;  16</a:t>
            </a:r>
          </a:p>
          <a:p>
            <a:r>
              <a:rPr lang="en-US" sz="1600" dirty="0">
                <a:latin typeface="Courier New" panose="02070309020205020404" pitchFamily="49" charset="0"/>
                <a:cs typeface="Courier New" panose="02070309020205020404" pitchFamily="49" charset="0"/>
              </a:rPr>
              <a:t>Enter # of years of Work Experience.  ===&gt;&gt;  0</a:t>
            </a:r>
          </a:p>
          <a:p>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You are not qualified</a:t>
            </a:r>
          </a:p>
          <a:p>
            <a:endParaRPr lang="en-US" sz="1400" dirty="0">
              <a:latin typeface="Courier New" panose="02070309020205020404" pitchFamily="49" charset="0"/>
              <a:cs typeface="Courier New" panose="02070309020205020404" pitchFamily="49" charset="0"/>
            </a:endParaRPr>
          </a:p>
        </p:txBody>
      </p:sp>
      <p:sp>
        <p:nvSpPr>
          <p:cNvPr id="8" name="TextBox 7"/>
          <p:cNvSpPr txBox="1"/>
          <p:nvPr/>
        </p:nvSpPr>
        <p:spPr>
          <a:xfrm>
            <a:off x="2895600" y="1447800"/>
            <a:ext cx="6248400" cy="2062103"/>
          </a:xfrm>
          <a:prstGeom prst="rect">
            <a:avLst/>
          </a:prstGeom>
          <a:solidFill>
            <a:schemeClr val="accent6">
              <a:lumMod val="20000"/>
              <a:lumOff val="80000"/>
            </a:schemeClr>
          </a:solidFill>
          <a:ln w="57150">
            <a:solidFill>
              <a:schemeClr val="tx1"/>
            </a:solidFill>
          </a:ln>
        </p:spPr>
        <p:txBody>
          <a:bodyPr wrap="square" rtlCol="0">
            <a:spAutoFit/>
          </a:bodyPr>
          <a:lstStyle/>
          <a:p>
            <a:endParaRPr lang="en-US" sz="1400" dirty="0" smtClean="0">
              <a:latin typeface="Courier New" panose="02070309020205020404" pitchFamily="49" charset="0"/>
              <a:cs typeface="Courier New" panose="02070309020205020404" pitchFamily="49" charset="0"/>
            </a:endParaRPr>
          </a:p>
          <a:p>
            <a:r>
              <a:rPr lang="en-US" sz="1600" dirty="0" smtClean="0">
                <a:latin typeface="Courier New" panose="02070309020205020404" pitchFamily="49" charset="0"/>
                <a:cs typeface="Courier New" panose="02070309020205020404" pitchFamily="49" charset="0"/>
              </a:rPr>
              <a:t>JAVA0523.JAVA</a:t>
            </a:r>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Enter # of years of Education.        ===&gt;&gt;  </a:t>
            </a:r>
            <a:r>
              <a:rPr lang="en-US" sz="1600" dirty="0" smtClean="0">
                <a:latin typeface="Courier New" panose="02070309020205020404" pitchFamily="49" charset="0"/>
                <a:cs typeface="Courier New" panose="02070309020205020404" pitchFamily="49" charset="0"/>
              </a:rPr>
              <a:t>13</a:t>
            </a:r>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Enter # of years of Work Experience.  ===&gt;&gt;  </a:t>
            </a:r>
            <a:r>
              <a:rPr lang="en-US" sz="1600" dirty="0" smtClean="0">
                <a:latin typeface="Courier New" panose="02070309020205020404" pitchFamily="49" charset="0"/>
                <a:cs typeface="Courier New" panose="02070309020205020404" pitchFamily="49" charset="0"/>
              </a:rPr>
              <a:t>7</a:t>
            </a:r>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You are not qualified</a:t>
            </a:r>
          </a:p>
          <a:p>
            <a:endParaRPr lang="en-US" sz="1600" dirty="0">
              <a:latin typeface="Courier New" panose="02070309020205020404" pitchFamily="49" charset="0"/>
              <a:cs typeface="Courier New" panose="02070309020205020404" pitchFamily="49" charset="0"/>
            </a:endParaRPr>
          </a:p>
        </p:txBody>
      </p:sp>
      <p:sp>
        <p:nvSpPr>
          <p:cNvPr id="9" name="TextBox 8"/>
          <p:cNvSpPr txBox="1"/>
          <p:nvPr/>
        </p:nvSpPr>
        <p:spPr>
          <a:xfrm>
            <a:off x="0" y="3352800"/>
            <a:ext cx="9144000" cy="2062103"/>
          </a:xfrm>
          <a:prstGeom prst="rect">
            <a:avLst/>
          </a:prstGeom>
          <a:solidFill>
            <a:schemeClr val="accent6">
              <a:lumMod val="20000"/>
              <a:lumOff val="80000"/>
            </a:schemeClr>
          </a:solidFill>
          <a:ln w="57150">
            <a:solidFill>
              <a:schemeClr val="tx1"/>
            </a:solidFill>
          </a:ln>
        </p:spPr>
        <p:txBody>
          <a:bodyPr wrap="square" rtlCol="0">
            <a:spAutoFit/>
          </a:bodyPr>
          <a:lstStyle/>
          <a:p>
            <a:endParaRPr lang="en-US" sz="1400" dirty="0" smtClean="0">
              <a:latin typeface="Courier New" panose="02070309020205020404" pitchFamily="49" charset="0"/>
              <a:cs typeface="Courier New" panose="02070309020205020404" pitchFamily="49" charset="0"/>
            </a:endParaRPr>
          </a:p>
          <a:p>
            <a:r>
              <a:rPr lang="en-US" sz="1600" dirty="0" smtClean="0">
                <a:latin typeface="Courier New" panose="02070309020205020404" pitchFamily="49" charset="0"/>
                <a:cs typeface="Courier New" panose="02070309020205020404" pitchFamily="49" charset="0"/>
              </a:rPr>
              <a:t>JAVA0523.JAVA</a:t>
            </a:r>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Enter # of years of Education.        ===&gt;&gt;  </a:t>
            </a:r>
            <a:r>
              <a:rPr lang="en-US" sz="1600" dirty="0" smtClean="0">
                <a:latin typeface="Courier New" panose="02070309020205020404" pitchFamily="49" charset="0"/>
                <a:cs typeface="Courier New" panose="02070309020205020404" pitchFamily="49" charset="0"/>
              </a:rPr>
              <a:t>18</a:t>
            </a:r>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Enter # of years of Work Experience.  ===&gt;&gt;  </a:t>
            </a:r>
            <a:r>
              <a:rPr lang="en-US" sz="1600" dirty="0" smtClean="0">
                <a:latin typeface="Courier New" panose="02070309020205020404" pitchFamily="49" charset="0"/>
                <a:cs typeface="Courier New" panose="02070309020205020404" pitchFamily="49" charset="0"/>
              </a:rPr>
              <a:t>10</a:t>
            </a:r>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You are hired</a:t>
            </a:r>
          </a:p>
          <a:p>
            <a:endParaRPr lang="en-US" sz="1600" dirty="0">
              <a:latin typeface="Courier New" panose="02070309020205020404" pitchFamily="49" charset="0"/>
              <a:cs typeface="Courier New" panose="02070309020205020404" pitchFamily="49" charset="0"/>
            </a:endParaRPr>
          </a:p>
        </p:txBody>
      </p:sp>
      <p:sp>
        <p:nvSpPr>
          <p:cNvPr id="10" name="TextBox 9"/>
          <p:cNvSpPr txBox="1"/>
          <p:nvPr/>
        </p:nvSpPr>
        <p:spPr>
          <a:xfrm>
            <a:off x="2895600" y="4800600"/>
            <a:ext cx="6248400" cy="2062103"/>
          </a:xfrm>
          <a:prstGeom prst="rect">
            <a:avLst/>
          </a:prstGeom>
          <a:solidFill>
            <a:schemeClr val="accent6">
              <a:lumMod val="20000"/>
              <a:lumOff val="80000"/>
            </a:schemeClr>
          </a:solidFill>
          <a:ln w="57150">
            <a:solidFill>
              <a:schemeClr val="tx1"/>
            </a:solidFill>
          </a:ln>
        </p:spPr>
        <p:txBody>
          <a:bodyPr wrap="square" rtlCol="0">
            <a:spAutoFit/>
          </a:bodyPr>
          <a:lstStyle/>
          <a:p>
            <a:endParaRPr lang="en-US" sz="1400" dirty="0" smtClean="0">
              <a:latin typeface="Courier New" panose="02070309020205020404" pitchFamily="49" charset="0"/>
              <a:cs typeface="Courier New" panose="02070309020205020404" pitchFamily="49" charset="0"/>
            </a:endParaRPr>
          </a:p>
          <a:p>
            <a:r>
              <a:rPr lang="en-US" sz="1600" dirty="0" smtClean="0">
                <a:latin typeface="Courier New" panose="02070309020205020404" pitchFamily="49" charset="0"/>
                <a:cs typeface="Courier New" panose="02070309020205020404" pitchFamily="49" charset="0"/>
              </a:rPr>
              <a:t>JAVA0523.JAVA</a:t>
            </a:r>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Enter # of years of Education.        ===&gt;&gt;  </a:t>
            </a:r>
            <a:r>
              <a:rPr lang="en-US" sz="1600" dirty="0" smtClean="0">
                <a:latin typeface="Courier New" panose="02070309020205020404" pitchFamily="49" charset="0"/>
                <a:cs typeface="Courier New" panose="02070309020205020404" pitchFamily="49" charset="0"/>
              </a:rPr>
              <a:t>12</a:t>
            </a:r>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Enter # of years of Work Experience.  ===&gt;&gt;  3</a:t>
            </a:r>
          </a:p>
          <a:p>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You are </a:t>
            </a:r>
            <a:r>
              <a:rPr lang="en-US" sz="1600" dirty="0" smtClean="0">
                <a:latin typeface="Courier New" panose="02070309020205020404" pitchFamily="49" charset="0"/>
                <a:cs typeface="Courier New" panose="02070309020205020404" pitchFamily="49" charset="0"/>
              </a:rPr>
              <a:t>not qualified</a:t>
            </a:r>
            <a:endParaRPr lang="en-US" sz="1600" dirty="0">
              <a:latin typeface="Courier New" panose="02070309020205020404" pitchFamily="49" charset="0"/>
              <a:cs typeface="Courier New" panose="02070309020205020404" pitchFamily="49" charset="0"/>
            </a:endParaRPr>
          </a:p>
          <a:p>
            <a:endParaRPr lang="en-US" sz="1600" dirty="0">
              <a:latin typeface="Courier New" panose="02070309020205020404" pitchFamily="49" charset="0"/>
              <a:cs typeface="Courier New" panose="02070309020205020404" pitchFamily="49" charset="0"/>
            </a:endParaRPr>
          </a:p>
        </p:txBody>
      </p:sp>
      <p:sp>
        <p:nvSpPr>
          <p:cNvPr id="2" name="TextBox 1"/>
          <p:cNvSpPr txBox="1"/>
          <p:nvPr/>
        </p:nvSpPr>
        <p:spPr>
          <a:xfrm>
            <a:off x="0" y="2057400"/>
            <a:ext cx="2895600" cy="1323439"/>
          </a:xfrm>
          <a:prstGeom prst="rect">
            <a:avLst/>
          </a:prstGeom>
          <a:noFill/>
        </p:spPr>
        <p:txBody>
          <a:bodyPr wrap="square" rtlCol="0">
            <a:spAutoFit/>
          </a:bodyPr>
          <a:lstStyle/>
          <a:p>
            <a:pPr algn="ctr"/>
            <a:r>
              <a:rPr lang="en-US" sz="8000" dirty="0" smtClean="0">
                <a:solidFill>
                  <a:schemeClr val="bg1"/>
                </a:solidFill>
                <a:latin typeface="Arial" panose="020B0604020202020204" pitchFamily="34" charset="0"/>
                <a:cs typeface="Arial" panose="020B0604020202020204" pitchFamily="34" charset="0"/>
              </a:rPr>
              <a:t>AND</a:t>
            </a:r>
            <a:endParaRPr lang="en-US" sz="8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71448927"/>
      </p:ext>
    </p:extLst>
  </p:cSld>
  <p:clrMapOvr>
    <a:masterClrMapping/>
  </p:clrMapOvr>
  <p:timing>
    <p:tnLst>
      <p:par>
        <p:cTn xmlns:p14="http://schemas.microsoft.com/office/powerpoint/2010/mai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2"/>
          <p:cNvSpPr txBox="1">
            <a:spLocks noChangeArrowheads="1"/>
          </p:cNvSpPr>
          <p:nvPr/>
        </p:nvSpPr>
        <p:spPr bwMode="auto">
          <a:xfrm>
            <a:off x="228600" y="1524000"/>
            <a:ext cx="8686800" cy="4340225"/>
          </a:xfrm>
          <a:prstGeom prst="rect">
            <a:avLst/>
          </a:prstGeom>
          <a:solidFill>
            <a:srgbClr val="00FFCC"/>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3200" b="1" dirty="0">
                <a:latin typeface="Arial" charset="0"/>
              </a:rPr>
              <a:t>Java uses  </a:t>
            </a:r>
            <a:r>
              <a:rPr lang="en-US" sz="3600" dirty="0">
                <a:latin typeface="Arial Black" pitchFamily="34" charset="0"/>
              </a:rPr>
              <a:t>||</a:t>
            </a:r>
            <a:r>
              <a:rPr lang="en-US" sz="3200" b="1" dirty="0">
                <a:latin typeface="Arial" charset="0"/>
              </a:rPr>
              <a:t>  to indicate a logical </a:t>
            </a:r>
            <a:r>
              <a:rPr lang="en-US" sz="3600" dirty="0">
                <a:latin typeface="Arial Black" pitchFamily="34" charset="0"/>
              </a:rPr>
              <a:t>OR</a:t>
            </a:r>
            <a:r>
              <a:rPr lang="en-US" sz="3200" b="1" dirty="0">
                <a:latin typeface="Arial" charset="0"/>
              </a:rPr>
              <a:t>.</a:t>
            </a:r>
          </a:p>
          <a:p>
            <a:pPr algn="just" eaLnBrk="1" hangingPunct="1"/>
            <a:endParaRPr lang="en-US" sz="3200" b="1" dirty="0">
              <a:latin typeface="Arial" charset="0"/>
            </a:endParaRPr>
          </a:p>
          <a:p>
            <a:pPr algn="just" eaLnBrk="1" hangingPunct="1"/>
            <a:r>
              <a:rPr lang="en-US" sz="3200" b="1" dirty="0">
                <a:latin typeface="Arial" charset="0"/>
              </a:rPr>
              <a:t>Java uses </a:t>
            </a:r>
            <a:r>
              <a:rPr lang="en-US" sz="3600" dirty="0">
                <a:latin typeface="Arial Black" pitchFamily="34" charset="0"/>
              </a:rPr>
              <a:t>&amp;&amp;</a:t>
            </a:r>
            <a:r>
              <a:rPr lang="en-US" sz="3200" b="1" dirty="0">
                <a:latin typeface="Arial" charset="0"/>
              </a:rPr>
              <a:t>  to indicate a logical </a:t>
            </a:r>
            <a:r>
              <a:rPr lang="en-US" sz="3600" dirty="0">
                <a:latin typeface="Arial Black" pitchFamily="34" charset="0"/>
              </a:rPr>
              <a:t>AND</a:t>
            </a:r>
            <a:r>
              <a:rPr lang="en-US" sz="3200" b="1" dirty="0">
                <a:latin typeface="Arial" charset="0"/>
              </a:rPr>
              <a:t>.</a:t>
            </a:r>
          </a:p>
          <a:p>
            <a:pPr algn="just" eaLnBrk="1" hangingPunct="1"/>
            <a:endParaRPr lang="en-US" sz="3200" b="1" dirty="0">
              <a:latin typeface="Arial" charset="0"/>
            </a:endParaRPr>
          </a:p>
          <a:p>
            <a:pPr algn="just" eaLnBrk="1" hangingPunct="1"/>
            <a:r>
              <a:rPr lang="en-US" sz="3200" b="1" dirty="0">
                <a:latin typeface="Arial" charset="0"/>
              </a:rPr>
              <a:t>Java uses  </a:t>
            </a:r>
            <a:r>
              <a:rPr lang="en-US" sz="3600" dirty="0">
                <a:latin typeface="Arial Black" pitchFamily="34" charset="0"/>
              </a:rPr>
              <a:t>!</a:t>
            </a:r>
            <a:r>
              <a:rPr lang="en-US" sz="3200" b="1" dirty="0">
                <a:latin typeface="Arial" charset="0"/>
              </a:rPr>
              <a:t>  to indicate a logical </a:t>
            </a:r>
            <a:r>
              <a:rPr lang="en-US" sz="3600" dirty="0">
                <a:latin typeface="Arial Black" pitchFamily="34" charset="0"/>
              </a:rPr>
              <a:t>NOT</a:t>
            </a:r>
            <a:r>
              <a:rPr lang="en-US" sz="3200" b="1" dirty="0">
                <a:latin typeface="Arial" charset="0"/>
              </a:rPr>
              <a:t>.</a:t>
            </a:r>
          </a:p>
          <a:p>
            <a:pPr algn="just" eaLnBrk="1" hangingPunct="1"/>
            <a:endParaRPr lang="en-US" sz="3200" b="1" dirty="0">
              <a:latin typeface="Arial" charset="0"/>
            </a:endParaRPr>
          </a:p>
          <a:p>
            <a:pPr algn="just" eaLnBrk="1" hangingPunct="1"/>
            <a:r>
              <a:rPr lang="en-US" sz="3200" b="1" dirty="0">
                <a:latin typeface="Arial" charset="0"/>
              </a:rPr>
              <a:t>Java uses  </a:t>
            </a:r>
            <a:r>
              <a:rPr lang="en-US" sz="3600" dirty="0">
                <a:latin typeface="Arial Black" pitchFamily="34" charset="0"/>
              </a:rPr>
              <a:t>!=</a:t>
            </a:r>
            <a:r>
              <a:rPr lang="en-US" sz="3200" b="1" dirty="0">
                <a:latin typeface="Arial" charset="0"/>
              </a:rPr>
              <a:t>  for not equals, </a:t>
            </a:r>
            <a:r>
              <a:rPr lang="en-US" sz="3200" b="1" dirty="0" smtClean="0">
                <a:latin typeface="Arial" charset="0"/>
              </a:rPr>
              <a:t>but</a:t>
            </a:r>
            <a:r>
              <a:rPr lang="en-US" sz="3600" b="1" dirty="0" smtClean="0">
                <a:latin typeface="Arial" charset="0"/>
              </a:rPr>
              <a:t> </a:t>
            </a:r>
            <a:r>
              <a:rPr lang="en-US" sz="3600" dirty="0" smtClean="0">
                <a:latin typeface="Arial Black" pitchFamily="34" charset="0"/>
              </a:rPr>
              <a:t>!=</a:t>
            </a:r>
            <a:r>
              <a:rPr lang="en-US" sz="3600" b="1" dirty="0" smtClean="0">
                <a:latin typeface="Arial" charset="0"/>
              </a:rPr>
              <a:t> </a:t>
            </a:r>
            <a:r>
              <a:rPr lang="en-US" sz="3200" b="1" dirty="0" smtClean="0">
                <a:latin typeface="Arial" charset="0"/>
              </a:rPr>
              <a:t>can </a:t>
            </a:r>
            <a:endParaRPr lang="en-US" sz="3200" b="1" dirty="0">
              <a:latin typeface="Arial" charset="0"/>
            </a:endParaRPr>
          </a:p>
          <a:p>
            <a:pPr algn="just" eaLnBrk="1" hangingPunct="1"/>
            <a:r>
              <a:rPr lang="en-US" sz="3200" b="1" dirty="0">
                <a:latin typeface="Arial" charset="0"/>
              </a:rPr>
              <a:t>       also be used to indicate a logical </a:t>
            </a:r>
            <a:r>
              <a:rPr lang="en-US" sz="3600" dirty="0">
                <a:latin typeface="Arial Black" pitchFamily="34" charset="0"/>
              </a:rPr>
              <a:t>XOR</a:t>
            </a:r>
            <a:r>
              <a:rPr lang="en-US" sz="3200" b="1" dirty="0">
                <a:latin typeface="Arial" charset="0"/>
              </a:rPr>
              <a:t>.</a:t>
            </a:r>
          </a:p>
        </p:txBody>
      </p:sp>
      <p:sp>
        <p:nvSpPr>
          <p:cNvPr id="40963" name="Rectangle 3"/>
          <p:cNvSpPr>
            <a:spLocks noGrp="1" noChangeArrowheads="1"/>
          </p:cNvSpPr>
          <p:nvPr>
            <p:ph type="title"/>
          </p:nvPr>
        </p:nvSpPr>
        <p:spPr>
          <a:xfrm>
            <a:off x="0" y="0"/>
            <a:ext cx="9144000" cy="1524000"/>
          </a:xfrm>
        </p:spPr>
        <p:txBody>
          <a:bodyPr/>
          <a:lstStyle/>
          <a:p>
            <a:r>
              <a:rPr lang="en-US" sz="4800" smtClean="0">
                <a:latin typeface="Arial Black" pitchFamily="34" charset="0"/>
              </a:rPr>
              <a:t>Java Logical Operators</a:t>
            </a:r>
          </a:p>
        </p:txBody>
      </p:sp>
    </p:spTree>
    <p:extLst>
      <p:ext uri="{BB962C8B-B14F-4D97-AF65-F5344CB8AC3E}">
        <p14:creationId xmlns:p14="http://schemas.microsoft.com/office/powerpoint/2010/main" val="2318174304"/>
      </p:ext>
    </p:extLst>
  </p:cSld>
  <p:clrMapOvr>
    <a:masterClrMapping/>
  </p:clrMapOvr>
  <p:timing>
    <p:tnLst>
      <p:par>
        <p:cTn xmlns:p14="http://schemas.microsoft.com/office/powerpoint/2010/mai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bg>
      <p:bgPr>
        <a:gradFill>
          <a:gsLst>
            <a:gs pos="0">
              <a:srgbClr val="000082"/>
            </a:gs>
            <a:gs pos="30000">
              <a:srgbClr val="66008F"/>
            </a:gs>
            <a:gs pos="64999">
              <a:srgbClr val="BA0066"/>
            </a:gs>
            <a:gs pos="89999">
              <a:srgbClr val="FF0000"/>
            </a:gs>
            <a:gs pos="100000">
              <a:srgbClr val="FF8200"/>
            </a:gs>
          </a:gsLst>
          <a:lin ang="5400000" scaled="0"/>
        </a:gradFill>
        <a:effectLst/>
      </p:bgPr>
    </p:bg>
    <p:spTree>
      <p:nvGrpSpPr>
        <p:cNvPr id="1" name=""/>
        <p:cNvGrpSpPr/>
        <p:nvPr/>
      </p:nvGrpSpPr>
      <p:grpSpPr>
        <a:xfrm>
          <a:off x="0" y="0"/>
          <a:ext cx="0" cy="0"/>
          <a:chOff x="0" y="0"/>
          <a:chExt cx="0" cy="0"/>
        </a:xfrm>
      </p:grpSpPr>
      <p:sp>
        <p:nvSpPr>
          <p:cNvPr id="36866" name="WordArt 2"/>
          <p:cNvSpPr>
            <a:spLocks noChangeArrowheads="1" noChangeShapeType="1" noTextEdit="1"/>
          </p:cNvSpPr>
          <p:nvPr/>
        </p:nvSpPr>
        <p:spPr bwMode="auto">
          <a:xfrm>
            <a:off x="609600" y="1600200"/>
            <a:ext cx="8001000" cy="2743200"/>
          </a:xfrm>
          <a:prstGeom prst="rect">
            <a:avLst/>
          </a:prstGeom>
        </p:spPr>
        <p:txBody>
          <a:bodyPr wrap="none" fromWordArt="1">
            <a:prstTxWarp prst="textSlantUp">
              <a:avLst>
                <a:gd name="adj" fmla="val 32056"/>
              </a:avLst>
            </a:prstTxWarp>
          </a:bodyPr>
          <a:lstStyle/>
          <a:p>
            <a:pPr algn="ctr"/>
            <a:r>
              <a:rPr lang="en-US" sz="3600" kern="1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Program Input</a:t>
            </a:r>
          </a:p>
        </p:txBody>
      </p:sp>
      <p:sp>
        <p:nvSpPr>
          <p:cNvPr id="36867" name="WordArt 3"/>
          <p:cNvSpPr>
            <a:spLocks noChangeArrowheads="1" noChangeShapeType="1" noTextEdit="1"/>
          </p:cNvSpPr>
          <p:nvPr/>
        </p:nvSpPr>
        <p:spPr bwMode="auto">
          <a:xfrm>
            <a:off x="609600" y="4038600"/>
            <a:ext cx="6477000" cy="2519363"/>
          </a:xfrm>
          <a:prstGeom prst="rect">
            <a:avLst/>
          </a:prstGeom>
        </p:spPr>
        <p:txBody>
          <a:bodyPr wrap="none" fromWordArt="1">
            <a:prstTxWarp prst="textSlantUp">
              <a:avLst>
                <a:gd name="adj" fmla="val 32056"/>
              </a:avLst>
            </a:prstTxWarp>
          </a:bodyPr>
          <a:lstStyle/>
          <a:p>
            <a:pPr algn="ctr"/>
            <a:r>
              <a:rPr lang="en-US" sz="3600" kern="10" dirty="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Protection</a:t>
            </a:r>
          </a:p>
        </p:txBody>
      </p:sp>
      <p:sp>
        <p:nvSpPr>
          <p:cNvPr id="36868" name="WordArt 18"/>
          <p:cNvSpPr>
            <a:spLocks noChangeArrowheads="1" noChangeShapeType="1" noTextEdit="1"/>
          </p:cNvSpPr>
          <p:nvPr/>
        </p:nvSpPr>
        <p:spPr bwMode="auto">
          <a:xfrm>
            <a:off x="371475" y="457200"/>
            <a:ext cx="8391525" cy="762000"/>
          </a:xfrm>
          <a:prstGeom prst="rect">
            <a:avLst/>
          </a:prstGeom>
        </p:spPr>
        <p:txBody>
          <a:bodyPr wrap="none" fromWordArt="1">
            <a:prstTxWarp prst="textPlain">
              <a:avLst>
                <a:gd name="adj" fmla="val 50000"/>
              </a:avLst>
            </a:prstTxWarp>
          </a:bodyPr>
          <a:lstStyle/>
          <a:p>
            <a:pPr algn="ctr"/>
            <a:r>
              <a:rPr lang="en-US" sz="3600" kern="10" dirty="0">
                <a:ln w="9525">
                  <a:solidFill>
                    <a:srgbClr val="000000"/>
                  </a:solidFill>
                  <a:round/>
                  <a:headEnd/>
                  <a:tailEnd/>
                </a:ln>
                <a:solidFill>
                  <a:srgbClr val="FFFFFF"/>
                </a:solidFill>
                <a:latin typeface="Arial Black"/>
              </a:rPr>
              <a:t>Section </a:t>
            </a:r>
            <a:r>
              <a:rPr lang="en-US" sz="3600" kern="10" dirty="0" smtClean="0">
                <a:ln w="9525">
                  <a:solidFill>
                    <a:srgbClr val="000000"/>
                  </a:solidFill>
                  <a:round/>
                  <a:headEnd/>
                  <a:tailEnd/>
                </a:ln>
                <a:solidFill>
                  <a:srgbClr val="FFFFFF"/>
                </a:solidFill>
                <a:latin typeface="Arial Black"/>
              </a:rPr>
              <a:t>5.14</a:t>
            </a:r>
            <a:endParaRPr lang="en-US" sz="3600" kern="10" dirty="0">
              <a:ln w="9525">
                <a:solidFill>
                  <a:srgbClr val="000000"/>
                </a:solidFill>
                <a:round/>
                <a:headEnd/>
                <a:tailEnd/>
              </a:ln>
              <a:solidFill>
                <a:srgbClr val="FFFFFF"/>
              </a:solidFill>
              <a:latin typeface="Arial Black"/>
            </a:endParaRPr>
          </a:p>
        </p:txBody>
      </p:sp>
      <p:pic>
        <p:nvPicPr>
          <p:cNvPr id="5" name="Picture 7" descr="C:\Users\johnschram\AppData\Local\Microsoft\Windows\Temporary Internet Files\Content.IE5\6013PBX8\MC900366130[1].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91400" y="3810000"/>
            <a:ext cx="14478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6803770"/>
      </p:ext>
    </p:extLst>
  </p:cSld>
  <p:clrMapOvr>
    <a:masterClrMapping/>
  </p:clrMapOvr>
  <p:timing>
    <p:tnLst>
      <p:par>
        <p:cTn xmlns:p14="http://schemas.microsoft.com/office/powerpoint/2010/mai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2"/>
          <p:cNvSpPr txBox="1">
            <a:spLocks noChangeArrowheads="1"/>
          </p:cNvSpPr>
          <p:nvPr/>
        </p:nvSpPr>
        <p:spPr bwMode="auto">
          <a:xfrm>
            <a:off x="0" y="0"/>
            <a:ext cx="9144000" cy="6920356"/>
          </a:xfrm>
          <a:prstGeom prst="rect">
            <a:avLst/>
          </a:prstGeom>
          <a:solidFill>
            <a:srgbClr val="FFFF99"/>
          </a:solidFill>
          <a:ln w="38100">
            <a:solidFill>
              <a:schemeClr val="tx1"/>
            </a:solidFill>
            <a:miter lim="800000"/>
            <a:headEnd/>
            <a:tailEnd/>
          </a:ln>
        </p:spPr>
        <p:txBody>
          <a:bodyPr>
            <a:spAutoFit/>
          </a:bodyPr>
          <a:lstStyle>
            <a:lvl1pPr>
              <a:tabLst>
                <a:tab pos="466725" algn="l"/>
                <a:tab pos="914400" algn="l"/>
                <a:tab pos="1379538" algn="l"/>
              </a:tabLst>
              <a:defRPr sz="2400">
                <a:solidFill>
                  <a:schemeClr val="tx1"/>
                </a:solidFill>
                <a:latin typeface="Times New Roman" pitchFamily="18" charset="0"/>
              </a:defRPr>
            </a:lvl1pPr>
            <a:lvl2pPr marL="742950" indent="-285750">
              <a:tabLst>
                <a:tab pos="466725" algn="l"/>
                <a:tab pos="914400" algn="l"/>
                <a:tab pos="1379538" algn="l"/>
              </a:tabLst>
              <a:defRPr sz="2400">
                <a:solidFill>
                  <a:schemeClr val="tx1"/>
                </a:solidFill>
                <a:latin typeface="Times New Roman" pitchFamily="18" charset="0"/>
              </a:defRPr>
            </a:lvl2pPr>
            <a:lvl3pPr marL="1143000" indent="-228600">
              <a:tabLst>
                <a:tab pos="466725" algn="l"/>
                <a:tab pos="914400" algn="l"/>
                <a:tab pos="1379538" algn="l"/>
              </a:tabLst>
              <a:defRPr sz="2400">
                <a:solidFill>
                  <a:schemeClr val="tx1"/>
                </a:solidFill>
                <a:latin typeface="Times New Roman" pitchFamily="18" charset="0"/>
              </a:defRPr>
            </a:lvl3pPr>
            <a:lvl4pPr marL="1600200" indent="-228600">
              <a:tabLst>
                <a:tab pos="466725" algn="l"/>
                <a:tab pos="914400" algn="l"/>
                <a:tab pos="1379538" algn="l"/>
              </a:tabLst>
              <a:defRPr sz="2400">
                <a:solidFill>
                  <a:schemeClr val="tx1"/>
                </a:solidFill>
                <a:latin typeface="Times New Roman" pitchFamily="18" charset="0"/>
              </a:defRPr>
            </a:lvl4pPr>
            <a:lvl5pPr marL="2057400" indent="-228600">
              <a:tabLst>
                <a:tab pos="466725" algn="l"/>
                <a:tab pos="914400" algn="l"/>
                <a:tab pos="1379538" algn="l"/>
              </a:tabLst>
              <a:defRPr sz="2400">
                <a:solidFill>
                  <a:schemeClr val="tx1"/>
                </a:solidFill>
                <a:latin typeface="Times New Roman" pitchFamily="18" charset="0"/>
              </a:defRPr>
            </a:lvl5pPr>
            <a:lvl6pPr marL="2514600" indent="-228600" eaLnBrk="0" fontAlgn="base" hangingPunct="0">
              <a:spcBef>
                <a:spcPct val="0"/>
              </a:spcBef>
              <a:spcAft>
                <a:spcPct val="0"/>
              </a:spcAft>
              <a:tabLst>
                <a:tab pos="466725" algn="l"/>
                <a:tab pos="914400" algn="l"/>
                <a:tab pos="1379538" algn="l"/>
              </a:tabLst>
              <a:defRPr sz="2400">
                <a:solidFill>
                  <a:schemeClr val="tx1"/>
                </a:solidFill>
                <a:latin typeface="Times New Roman" pitchFamily="18" charset="0"/>
              </a:defRPr>
            </a:lvl6pPr>
            <a:lvl7pPr marL="2971800" indent="-228600" eaLnBrk="0" fontAlgn="base" hangingPunct="0">
              <a:spcBef>
                <a:spcPct val="0"/>
              </a:spcBef>
              <a:spcAft>
                <a:spcPct val="0"/>
              </a:spcAft>
              <a:tabLst>
                <a:tab pos="466725" algn="l"/>
                <a:tab pos="914400" algn="l"/>
                <a:tab pos="1379538" algn="l"/>
              </a:tabLst>
              <a:defRPr sz="2400">
                <a:solidFill>
                  <a:schemeClr val="tx1"/>
                </a:solidFill>
                <a:latin typeface="Times New Roman" pitchFamily="18" charset="0"/>
              </a:defRPr>
            </a:lvl7pPr>
            <a:lvl8pPr marL="3429000" indent="-228600" eaLnBrk="0" fontAlgn="base" hangingPunct="0">
              <a:spcBef>
                <a:spcPct val="0"/>
              </a:spcBef>
              <a:spcAft>
                <a:spcPct val="0"/>
              </a:spcAft>
              <a:tabLst>
                <a:tab pos="466725" algn="l"/>
                <a:tab pos="914400" algn="l"/>
                <a:tab pos="1379538" algn="l"/>
              </a:tabLst>
              <a:defRPr sz="2400">
                <a:solidFill>
                  <a:schemeClr val="tx1"/>
                </a:solidFill>
                <a:latin typeface="Times New Roman" pitchFamily="18" charset="0"/>
              </a:defRPr>
            </a:lvl8pPr>
            <a:lvl9pPr marL="3886200" indent="-228600" eaLnBrk="0" fontAlgn="base" hangingPunct="0">
              <a:spcBef>
                <a:spcPct val="0"/>
              </a:spcBef>
              <a:spcAft>
                <a:spcPct val="0"/>
              </a:spcAft>
              <a:tabLst>
                <a:tab pos="466725" algn="l"/>
                <a:tab pos="914400" algn="l"/>
                <a:tab pos="1379538" algn="l"/>
              </a:tabLst>
              <a:defRPr sz="2400">
                <a:solidFill>
                  <a:schemeClr val="tx1"/>
                </a:solidFill>
                <a:latin typeface="Times New Roman" pitchFamily="18" charset="0"/>
              </a:defRPr>
            </a:lvl9pPr>
          </a:lstStyle>
          <a:p>
            <a:pPr>
              <a:lnSpc>
                <a:spcPct val="85000"/>
              </a:lnSpc>
            </a:pPr>
            <a:r>
              <a:rPr lang="en-US" sz="1600" dirty="0"/>
              <a:t>// Java0524.java</a:t>
            </a:r>
          </a:p>
          <a:p>
            <a:pPr>
              <a:lnSpc>
                <a:spcPct val="85000"/>
              </a:lnSpc>
            </a:pPr>
            <a:r>
              <a:rPr lang="en-US" sz="1600" dirty="0"/>
              <a:t>// This program demonstrates program input protection with a compound condition.</a:t>
            </a:r>
          </a:p>
          <a:p>
            <a:pPr>
              <a:lnSpc>
                <a:spcPct val="85000"/>
              </a:lnSpc>
            </a:pPr>
            <a:r>
              <a:rPr lang="en-US" sz="1600" dirty="0"/>
              <a:t>// The &lt;do...while&gt; loop forces the user to re-enter when data is invalid</a:t>
            </a:r>
            <a:r>
              <a:rPr lang="en-US" sz="1600" dirty="0" smtClean="0"/>
              <a:t>.</a:t>
            </a:r>
            <a:endParaRPr lang="en-US" sz="1600" dirty="0"/>
          </a:p>
          <a:p>
            <a:r>
              <a:rPr lang="en-US" sz="1600" dirty="0"/>
              <a:t>import </a:t>
            </a:r>
            <a:r>
              <a:rPr lang="en-US" sz="1600" dirty="0" err="1"/>
              <a:t>java.util.Scanner</a:t>
            </a:r>
            <a:r>
              <a:rPr lang="en-US" sz="1600" dirty="0" smtClean="0"/>
              <a:t>;</a:t>
            </a:r>
            <a:endParaRPr lang="en-US" sz="1600" dirty="0"/>
          </a:p>
          <a:p>
            <a:r>
              <a:rPr lang="en-US" sz="1600" dirty="0"/>
              <a:t>public class Java0524</a:t>
            </a:r>
          </a:p>
          <a:p>
            <a:pPr>
              <a:lnSpc>
                <a:spcPct val="85000"/>
              </a:lnSpc>
            </a:pPr>
            <a:r>
              <a:rPr lang="en-US" sz="1600" dirty="0"/>
              <a:t>{</a:t>
            </a:r>
          </a:p>
          <a:p>
            <a:pPr>
              <a:lnSpc>
                <a:spcPct val="85000"/>
              </a:lnSpc>
            </a:pPr>
            <a:r>
              <a:rPr lang="en-US" sz="1600" dirty="0"/>
              <a:t>	public static void main (String </a:t>
            </a:r>
            <a:r>
              <a:rPr lang="en-US" sz="1600" dirty="0" err="1"/>
              <a:t>args</a:t>
            </a:r>
            <a:r>
              <a:rPr lang="en-US" sz="1600" dirty="0"/>
              <a:t>[])</a:t>
            </a:r>
          </a:p>
          <a:p>
            <a:pPr>
              <a:lnSpc>
                <a:spcPct val="85000"/>
              </a:lnSpc>
            </a:pPr>
            <a:r>
              <a:rPr lang="en-US" sz="1600" dirty="0"/>
              <a:t>	{</a:t>
            </a:r>
          </a:p>
          <a:p>
            <a:pPr>
              <a:lnSpc>
                <a:spcPct val="85000"/>
              </a:lnSpc>
            </a:pPr>
            <a:r>
              <a:rPr lang="en-US" sz="1600" dirty="0"/>
              <a:t>		</a:t>
            </a:r>
            <a:r>
              <a:rPr lang="en-US" sz="1600" dirty="0" err="1"/>
              <a:t>System.out.println</a:t>
            </a:r>
            <a:r>
              <a:rPr lang="en-US" sz="1600" dirty="0"/>
              <a:t>("JAVA0524.JAVA");</a:t>
            </a:r>
          </a:p>
          <a:p>
            <a:pPr>
              <a:lnSpc>
                <a:spcPct val="85000"/>
              </a:lnSpc>
            </a:pPr>
            <a:r>
              <a:rPr lang="en-US" sz="1600" dirty="0"/>
              <a:t>      		Scanner input = new Scanner(System.in</a:t>
            </a:r>
            <a:r>
              <a:rPr lang="en-US" sz="1600" dirty="0" smtClean="0"/>
              <a:t>);</a:t>
            </a:r>
            <a:endParaRPr lang="en-US" sz="1600" dirty="0"/>
          </a:p>
          <a:p>
            <a:pPr>
              <a:lnSpc>
                <a:spcPct val="85000"/>
              </a:lnSpc>
            </a:pPr>
            <a:r>
              <a:rPr lang="en-US" sz="1600" dirty="0"/>
              <a:t>		char gender</a:t>
            </a:r>
            <a:r>
              <a:rPr lang="en-US" sz="1600" dirty="0" smtClean="0"/>
              <a:t>;</a:t>
            </a:r>
            <a:endParaRPr lang="en-US" sz="900" dirty="0"/>
          </a:p>
          <a:p>
            <a:pPr>
              <a:lnSpc>
                <a:spcPct val="85000"/>
              </a:lnSpc>
            </a:pPr>
            <a:r>
              <a:rPr lang="en-US" sz="1800" b="0" dirty="0">
                <a:latin typeface="Arial Black" panose="020B0A04020102020204" pitchFamily="34" charset="0"/>
              </a:rPr>
              <a:t>		do</a:t>
            </a:r>
          </a:p>
          <a:p>
            <a:pPr>
              <a:lnSpc>
                <a:spcPct val="85000"/>
              </a:lnSpc>
            </a:pPr>
            <a:r>
              <a:rPr lang="en-US" sz="1800" b="0" dirty="0">
                <a:latin typeface="Arial Black" panose="020B0A04020102020204" pitchFamily="34" charset="0"/>
              </a:rPr>
              <a:t>		{</a:t>
            </a:r>
          </a:p>
          <a:p>
            <a:pPr>
              <a:lnSpc>
                <a:spcPct val="85000"/>
              </a:lnSpc>
            </a:pPr>
            <a:r>
              <a:rPr lang="en-US" sz="1800" b="0" dirty="0">
                <a:latin typeface="Arial Black" panose="020B0A04020102020204" pitchFamily="34" charset="0"/>
              </a:rPr>
              <a:t>			</a:t>
            </a:r>
            <a:r>
              <a:rPr lang="en-US" sz="1800" b="0" dirty="0" err="1">
                <a:latin typeface="Arial Black" panose="020B0A04020102020204" pitchFamily="34" charset="0"/>
              </a:rPr>
              <a:t>System.out.print</a:t>
            </a:r>
            <a:r>
              <a:rPr lang="en-US" sz="1800" b="0" dirty="0">
                <a:latin typeface="Arial Black" panose="020B0A04020102020204" pitchFamily="34" charset="0"/>
              </a:rPr>
              <a:t>("\</a:t>
            </a:r>
            <a:r>
              <a:rPr lang="en-US" sz="1800" b="0" dirty="0" err="1">
                <a:latin typeface="Arial Black" panose="020B0A04020102020204" pitchFamily="34" charset="0"/>
              </a:rPr>
              <a:t>nEnter</a:t>
            </a:r>
            <a:r>
              <a:rPr lang="en-US" sz="1800" b="0" dirty="0">
                <a:latin typeface="Arial Black" panose="020B0A04020102020204" pitchFamily="34" charset="0"/>
              </a:rPr>
              <a:t> Your Gender.  ===&gt;&gt;  ");</a:t>
            </a:r>
          </a:p>
          <a:p>
            <a:pPr>
              <a:lnSpc>
                <a:spcPct val="85000"/>
              </a:lnSpc>
            </a:pPr>
            <a:r>
              <a:rPr lang="en-US" sz="1800" b="0" dirty="0">
                <a:latin typeface="Arial Black" panose="020B0A04020102020204" pitchFamily="34" charset="0"/>
              </a:rPr>
              <a:t>			gender = </a:t>
            </a:r>
            <a:r>
              <a:rPr lang="en-US" sz="1800" b="0" dirty="0" err="1">
                <a:latin typeface="Arial Black" panose="020B0A04020102020204" pitchFamily="34" charset="0"/>
              </a:rPr>
              <a:t>input.nextLine</a:t>
            </a:r>
            <a:r>
              <a:rPr lang="en-US" sz="1800" b="0" dirty="0">
                <a:latin typeface="Arial Black" panose="020B0A04020102020204" pitchFamily="34" charset="0"/>
              </a:rPr>
              <a:t>().</a:t>
            </a:r>
            <a:r>
              <a:rPr lang="en-US" sz="1800" b="0" dirty="0" err="1">
                <a:latin typeface="Arial Black" panose="020B0A04020102020204" pitchFamily="34" charset="0"/>
              </a:rPr>
              <a:t>charAt</a:t>
            </a:r>
            <a:r>
              <a:rPr lang="en-US" sz="1800" b="0" dirty="0">
                <a:latin typeface="Arial Black" panose="020B0A04020102020204" pitchFamily="34" charset="0"/>
              </a:rPr>
              <a:t>(0);</a:t>
            </a:r>
          </a:p>
          <a:p>
            <a:pPr>
              <a:lnSpc>
                <a:spcPct val="85000"/>
              </a:lnSpc>
            </a:pPr>
            <a:r>
              <a:rPr lang="en-US" sz="1800" b="0" dirty="0">
                <a:latin typeface="Arial Black" panose="020B0A04020102020204" pitchFamily="34" charset="0"/>
              </a:rPr>
              <a:t>			</a:t>
            </a:r>
            <a:r>
              <a:rPr lang="en-US" sz="1800" b="0" dirty="0" err="1">
                <a:latin typeface="Arial Black" panose="020B0A04020102020204" pitchFamily="34" charset="0"/>
              </a:rPr>
              <a:t>System.out.println</a:t>
            </a:r>
            <a:r>
              <a:rPr lang="en-US" sz="1800" b="0" dirty="0">
                <a:latin typeface="Arial Black" panose="020B0A04020102020204" pitchFamily="34" charset="0"/>
              </a:rPr>
              <a:t>();</a:t>
            </a:r>
          </a:p>
          <a:p>
            <a:pPr>
              <a:lnSpc>
                <a:spcPct val="85000"/>
              </a:lnSpc>
            </a:pPr>
            <a:r>
              <a:rPr lang="en-US" sz="1800" b="0" dirty="0">
                <a:latin typeface="Arial Black" panose="020B0A04020102020204" pitchFamily="34" charset="0"/>
              </a:rPr>
              <a:t> </a:t>
            </a:r>
          </a:p>
          <a:p>
            <a:pPr>
              <a:lnSpc>
                <a:spcPct val="85000"/>
              </a:lnSpc>
            </a:pPr>
            <a:r>
              <a:rPr lang="en-US" sz="1800" b="0" dirty="0">
                <a:latin typeface="Arial Black" panose="020B0A04020102020204" pitchFamily="34" charset="0"/>
              </a:rPr>
              <a:t>	      	</a:t>
            </a:r>
            <a:r>
              <a:rPr lang="en-US" sz="1800" b="0" dirty="0" smtClean="0">
                <a:latin typeface="Arial Black" panose="020B0A04020102020204" pitchFamily="34" charset="0"/>
              </a:rPr>
              <a:t>if </a:t>
            </a:r>
            <a:r>
              <a:rPr lang="en-US" sz="1800" b="0" dirty="0">
                <a:latin typeface="Arial Black" panose="020B0A04020102020204" pitchFamily="34" charset="0"/>
              </a:rPr>
              <a:t>(!(gender == 'M' || gender == 'F'))</a:t>
            </a:r>
          </a:p>
          <a:p>
            <a:pPr>
              <a:lnSpc>
                <a:spcPct val="85000"/>
              </a:lnSpc>
            </a:pPr>
            <a:r>
              <a:rPr lang="en-US" sz="1800" b="0" dirty="0">
                <a:latin typeface="Arial Black" panose="020B0A04020102020204" pitchFamily="34" charset="0"/>
              </a:rPr>
              <a:t>	      	</a:t>
            </a:r>
            <a:r>
              <a:rPr lang="en-US" sz="1800" b="0" dirty="0" smtClean="0">
                <a:latin typeface="Arial Black" panose="020B0A04020102020204" pitchFamily="34" charset="0"/>
              </a:rPr>
              <a:t>{</a:t>
            </a:r>
            <a:endParaRPr lang="en-US" sz="1800" b="0" dirty="0">
              <a:latin typeface="Arial Black" panose="020B0A04020102020204" pitchFamily="34" charset="0"/>
            </a:endParaRPr>
          </a:p>
          <a:p>
            <a:pPr>
              <a:lnSpc>
                <a:spcPct val="85000"/>
              </a:lnSpc>
            </a:pPr>
            <a:r>
              <a:rPr lang="en-US" sz="1800" b="0" dirty="0">
                <a:latin typeface="Arial Black" panose="020B0A04020102020204" pitchFamily="34" charset="0"/>
              </a:rPr>
              <a:t>			   	</a:t>
            </a:r>
            <a:r>
              <a:rPr lang="en-US" sz="1800" b="0" dirty="0" err="1">
                <a:latin typeface="Arial Black" panose="020B0A04020102020204" pitchFamily="34" charset="0"/>
              </a:rPr>
              <a:t>System.out.println</a:t>
            </a:r>
            <a:r>
              <a:rPr lang="en-US" sz="1800" b="0" dirty="0">
                <a:latin typeface="Arial Black" panose="020B0A04020102020204" pitchFamily="34" charset="0"/>
              </a:rPr>
              <a:t>("Invalid Gender Entered: " + gender);</a:t>
            </a:r>
          </a:p>
          <a:p>
            <a:pPr>
              <a:lnSpc>
                <a:spcPct val="85000"/>
              </a:lnSpc>
            </a:pPr>
            <a:r>
              <a:rPr lang="en-US" sz="1800" b="0" dirty="0">
                <a:latin typeface="Arial Black" panose="020B0A04020102020204" pitchFamily="34" charset="0"/>
              </a:rPr>
              <a:t>	         		</a:t>
            </a:r>
            <a:r>
              <a:rPr lang="en-US" sz="1800" b="0" dirty="0" err="1">
                <a:latin typeface="Arial Black" panose="020B0A04020102020204" pitchFamily="34" charset="0"/>
              </a:rPr>
              <a:t>System.out.println</a:t>
            </a:r>
            <a:r>
              <a:rPr lang="en-US" sz="1800" b="0" dirty="0">
                <a:latin typeface="Arial Black" panose="020B0A04020102020204" pitchFamily="34" charset="0"/>
              </a:rPr>
              <a:t>("You must enter M or F.");</a:t>
            </a:r>
          </a:p>
          <a:p>
            <a:pPr>
              <a:lnSpc>
                <a:spcPct val="85000"/>
              </a:lnSpc>
            </a:pPr>
            <a:r>
              <a:rPr lang="en-US" sz="1800" b="0" dirty="0">
                <a:latin typeface="Arial Black" panose="020B0A04020102020204" pitchFamily="34" charset="0"/>
              </a:rPr>
              <a:t>	      	</a:t>
            </a:r>
            <a:r>
              <a:rPr lang="en-US" sz="1800" b="0" dirty="0" smtClean="0">
                <a:latin typeface="Arial Black" panose="020B0A04020102020204" pitchFamily="34" charset="0"/>
              </a:rPr>
              <a:t>}</a:t>
            </a:r>
            <a:endParaRPr lang="en-US" sz="1800" b="0" dirty="0">
              <a:latin typeface="Arial Black" panose="020B0A04020102020204" pitchFamily="34" charset="0"/>
            </a:endParaRPr>
          </a:p>
          <a:p>
            <a:pPr>
              <a:lnSpc>
                <a:spcPct val="85000"/>
              </a:lnSpc>
            </a:pPr>
            <a:r>
              <a:rPr lang="en-US" sz="1800" b="0" dirty="0">
                <a:latin typeface="Arial Black" panose="020B0A04020102020204" pitchFamily="34" charset="0"/>
              </a:rPr>
              <a:t>		}</a:t>
            </a:r>
          </a:p>
          <a:p>
            <a:pPr>
              <a:lnSpc>
                <a:spcPct val="85000"/>
              </a:lnSpc>
            </a:pPr>
            <a:r>
              <a:rPr lang="en-US" sz="1800" b="0" dirty="0">
                <a:latin typeface="Arial Black" panose="020B0A04020102020204" pitchFamily="34" charset="0"/>
              </a:rPr>
              <a:t>		while (!(gender == 'M' || gender == 'F</a:t>
            </a:r>
            <a:r>
              <a:rPr lang="en-US" sz="1800" b="0" dirty="0" smtClean="0">
                <a:latin typeface="Arial Black" panose="020B0A04020102020204" pitchFamily="34" charset="0"/>
              </a:rPr>
              <a:t>'));</a:t>
            </a:r>
            <a:endParaRPr lang="en-US" sz="900" dirty="0"/>
          </a:p>
          <a:p>
            <a:pPr>
              <a:lnSpc>
                <a:spcPct val="85000"/>
              </a:lnSpc>
            </a:pPr>
            <a:r>
              <a:rPr lang="en-US" sz="1600" dirty="0"/>
              <a:t>	    	if (gender == 'M')</a:t>
            </a:r>
          </a:p>
          <a:p>
            <a:pPr>
              <a:lnSpc>
                <a:spcPct val="85000"/>
              </a:lnSpc>
            </a:pPr>
            <a:r>
              <a:rPr lang="en-US" sz="1600" dirty="0"/>
              <a:t>	         	</a:t>
            </a:r>
            <a:r>
              <a:rPr lang="en-US" sz="1600" dirty="0" err="1"/>
              <a:t>System.out.println</a:t>
            </a:r>
            <a:r>
              <a:rPr lang="en-US" sz="1600" dirty="0"/>
              <a:t>("Your gender is Male.");</a:t>
            </a:r>
          </a:p>
          <a:p>
            <a:pPr>
              <a:lnSpc>
                <a:spcPct val="85000"/>
              </a:lnSpc>
            </a:pPr>
            <a:r>
              <a:rPr lang="en-US" sz="1600" dirty="0"/>
              <a:t>	    	else</a:t>
            </a:r>
          </a:p>
          <a:p>
            <a:pPr>
              <a:lnSpc>
                <a:spcPct val="85000"/>
              </a:lnSpc>
            </a:pPr>
            <a:r>
              <a:rPr lang="en-US" sz="1600" dirty="0"/>
              <a:t>	    	 	</a:t>
            </a:r>
            <a:r>
              <a:rPr lang="en-US" sz="1600" dirty="0" err="1"/>
              <a:t>System.out.println</a:t>
            </a:r>
            <a:r>
              <a:rPr lang="en-US" sz="1600" dirty="0"/>
              <a:t>("Your gender is Female.");</a:t>
            </a:r>
          </a:p>
          <a:p>
            <a:pPr>
              <a:lnSpc>
                <a:spcPct val="85000"/>
              </a:lnSpc>
            </a:pPr>
            <a:r>
              <a:rPr lang="en-US" sz="1600" dirty="0"/>
              <a:t>       		</a:t>
            </a:r>
            <a:r>
              <a:rPr lang="en-US" sz="1600" dirty="0" err="1"/>
              <a:t>System.out.println</a:t>
            </a:r>
            <a:r>
              <a:rPr lang="en-US" sz="1600" dirty="0"/>
              <a:t>("You may proceed.");</a:t>
            </a:r>
          </a:p>
          <a:p>
            <a:pPr>
              <a:lnSpc>
                <a:spcPct val="70000"/>
              </a:lnSpc>
            </a:pPr>
            <a:r>
              <a:rPr lang="en-US" sz="1600" dirty="0"/>
              <a:t>	</a:t>
            </a:r>
            <a:r>
              <a:rPr lang="en-US" sz="1600" dirty="0" smtClean="0"/>
              <a:t>}</a:t>
            </a:r>
          </a:p>
          <a:p>
            <a:pPr>
              <a:lnSpc>
                <a:spcPct val="70000"/>
              </a:lnSpc>
            </a:pPr>
            <a:r>
              <a:rPr lang="en-US" sz="1600" dirty="0" smtClean="0"/>
              <a:t>}</a:t>
            </a:r>
            <a:endParaRPr lang="en-US" sz="1600" dirty="0"/>
          </a:p>
        </p:txBody>
      </p:sp>
      <p:sp>
        <p:nvSpPr>
          <p:cNvPr id="4" name="TextBox 3"/>
          <p:cNvSpPr txBox="1"/>
          <p:nvPr/>
        </p:nvSpPr>
        <p:spPr>
          <a:xfrm>
            <a:off x="4648200" y="0"/>
            <a:ext cx="4495800" cy="3693319"/>
          </a:xfrm>
          <a:prstGeom prst="rect">
            <a:avLst/>
          </a:prstGeom>
          <a:solidFill>
            <a:schemeClr val="accent6">
              <a:lumMod val="20000"/>
              <a:lumOff val="80000"/>
            </a:schemeClr>
          </a:solidFill>
          <a:ln w="57150">
            <a:solidFill>
              <a:schemeClr val="tx1"/>
            </a:solidFill>
          </a:ln>
        </p:spPr>
        <p:txBody>
          <a:bodyPr wrap="square" rtlCol="0">
            <a:spAutoFit/>
          </a:bodyPr>
          <a:lstStyle/>
          <a:p>
            <a:r>
              <a:rPr lang="en-US" sz="1600" dirty="0">
                <a:latin typeface="Courier New" panose="02070309020205020404" pitchFamily="49" charset="0"/>
                <a:cs typeface="Courier New" panose="02070309020205020404" pitchFamily="49" charset="0"/>
              </a:rPr>
              <a:t>JAVA0524.JAVA</a:t>
            </a:r>
          </a:p>
          <a:p>
            <a:r>
              <a:rPr lang="en-US" sz="12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Enter Your Gender.  ===&gt;&gt;  Q</a:t>
            </a:r>
          </a:p>
          <a:p>
            <a:r>
              <a:rPr lang="en-US" sz="12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Invalid Gender Entered: Q</a:t>
            </a:r>
          </a:p>
          <a:p>
            <a:r>
              <a:rPr lang="en-US" sz="1600" dirty="0">
                <a:latin typeface="Courier New" panose="02070309020205020404" pitchFamily="49" charset="0"/>
                <a:cs typeface="Courier New" panose="02070309020205020404" pitchFamily="49" charset="0"/>
              </a:rPr>
              <a:t>You must enter M or F</a:t>
            </a:r>
          </a:p>
          <a:p>
            <a:r>
              <a:rPr lang="en-US" sz="12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Enter Your Gender.  ===&gt;&gt;  3</a:t>
            </a:r>
          </a:p>
          <a:p>
            <a:r>
              <a:rPr lang="en-US" sz="12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Invalid Gender Entered: 3</a:t>
            </a:r>
          </a:p>
          <a:p>
            <a:r>
              <a:rPr lang="en-US" sz="1600" dirty="0">
                <a:latin typeface="Courier New" panose="02070309020205020404" pitchFamily="49" charset="0"/>
                <a:cs typeface="Courier New" panose="02070309020205020404" pitchFamily="49" charset="0"/>
              </a:rPr>
              <a:t>You must enter M or F</a:t>
            </a:r>
          </a:p>
          <a:p>
            <a:r>
              <a:rPr lang="en-US" sz="12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Enter Your Gender.  ===&gt;&gt;  M</a:t>
            </a:r>
          </a:p>
          <a:p>
            <a:r>
              <a:rPr lang="en-US" sz="12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Your gender is Male.</a:t>
            </a:r>
          </a:p>
          <a:p>
            <a:r>
              <a:rPr lang="en-US" sz="1600" dirty="0">
                <a:latin typeface="Courier New" panose="02070309020205020404" pitchFamily="49" charset="0"/>
                <a:cs typeface="Courier New" panose="02070309020205020404" pitchFamily="49" charset="0"/>
              </a:rPr>
              <a:t>You may proceed </a:t>
            </a:r>
          </a:p>
        </p:txBody>
      </p:sp>
    </p:spTree>
    <p:extLst>
      <p:ext uri="{BB962C8B-B14F-4D97-AF65-F5344CB8AC3E}">
        <p14:creationId xmlns:p14="http://schemas.microsoft.com/office/powerpoint/2010/main" val="415711411"/>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to="" calcmode="lin" valueType="num">
                                      <p:cBhvr>
                                        <p:cTn id="7" dur="1" fill="hold"/>
                                        <p:tgtEl>
                                          <p:spTgt spid="4"/>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2"/>
          <p:cNvSpPr txBox="1">
            <a:spLocks noChangeArrowheads="1"/>
          </p:cNvSpPr>
          <p:nvPr/>
        </p:nvSpPr>
        <p:spPr bwMode="auto">
          <a:xfrm>
            <a:off x="0" y="0"/>
            <a:ext cx="9144000" cy="6858000"/>
          </a:xfrm>
          <a:prstGeom prst="rect">
            <a:avLst/>
          </a:prstGeom>
          <a:solidFill>
            <a:srgbClr val="FFFF99"/>
          </a:solidFill>
          <a:ln w="38100">
            <a:solidFill>
              <a:schemeClr val="tx1"/>
            </a:solidFill>
            <a:miter lim="800000"/>
            <a:headEnd/>
            <a:tailEnd/>
          </a:ln>
        </p:spPr>
        <p:txBody>
          <a:bodyPr>
            <a:spAutoFit/>
          </a:bodyPr>
          <a:lstStyle>
            <a:lvl1pPr>
              <a:tabLst>
                <a:tab pos="466725" algn="l"/>
                <a:tab pos="914400" algn="l"/>
                <a:tab pos="1379538" algn="l"/>
              </a:tabLst>
              <a:defRPr sz="2400">
                <a:solidFill>
                  <a:schemeClr val="tx1"/>
                </a:solidFill>
                <a:latin typeface="Times New Roman" pitchFamily="18" charset="0"/>
              </a:defRPr>
            </a:lvl1pPr>
            <a:lvl2pPr marL="742950" indent="-285750">
              <a:tabLst>
                <a:tab pos="466725" algn="l"/>
                <a:tab pos="914400" algn="l"/>
                <a:tab pos="1379538" algn="l"/>
              </a:tabLst>
              <a:defRPr sz="2400">
                <a:solidFill>
                  <a:schemeClr val="tx1"/>
                </a:solidFill>
                <a:latin typeface="Times New Roman" pitchFamily="18" charset="0"/>
              </a:defRPr>
            </a:lvl2pPr>
            <a:lvl3pPr marL="1143000" indent="-228600">
              <a:tabLst>
                <a:tab pos="466725" algn="l"/>
                <a:tab pos="914400" algn="l"/>
                <a:tab pos="1379538" algn="l"/>
              </a:tabLst>
              <a:defRPr sz="2400">
                <a:solidFill>
                  <a:schemeClr val="tx1"/>
                </a:solidFill>
                <a:latin typeface="Times New Roman" pitchFamily="18" charset="0"/>
              </a:defRPr>
            </a:lvl3pPr>
            <a:lvl4pPr marL="1600200" indent="-228600">
              <a:tabLst>
                <a:tab pos="466725" algn="l"/>
                <a:tab pos="914400" algn="l"/>
                <a:tab pos="1379538" algn="l"/>
              </a:tabLst>
              <a:defRPr sz="2400">
                <a:solidFill>
                  <a:schemeClr val="tx1"/>
                </a:solidFill>
                <a:latin typeface="Times New Roman" pitchFamily="18" charset="0"/>
              </a:defRPr>
            </a:lvl4pPr>
            <a:lvl5pPr marL="2057400" indent="-228600">
              <a:tabLst>
                <a:tab pos="466725" algn="l"/>
                <a:tab pos="914400" algn="l"/>
                <a:tab pos="1379538" algn="l"/>
              </a:tabLst>
              <a:defRPr sz="2400">
                <a:solidFill>
                  <a:schemeClr val="tx1"/>
                </a:solidFill>
                <a:latin typeface="Times New Roman" pitchFamily="18" charset="0"/>
              </a:defRPr>
            </a:lvl5pPr>
            <a:lvl6pPr marL="2514600" indent="-228600" eaLnBrk="0" fontAlgn="base" hangingPunct="0">
              <a:spcBef>
                <a:spcPct val="0"/>
              </a:spcBef>
              <a:spcAft>
                <a:spcPct val="0"/>
              </a:spcAft>
              <a:tabLst>
                <a:tab pos="466725" algn="l"/>
                <a:tab pos="914400" algn="l"/>
                <a:tab pos="1379538" algn="l"/>
              </a:tabLst>
              <a:defRPr sz="2400">
                <a:solidFill>
                  <a:schemeClr val="tx1"/>
                </a:solidFill>
                <a:latin typeface="Times New Roman" pitchFamily="18" charset="0"/>
              </a:defRPr>
            </a:lvl6pPr>
            <a:lvl7pPr marL="2971800" indent="-228600" eaLnBrk="0" fontAlgn="base" hangingPunct="0">
              <a:spcBef>
                <a:spcPct val="0"/>
              </a:spcBef>
              <a:spcAft>
                <a:spcPct val="0"/>
              </a:spcAft>
              <a:tabLst>
                <a:tab pos="466725" algn="l"/>
                <a:tab pos="914400" algn="l"/>
                <a:tab pos="1379538" algn="l"/>
              </a:tabLst>
              <a:defRPr sz="2400">
                <a:solidFill>
                  <a:schemeClr val="tx1"/>
                </a:solidFill>
                <a:latin typeface="Times New Roman" pitchFamily="18" charset="0"/>
              </a:defRPr>
            </a:lvl7pPr>
            <a:lvl8pPr marL="3429000" indent="-228600" eaLnBrk="0" fontAlgn="base" hangingPunct="0">
              <a:spcBef>
                <a:spcPct val="0"/>
              </a:spcBef>
              <a:spcAft>
                <a:spcPct val="0"/>
              </a:spcAft>
              <a:tabLst>
                <a:tab pos="466725" algn="l"/>
                <a:tab pos="914400" algn="l"/>
                <a:tab pos="1379538" algn="l"/>
              </a:tabLst>
              <a:defRPr sz="2400">
                <a:solidFill>
                  <a:schemeClr val="tx1"/>
                </a:solidFill>
                <a:latin typeface="Times New Roman" pitchFamily="18" charset="0"/>
              </a:defRPr>
            </a:lvl8pPr>
            <a:lvl9pPr marL="3886200" indent="-228600" eaLnBrk="0" fontAlgn="base" hangingPunct="0">
              <a:spcBef>
                <a:spcPct val="0"/>
              </a:spcBef>
              <a:spcAft>
                <a:spcPct val="0"/>
              </a:spcAft>
              <a:tabLst>
                <a:tab pos="466725" algn="l"/>
                <a:tab pos="914400" algn="l"/>
                <a:tab pos="1379538" algn="l"/>
              </a:tabLst>
              <a:defRPr sz="2400">
                <a:solidFill>
                  <a:schemeClr val="tx1"/>
                </a:solidFill>
                <a:latin typeface="Times New Roman" pitchFamily="18" charset="0"/>
              </a:defRPr>
            </a:lvl9pPr>
          </a:lstStyle>
          <a:p>
            <a:pPr>
              <a:lnSpc>
                <a:spcPct val="85000"/>
              </a:lnSpc>
            </a:pPr>
            <a:r>
              <a:rPr lang="en-US" sz="1600" dirty="0"/>
              <a:t>// Java0525.java</a:t>
            </a:r>
          </a:p>
          <a:p>
            <a:pPr>
              <a:lnSpc>
                <a:spcPct val="85000"/>
              </a:lnSpc>
            </a:pPr>
            <a:r>
              <a:rPr lang="en-US" sz="1600" dirty="0"/>
              <a:t>// This program uses a &lt;</a:t>
            </a:r>
            <a:r>
              <a:rPr lang="en-US" sz="1600" dirty="0" err="1"/>
              <a:t>boolean</a:t>
            </a:r>
            <a:r>
              <a:rPr lang="en-US" sz="1600" dirty="0"/>
              <a:t>&gt; variable to make the program more readable</a:t>
            </a:r>
            <a:r>
              <a:rPr lang="en-US" sz="1600" dirty="0" smtClean="0"/>
              <a:t>.</a:t>
            </a:r>
            <a:endParaRPr lang="en-US" sz="1600" dirty="0"/>
          </a:p>
          <a:p>
            <a:pPr>
              <a:lnSpc>
                <a:spcPct val="85000"/>
              </a:lnSpc>
            </a:pPr>
            <a:r>
              <a:rPr lang="en-US" sz="1600" dirty="0"/>
              <a:t>import </a:t>
            </a:r>
            <a:r>
              <a:rPr lang="en-US" sz="1600" dirty="0" err="1"/>
              <a:t>java.util.Scanner</a:t>
            </a:r>
            <a:r>
              <a:rPr lang="en-US" sz="1600" dirty="0" smtClean="0"/>
              <a:t>;</a:t>
            </a:r>
            <a:r>
              <a:rPr lang="en-US" sz="1600" dirty="0"/>
              <a:t> </a:t>
            </a:r>
          </a:p>
          <a:p>
            <a:pPr>
              <a:lnSpc>
                <a:spcPct val="85000"/>
              </a:lnSpc>
            </a:pPr>
            <a:r>
              <a:rPr lang="en-US" sz="1600" dirty="0"/>
              <a:t>public class Java0525</a:t>
            </a:r>
          </a:p>
          <a:p>
            <a:pPr>
              <a:lnSpc>
                <a:spcPct val="85000"/>
              </a:lnSpc>
            </a:pPr>
            <a:r>
              <a:rPr lang="en-US" sz="1600" dirty="0"/>
              <a:t>{</a:t>
            </a:r>
          </a:p>
          <a:p>
            <a:pPr>
              <a:lnSpc>
                <a:spcPct val="85000"/>
              </a:lnSpc>
            </a:pPr>
            <a:r>
              <a:rPr lang="en-US" sz="1600" dirty="0"/>
              <a:t>	public static void main (String </a:t>
            </a:r>
            <a:r>
              <a:rPr lang="en-US" sz="1600" dirty="0" err="1"/>
              <a:t>args</a:t>
            </a:r>
            <a:r>
              <a:rPr lang="en-US" sz="1600" dirty="0"/>
              <a:t>[])</a:t>
            </a:r>
          </a:p>
          <a:p>
            <a:pPr>
              <a:lnSpc>
                <a:spcPct val="85000"/>
              </a:lnSpc>
            </a:pPr>
            <a:r>
              <a:rPr lang="en-US" sz="1600" dirty="0"/>
              <a:t>	{</a:t>
            </a:r>
          </a:p>
          <a:p>
            <a:pPr>
              <a:lnSpc>
                <a:spcPct val="85000"/>
              </a:lnSpc>
            </a:pPr>
            <a:r>
              <a:rPr lang="en-US" sz="1600" dirty="0"/>
              <a:t>		</a:t>
            </a:r>
            <a:r>
              <a:rPr lang="en-US" sz="1600" dirty="0" err="1"/>
              <a:t>System.out.println</a:t>
            </a:r>
            <a:r>
              <a:rPr lang="en-US" sz="1600" dirty="0"/>
              <a:t>("JAVA0525.JAVA");</a:t>
            </a:r>
          </a:p>
          <a:p>
            <a:pPr>
              <a:lnSpc>
                <a:spcPct val="85000"/>
              </a:lnSpc>
            </a:pPr>
            <a:r>
              <a:rPr lang="en-US" sz="1600" dirty="0"/>
              <a:t>      		Scanner input = new Scanner(System.in</a:t>
            </a:r>
            <a:r>
              <a:rPr lang="en-US" sz="1600" dirty="0" smtClean="0"/>
              <a:t>);</a:t>
            </a:r>
            <a:endParaRPr lang="en-US" sz="1600" dirty="0"/>
          </a:p>
          <a:p>
            <a:pPr>
              <a:lnSpc>
                <a:spcPct val="85000"/>
              </a:lnSpc>
            </a:pPr>
            <a:r>
              <a:rPr lang="en-US" sz="1600" dirty="0"/>
              <a:t>		char gender;</a:t>
            </a:r>
          </a:p>
          <a:p>
            <a:pPr>
              <a:lnSpc>
                <a:spcPct val="85000"/>
              </a:lnSpc>
            </a:pPr>
            <a:r>
              <a:rPr lang="en-US" sz="1800" b="0" dirty="0">
                <a:latin typeface="Arial Black" panose="020B0A04020102020204" pitchFamily="34" charset="0"/>
              </a:rPr>
              <a:t>		</a:t>
            </a:r>
            <a:r>
              <a:rPr lang="en-US" sz="1800" b="0" dirty="0" err="1">
                <a:latin typeface="Arial Black" panose="020B0A04020102020204" pitchFamily="34" charset="0"/>
              </a:rPr>
              <a:t>boolean</a:t>
            </a:r>
            <a:r>
              <a:rPr lang="en-US" sz="1800" b="0" dirty="0">
                <a:latin typeface="Arial Black" panose="020B0A04020102020204" pitchFamily="34" charset="0"/>
              </a:rPr>
              <a:t> </a:t>
            </a:r>
            <a:r>
              <a:rPr lang="en-US" sz="1800" b="0" dirty="0" err="1">
                <a:latin typeface="Arial Black" panose="020B0A04020102020204" pitchFamily="34" charset="0"/>
              </a:rPr>
              <a:t>genderInvalid</a:t>
            </a:r>
            <a:r>
              <a:rPr lang="en-US" sz="1800" b="0" dirty="0">
                <a:latin typeface="Arial Black" panose="020B0A04020102020204" pitchFamily="34" charset="0"/>
              </a:rPr>
              <a:t>;</a:t>
            </a:r>
          </a:p>
          <a:p>
            <a:pPr>
              <a:lnSpc>
                <a:spcPct val="85000"/>
              </a:lnSpc>
            </a:pPr>
            <a:r>
              <a:rPr lang="en-US" sz="1600" dirty="0"/>
              <a:t>		do</a:t>
            </a:r>
          </a:p>
          <a:p>
            <a:pPr>
              <a:lnSpc>
                <a:spcPct val="85000"/>
              </a:lnSpc>
            </a:pPr>
            <a:r>
              <a:rPr lang="en-US" sz="1600" dirty="0"/>
              <a:t>		{</a:t>
            </a:r>
          </a:p>
          <a:p>
            <a:pPr>
              <a:lnSpc>
                <a:spcPct val="85000"/>
              </a:lnSpc>
            </a:pPr>
            <a:r>
              <a:rPr lang="en-US" sz="1600" dirty="0"/>
              <a:t>			</a:t>
            </a:r>
            <a:r>
              <a:rPr lang="en-US" sz="1600" dirty="0" err="1"/>
              <a:t>System.out.print</a:t>
            </a:r>
            <a:r>
              <a:rPr lang="en-US" sz="1600" dirty="0"/>
              <a:t>("\</a:t>
            </a:r>
            <a:r>
              <a:rPr lang="en-US" sz="1600" dirty="0" err="1"/>
              <a:t>nEnter</a:t>
            </a:r>
            <a:r>
              <a:rPr lang="en-US" sz="1600" dirty="0"/>
              <a:t> Your Gender.  ===&gt;&gt;  ");</a:t>
            </a:r>
          </a:p>
          <a:p>
            <a:pPr>
              <a:lnSpc>
                <a:spcPct val="85000"/>
              </a:lnSpc>
            </a:pPr>
            <a:r>
              <a:rPr lang="en-US" sz="1600" dirty="0"/>
              <a:t>			gender = </a:t>
            </a:r>
            <a:r>
              <a:rPr lang="en-US" sz="1600" dirty="0" err="1"/>
              <a:t>input.nextLine</a:t>
            </a:r>
            <a:r>
              <a:rPr lang="en-US" sz="1600" dirty="0"/>
              <a:t>().</a:t>
            </a:r>
            <a:r>
              <a:rPr lang="en-US" sz="1600" dirty="0" err="1"/>
              <a:t>charAt</a:t>
            </a:r>
            <a:r>
              <a:rPr lang="en-US" sz="1600" dirty="0"/>
              <a:t>(0);</a:t>
            </a:r>
          </a:p>
          <a:p>
            <a:pPr>
              <a:lnSpc>
                <a:spcPct val="85000"/>
              </a:lnSpc>
            </a:pPr>
            <a:r>
              <a:rPr lang="en-US" sz="1600" dirty="0"/>
              <a:t>			</a:t>
            </a:r>
            <a:r>
              <a:rPr lang="en-US" sz="1600" dirty="0" err="1"/>
              <a:t>System.out.println</a:t>
            </a:r>
            <a:r>
              <a:rPr lang="en-US" sz="1600" dirty="0" smtClean="0"/>
              <a:t>();</a:t>
            </a:r>
            <a:endParaRPr lang="en-US" sz="1600" dirty="0"/>
          </a:p>
          <a:p>
            <a:pPr>
              <a:lnSpc>
                <a:spcPct val="85000"/>
              </a:lnSpc>
            </a:pPr>
            <a:r>
              <a:rPr lang="en-US" sz="1800" b="0" dirty="0">
                <a:latin typeface="Arial Black" panose="020B0A04020102020204" pitchFamily="34" charset="0"/>
              </a:rPr>
              <a:t>			</a:t>
            </a:r>
            <a:r>
              <a:rPr lang="en-US" sz="1800" b="0" dirty="0" err="1">
                <a:latin typeface="Arial Black" panose="020B0A04020102020204" pitchFamily="34" charset="0"/>
              </a:rPr>
              <a:t>genderInvalid</a:t>
            </a:r>
            <a:r>
              <a:rPr lang="en-US" sz="1800" b="0" dirty="0">
                <a:latin typeface="Arial Black" panose="020B0A04020102020204" pitchFamily="34" charset="0"/>
              </a:rPr>
              <a:t> = !(gender == 'M' || gender == 'F</a:t>
            </a:r>
            <a:r>
              <a:rPr lang="en-US" sz="1800" b="0" dirty="0" smtClean="0">
                <a:latin typeface="Arial Black" panose="020B0A04020102020204" pitchFamily="34" charset="0"/>
              </a:rPr>
              <a:t>');</a:t>
            </a:r>
          </a:p>
          <a:p>
            <a:pPr>
              <a:lnSpc>
                <a:spcPct val="85000"/>
              </a:lnSpc>
            </a:pPr>
            <a:endParaRPr lang="en-US" sz="1400" b="0" dirty="0">
              <a:latin typeface="Arial Black" panose="020B0A04020102020204" pitchFamily="34" charset="0"/>
            </a:endParaRPr>
          </a:p>
          <a:p>
            <a:pPr>
              <a:lnSpc>
                <a:spcPct val="85000"/>
              </a:lnSpc>
            </a:pPr>
            <a:r>
              <a:rPr lang="en-US" sz="1800" b="0" dirty="0">
                <a:latin typeface="Arial Black" panose="020B0A04020102020204" pitchFamily="34" charset="0"/>
              </a:rPr>
              <a:t>	      	</a:t>
            </a:r>
            <a:r>
              <a:rPr lang="en-US" sz="1800" b="0" dirty="0" smtClean="0">
                <a:latin typeface="Arial Black" panose="020B0A04020102020204" pitchFamily="34" charset="0"/>
              </a:rPr>
              <a:t>if </a:t>
            </a:r>
            <a:r>
              <a:rPr lang="en-US" sz="1800" b="0" dirty="0">
                <a:latin typeface="Arial Black" panose="020B0A04020102020204" pitchFamily="34" charset="0"/>
              </a:rPr>
              <a:t>(</a:t>
            </a:r>
            <a:r>
              <a:rPr lang="en-US" sz="1800" b="0" dirty="0" err="1">
                <a:latin typeface="Arial Black" panose="020B0A04020102020204" pitchFamily="34" charset="0"/>
              </a:rPr>
              <a:t>genderInvalid</a:t>
            </a:r>
            <a:r>
              <a:rPr lang="en-US" sz="1800" b="0" dirty="0">
                <a:latin typeface="Arial Black" panose="020B0A04020102020204" pitchFamily="34" charset="0"/>
              </a:rPr>
              <a:t>)</a:t>
            </a:r>
          </a:p>
          <a:p>
            <a:pPr>
              <a:lnSpc>
                <a:spcPct val="85000"/>
              </a:lnSpc>
            </a:pPr>
            <a:r>
              <a:rPr lang="en-US" sz="1600" dirty="0"/>
              <a:t>	      		{</a:t>
            </a:r>
          </a:p>
          <a:p>
            <a:pPr>
              <a:lnSpc>
                <a:spcPct val="85000"/>
              </a:lnSpc>
            </a:pPr>
            <a:r>
              <a:rPr lang="en-US" sz="1600" dirty="0"/>
              <a:t>			   	</a:t>
            </a:r>
            <a:r>
              <a:rPr lang="en-US" sz="1600" dirty="0" err="1"/>
              <a:t>System.out.println</a:t>
            </a:r>
            <a:r>
              <a:rPr lang="en-US" sz="1600" dirty="0"/>
              <a:t>("Invalid Gender Entered: " + gender);</a:t>
            </a:r>
          </a:p>
          <a:p>
            <a:pPr>
              <a:lnSpc>
                <a:spcPct val="85000"/>
              </a:lnSpc>
            </a:pPr>
            <a:r>
              <a:rPr lang="en-US" sz="1600" dirty="0"/>
              <a:t>	         		</a:t>
            </a:r>
            <a:r>
              <a:rPr lang="en-US" sz="1600" dirty="0" err="1"/>
              <a:t>System.out.println</a:t>
            </a:r>
            <a:r>
              <a:rPr lang="en-US" sz="1600" dirty="0"/>
              <a:t>("You must enter M or F.");</a:t>
            </a:r>
          </a:p>
          <a:p>
            <a:pPr>
              <a:lnSpc>
                <a:spcPct val="85000"/>
              </a:lnSpc>
            </a:pPr>
            <a:r>
              <a:rPr lang="en-US" sz="1600" dirty="0"/>
              <a:t>	      		}</a:t>
            </a:r>
          </a:p>
          <a:p>
            <a:pPr>
              <a:lnSpc>
                <a:spcPct val="85000"/>
              </a:lnSpc>
            </a:pPr>
            <a:r>
              <a:rPr lang="en-US" sz="1600" dirty="0"/>
              <a:t>		}</a:t>
            </a:r>
          </a:p>
          <a:p>
            <a:pPr>
              <a:lnSpc>
                <a:spcPct val="85000"/>
              </a:lnSpc>
            </a:pPr>
            <a:r>
              <a:rPr lang="en-US" sz="1800" b="0" dirty="0">
                <a:latin typeface="Arial Black" panose="020B0A04020102020204" pitchFamily="34" charset="0"/>
              </a:rPr>
              <a:t>		while (</a:t>
            </a:r>
            <a:r>
              <a:rPr lang="en-US" sz="1800" b="0" dirty="0" err="1">
                <a:latin typeface="Arial Black" panose="020B0A04020102020204" pitchFamily="34" charset="0"/>
              </a:rPr>
              <a:t>genderInvalid</a:t>
            </a:r>
            <a:r>
              <a:rPr lang="en-US" sz="1800" b="0" dirty="0">
                <a:latin typeface="Arial Black" panose="020B0A04020102020204" pitchFamily="34" charset="0"/>
              </a:rPr>
              <a:t>);</a:t>
            </a:r>
          </a:p>
          <a:p>
            <a:pPr>
              <a:lnSpc>
                <a:spcPct val="85000"/>
              </a:lnSpc>
            </a:pPr>
            <a:r>
              <a:rPr lang="en-US" sz="1400" dirty="0"/>
              <a:t> </a:t>
            </a:r>
          </a:p>
          <a:p>
            <a:pPr>
              <a:lnSpc>
                <a:spcPct val="85000"/>
              </a:lnSpc>
            </a:pPr>
            <a:r>
              <a:rPr lang="en-US" sz="1600" dirty="0"/>
              <a:t>	    	if (gender == 'M')</a:t>
            </a:r>
          </a:p>
          <a:p>
            <a:pPr>
              <a:lnSpc>
                <a:spcPct val="85000"/>
              </a:lnSpc>
            </a:pPr>
            <a:r>
              <a:rPr lang="en-US" sz="1600" dirty="0"/>
              <a:t>	         	</a:t>
            </a:r>
            <a:r>
              <a:rPr lang="en-US" sz="1600" dirty="0" err="1"/>
              <a:t>System.out.println</a:t>
            </a:r>
            <a:r>
              <a:rPr lang="en-US" sz="1600" dirty="0"/>
              <a:t>("Your gender is Male.");</a:t>
            </a:r>
          </a:p>
          <a:p>
            <a:pPr>
              <a:lnSpc>
                <a:spcPct val="85000"/>
              </a:lnSpc>
            </a:pPr>
            <a:r>
              <a:rPr lang="en-US" sz="1600" dirty="0"/>
              <a:t>	    	else</a:t>
            </a:r>
          </a:p>
          <a:p>
            <a:pPr>
              <a:lnSpc>
                <a:spcPct val="85000"/>
              </a:lnSpc>
            </a:pPr>
            <a:r>
              <a:rPr lang="en-US" sz="1600" dirty="0"/>
              <a:t>	    	 	</a:t>
            </a:r>
            <a:r>
              <a:rPr lang="en-US" sz="1600" dirty="0" err="1"/>
              <a:t>System.out.println</a:t>
            </a:r>
            <a:r>
              <a:rPr lang="en-US" sz="1600" dirty="0"/>
              <a:t>("Your gender is Female.");</a:t>
            </a:r>
          </a:p>
          <a:p>
            <a:pPr>
              <a:lnSpc>
                <a:spcPct val="85000"/>
              </a:lnSpc>
            </a:pPr>
            <a:r>
              <a:rPr lang="en-US" sz="1600" dirty="0"/>
              <a:t>       		</a:t>
            </a:r>
            <a:r>
              <a:rPr lang="en-US" sz="1600" dirty="0" err="1"/>
              <a:t>System.out.println</a:t>
            </a:r>
            <a:r>
              <a:rPr lang="en-US" sz="1600" dirty="0"/>
              <a:t>("You may proceed.");</a:t>
            </a:r>
          </a:p>
          <a:p>
            <a:pPr>
              <a:lnSpc>
                <a:spcPct val="60000"/>
              </a:lnSpc>
            </a:pPr>
            <a:r>
              <a:rPr lang="en-US" sz="1600" dirty="0"/>
              <a:t>	}</a:t>
            </a:r>
          </a:p>
          <a:p>
            <a:pPr>
              <a:lnSpc>
                <a:spcPct val="60000"/>
              </a:lnSpc>
            </a:pPr>
            <a:r>
              <a:rPr lang="en-US" sz="1600" dirty="0"/>
              <a:t>} </a:t>
            </a:r>
          </a:p>
        </p:txBody>
      </p:sp>
    </p:spTree>
    <p:extLst>
      <p:ext uri="{BB962C8B-B14F-4D97-AF65-F5344CB8AC3E}">
        <p14:creationId xmlns:p14="http://schemas.microsoft.com/office/powerpoint/2010/main" val="1253911533"/>
      </p:ext>
    </p:extLst>
  </p:cSld>
  <p:clrMapOvr>
    <a:masterClrMapping/>
  </p:clrMapOvr>
  <p:timing>
    <p:tnLst>
      <p:par>
        <p:cTn xmlns:p14="http://schemas.microsoft.com/office/powerpoint/2010/mai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2"/>
          <p:cNvSpPr txBox="1">
            <a:spLocks noChangeArrowheads="1"/>
          </p:cNvSpPr>
          <p:nvPr/>
        </p:nvSpPr>
        <p:spPr bwMode="auto">
          <a:xfrm>
            <a:off x="0" y="0"/>
            <a:ext cx="9144000" cy="6858000"/>
          </a:xfrm>
          <a:prstGeom prst="rect">
            <a:avLst/>
          </a:prstGeom>
          <a:solidFill>
            <a:srgbClr val="FFFF99"/>
          </a:solidFill>
          <a:ln w="38100">
            <a:solidFill>
              <a:schemeClr val="tx1"/>
            </a:solidFill>
            <a:miter lim="800000"/>
            <a:headEnd/>
            <a:tailEnd/>
          </a:ln>
        </p:spPr>
        <p:txBody>
          <a:bodyPr>
            <a:spAutoFit/>
          </a:bodyPr>
          <a:lstStyle>
            <a:lvl1pPr>
              <a:tabLst>
                <a:tab pos="466725" algn="l"/>
                <a:tab pos="914400" algn="l"/>
                <a:tab pos="1379538" algn="l"/>
              </a:tabLst>
              <a:defRPr sz="2400">
                <a:solidFill>
                  <a:schemeClr val="tx1"/>
                </a:solidFill>
                <a:latin typeface="Times New Roman" pitchFamily="18" charset="0"/>
              </a:defRPr>
            </a:lvl1pPr>
            <a:lvl2pPr marL="742950" indent="-285750">
              <a:tabLst>
                <a:tab pos="466725" algn="l"/>
                <a:tab pos="914400" algn="l"/>
                <a:tab pos="1379538" algn="l"/>
              </a:tabLst>
              <a:defRPr sz="2400">
                <a:solidFill>
                  <a:schemeClr val="tx1"/>
                </a:solidFill>
                <a:latin typeface="Times New Roman" pitchFamily="18" charset="0"/>
              </a:defRPr>
            </a:lvl2pPr>
            <a:lvl3pPr marL="1143000" indent="-228600">
              <a:tabLst>
                <a:tab pos="466725" algn="l"/>
                <a:tab pos="914400" algn="l"/>
                <a:tab pos="1379538" algn="l"/>
              </a:tabLst>
              <a:defRPr sz="2400">
                <a:solidFill>
                  <a:schemeClr val="tx1"/>
                </a:solidFill>
                <a:latin typeface="Times New Roman" pitchFamily="18" charset="0"/>
              </a:defRPr>
            </a:lvl3pPr>
            <a:lvl4pPr marL="1600200" indent="-228600">
              <a:tabLst>
                <a:tab pos="466725" algn="l"/>
                <a:tab pos="914400" algn="l"/>
                <a:tab pos="1379538" algn="l"/>
              </a:tabLst>
              <a:defRPr sz="2400">
                <a:solidFill>
                  <a:schemeClr val="tx1"/>
                </a:solidFill>
                <a:latin typeface="Times New Roman" pitchFamily="18" charset="0"/>
              </a:defRPr>
            </a:lvl4pPr>
            <a:lvl5pPr marL="2057400" indent="-228600">
              <a:tabLst>
                <a:tab pos="466725" algn="l"/>
                <a:tab pos="914400" algn="l"/>
                <a:tab pos="1379538" algn="l"/>
              </a:tabLst>
              <a:defRPr sz="2400">
                <a:solidFill>
                  <a:schemeClr val="tx1"/>
                </a:solidFill>
                <a:latin typeface="Times New Roman" pitchFamily="18" charset="0"/>
              </a:defRPr>
            </a:lvl5pPr>
            <a:lvl6pPr marL="2514600" indent="-228600" eaLnBrk="0" fontAlgn="base" hangingPunct="0">
              <a:spcBef>
                <a:spcPct val="0"/>
              </a:spcBef>
              <a:spcAft>
                <a:spcPct val="0"/>
              </a:spcAft>
              <a:tabLst>
                <a:tab pos="466725" algn="l"/>
                <a:tab pos="914400" algn="l"/>
                <a:tab pos="1379538" algn="l"/>
              </a:tabLst>
              <a:defRPr sz="2400">
                <a:solidFill>
                  <a:schemeClr val="tx1"/>
                </a:solidFill>
                <a:latin typeface="Times New Roman" pitchFamily="18" charset="0"/>
              </a:defRPr>
            </a:lvl6pPr>
            <a:lvl7pPr marL="2971800" indent="-228600" eaLnBrk="0" fontAlgn="base" hangingPunct="0">
              <a:spcBef>
                <a:spcPct val="0"/>
              </a:spcBef>
              <a:spcAft>
                <a:spcPct val="0"/>
              </a:spcAft>
              <a:tabLst>
                <a:tab pos="466725" algn="l"/>
                <a:tab pos="914400" algn="l"/>
                <a:tab pos="1379538" algn="l"/>
              </a:tabLst>
              <a:defRPr sz="2400">
                <a:solidFill>
                  <a:schemeClr val="tx1"/>
                </a:solidFill>
                <a:latin typeface="Times New Roman" pitchFamily="18" charset="0"/>
              </a:defRPr>
            </a:lvl7pPr>
            <a:lvl8pPr marL="3429000" indent="-228600" eaLnBrk="0" fontAlgn="base" hangingPunct="0">
              <a:spcBef>
                <a:spcPct val="0"/>
              </a:spcBef>
              <a:spcAft>
                <a:spcPct val="0"/>
              </a:spcAft>
              <a:tabLst>
                <a:tab pos="466725" algn="l"/>
                <a:tab pos="914400" algn="l"/>
                <a:tab pos="1379538" algn="l"/>
              </a:tabLst>
              <a:defRPr sz="2400">
                <a:solidFill>
                  <a:schemeClr val="tx1"/>
                </a:solidFill>
                <a:latin typeface="Times New Roman" pitchFamily="18" charset="0"/>
              </a:defRPr>
            </a:lvl8pPr>
            <a:lvl9pPr marL="3886200" indent="-228600" eaLnBrk="0" fontAlgn="base" hangingPunct="0">
              <a:spcBef>
                <a:spcPct val="0"/>
              </a:spcBef>
              <a:spcAft>
                <a:spcPct val="0"/>
              </a:spcAft>
              <a:tabLst>
                <a:tab pos="466725" algn="l"/>
                <a:tab pos="914400" algn="l"/>
                <a:tab pos="1379538" algn="l"/>
              </a:tabLst>
              <a:defRPr sz="2400">
                <a:solidFill>
                  <a:schemeClr val="tx1"/>
                </a:solidFill>
                <a:latin typeface="Times New Roman" pitchFamily="18" charset="0"/>
              </a:defRPr>
            </a:lvl9pPr>
          </a:lstStyle>
          <a:p>
            <a:pPr>
              <a:lnSpc>
                <a:spcPct val="85000"/>
              </a:lnSpc>
              <a:tabLst>
                <a:tab pos="233363" algn="l"/>
                <a:tab pos="466725" algn="l"/>
                <a:tab pos="690563" algn="l"/>
                <a:tab pos="914400" algn="l"/>
                <a:tab pos="1147763" algn="l"/>
                <a:tab pos="1379538" algn="l"/>
              </a:tabLst>
            </a:pPr>
            <a:r>
              <a:rPr lang="en-US" sz="1600" dirty="0"/>
              <a:t>// Java0526.java</a:t>
            </a:r>
          </a:p>
          <a:p>
            <a:pPr>
              <a:lnSpc>
                <a:spcPct val="85000"/>
              </a:lnSpc>
              <a:tabLst>
                <a:tab pos="233363" algn="l"/>
                <a:tab pos="466725" algn="l"/>
                <a:tab pos="690563" algn="l"/>
                <a:tab pos="914400" algn="l"/>
                <a:tab pos="1147763" algn="l"/>
                <a:tab pos="1379538" algn="l"/>
              </a:tabLst>
            </a:pPr>
            <a:r>
              <a:rPr lang="en-US" sz="1600" dirty="0"/>
              <a:t>// This program attempts to "distribute the not" through the compound condition.</a:t>
            </a:r>
          </a:p>
          <a:p>
            <a:pPr>
              <a:lnSpc>
                <a:spcPct val="85000"/>
              </a:lnSpc>
              <a:tabLst>
                <a:tab pos="233363" algn="l"/>
                <a:tab pos="466725" algn="l"/>
                <a:tab pos="690563" algn="l"/>
                <a:tab pos="914400" algn="l"/>
                <a:tab pos="1147763" algn="l"/>
                <a:tab pos="1379538" algn="l"/>
              </a:tabLst>
            </a:pPr>
            <a:r>
              <a:rPr lang="en-US" sz="1600" dirty="0"/>
              <a:t>// The program does not function properly because </a:t>
            </a:r>
            <a:r>
              <a:rPr lang="en-US" sz="1600" dirty="0" err="1"/>
              <a:t>DeMorgan’s</a:t>
            </a:r>
            <a:r>
              <a:rPr lang="en-US" sz="1600" dirty="0"/>
              <a:t> Law was not considered</a:t>
            </a:r>
            <a:r>
              <a:rPr lang="en-US" sz="1600" dirty="0" smtClean="0"/>
              <a:t>.</a:t>
            </a:r>
            <a:endParaRPr lang="en-US" sz="1600" dirty="0"/>
          </a:p>
          <a:p>
            <a:pPr>
              <a:lnSpc>
                <a:spcPct val="85000"/>
              </a:lnSpc>
              <a:tabLst>
                <a:tab pos="233363" algn="l"/>
                <a:tab pos="466725" algn="l"/>
                <a:tab pos="690563" algn="l"/>
                <a:tab pos="914400" algn="l"/>
                <a:tab pos="1147763" algn="l"/>
                <a:tab pos="1379538" algn="l"/>
              </a:tabLst>
            </a:pPr>
            <a:r>
              <a:rPr lang="en-US" sz="1600" dirty="0"/>
              <a:t>import </a:t>
            </a:r>
            <a:r>
              <a:rPr lang="en-US" sz="1600" dirty="0" err="1"/>
              <a:t>java.util.Scanner</a:t>
            </a:r>
            <a:r>
              <a:rPr lang="en-US" sz="1600" dirty="0" smtClean="0"/>
              <a:t>;</a:t>
            </a:r>
            <a:endParaRPr lang="en-US" sz="1600" dirty="0"/>
          </a:p>
          <a:p>
            <a:pPr>
              <a:lnSpc>
                <a:spcPct val="85000"/>
              </a:lnSpc>
              <a:tabLst>
                <a:tab pos="233363" algn="l"/>
                <a:tab pos="466725" algn="l"/>
                <a:tab pos="690563" algn="l"/>
                <a:tab pos="914400" algn="l"/>
                <a:tab pos="1147763" algn="l"/>
                <a:tab pos="1379538" algn="l"/>
              </a:tabLst>
            </a:pPr>
            <a:r>
              <a:rPr lang="en-US" sz="1600" dirty="0"/>
              <a:t>public class Java0526</a:t>
            </a:r>
          </a:p>
          <a:p>
            <a:pPr>
              <a:lnSpc>
                <a:spcPct val="85000"/>
              </a:lnSpc>
              <a:tabLst>
                <a:tab pos="233363" algn="l"/>
                <a:tab pos="466725" algn="l"/>
                <a:tab pos="690563" algn="l"/>
                <a:tab pos="914400" algn="l"/>
                <a:tab pos="1147763" algn="l"/>
                <a:tab pos="1379538" algn="l"/>
              </a:tabLst>
            </a:pPr>
            <a:r>
              <a:rPr lang="en-US" sz="1600" dirty="0"/>
              <a:t>{</a:t>
            </a:r>
          </a:p>
          <a:p>
            <a:pPr>
              <a:lnSpc>
                <a:spcPct val="85000"/>
              </a:lnSpc>
              <a:tabLst>
                <a:tab pos="233363" algn="l"/>
                <a:tab pos="466725" algn="l"/>
                <a:tab pos="690563" algn="l"/>
                <a:tab pos="914400" algn="l"/>
                <a:tab pos="1147763" algn="l"/>
                <a:tab pos="1379538" algn="l"/>
              </a:tabLst>
            </a:pPr>
            <a:r>
              <a:rPr lang="en-US" sz="1600" dirty="0"/>
              <a:t>	public static void main (String </a:t>
            </a:r>
            <a:r>
              <a:rPr lang="en-US" sz="1600" dirty="0" err="1"/>
              <a:t>args</a:t>
            </a:r>
            <a:r>
              <a:rPr lang="en-US" sz="1600" dirty="0"/>
              <a:t>[])</a:t>
            </a:r>
          </a:p>
          <a:p>
            <a:pPr>
              <a:lnSpc>
                <a:spcPct val="85000"/>
              </a:lnSpc>
              <a:tabLst>
                <a:tab pos="233363" algn="l"/>
                <a:tab pos="466725" algn="l"/>
                <a:tab pos="690563" algn="l"/>
                <a:tab pos="914400" algn="l"/>
                <a:tab pos="1147763" algn="l"/>
                <a:tab pos="1379538" algn="l"/>
              </a:tabLst>
            </a:pPr>
            <a:r>
              <a:rPr lang="en-US" sz="1600" dirty="0"/>
              <a:t>	{</a:t>
            </a:r>
          </a:p>
          <a:p>
            <a:pPr>
              <a:lnSpc>
                <a:spcPct val="85000"/>
              </a:lnSpc>
              <a:tabLst>
                <a:tab pos="233363" algn="l"/>
                <a:tab pos="466725" algn="l"/>
                <a:tab pos="690563" algn="l"/>
                <a:tab pos="914400" algn="l"/>
                <a:tab pos="1147763" algn="l"/>
                <a:tab pos="1379538" algn="l"/>
              </a:tabLst>
            </a:pPr>
            <a:r>
              <a:rPr lang="en-US" sz="1600" dirty="0"/>
              <a:t>		</a:t>
            </a:r>
            <a:r>
              <a:rPr lang="en-US" sz="1600" dirty="0" err="1"/>
              <a:t>System.out.println</a:t>
            </a:r>
            <a:r>
              <a:rPr lang="en-US" sz="1600" dirty="0"/>
              <a:t>("JAVA0526.JAVA");</a:t>
            </a:r>
          </a:p>
          <a:p>
            <a:pPr>
              <a:lnSpc>
                <a:spcPct val="85000"/>
              </a:lnSpc>
              <a:tabLst>
                <a:tab pos="233363" algn="l"/>
                <a:tab pos="466725" algn="l"/>
                <a:tab pos="690563" algn="l"/>
                <a:tab pos="914400" algn="l"/>
                <a:tab pos="1147763" algn="l"/>
                <a:tab pos="1379538" algn="l"/>
              </a:tabLst>
            </a:pPr>
            <a:r>
              <a:rPr lang="en-US" sz="1600" dirty="0"/>
              <a:t>      		Scanner input = new Scanner(System.in</a:t>
            </a:r>
            <a:r>
              <a:rPr lang="en-US" sz="1600" dirty="0" smtClean="0"/>
              <a:t>);</a:t>
            </a:r>
            <a:endParaRPr lang="en-US" sz="1600" dirty="0"/>
          </a:p>
          <a:p>
            <a:pPr>
              <a:lnSpc>
                <a:spcPct val="85000"/>
              </a:lnSpc>
              <a:tabLst>
                <a:tab pos="233363" algn="l"/>
                <a:tab pos="466725" algn="l"/>
                <a:tab pos="690563" algn="l"/>
                <a:tab pos="914400" algn="l"/>
                <a:tab pos="1147763" algn="l"/>
                <a:tab pos="1379538" algn="l"/>
              </a:tabLst>
            </a:pPr>
            <a:r>
              <a:rPr lang="en-US" sz="1600" dirty="0"/>
              <a:t>		char gender;</a:t>
            </a:r>
          </a:p>
          <a:p>
            <a:pPr>
              <a:lnSpc>
                <a:spcPct val="85000"/>
              </a:lnSpc>
              <a:tabLst>
                <a:tab pos="233363" algn="l"/>
                <a:tab pos="466725" algn="l"/>
                <a:tab pos="690563" algn="l"/>
                <a:tab pos="914400" algn="l"/>
                <a:tab pos="1147763" algn="l"/>
                <a:tab pos="1379538" algn="l"/>
              </a:tabLst>
            </a:pPr>
            <a:r>
              <a:rPr lang="en-US" sz="1600" dirty="0"/>
              <a:t>		</a:t>
            </a:r>
            <a:r>
              <a:rPr lang="en-US" sz="1600" dirty="0" err="1"/>
              <a:t>boolean</a:t>
            </a:r>
            <a:r>
              <a:rPr lang="en-US" sz="1600" dirty="0"/>
              <a:t> </a:t>
            </a:r>
            <a:r>
              <a:rPr lang="en-US" sz="1600" dirty="0" err="1"/>
              <a:t>genderInvalid</a:t>
            </a:r>
            <a:r>
              <a:rPr lang="en-US" sz="1600" dirty="0"/>
              <a:t>;</a:t>
            </a:r>
          </a:p>
          <a:p>
            <a:pPr>
              <a:lnSpc>
                <a:spcPct val="85000"/>
              </a:lnSpc>
              <a:tabLst>
                <a:tab pos="233363" algn="l"/>
                <a:tab pos="466725" algn="l"/>
                <a:tab pos="690563" algn="l"/>
                <a:tab pos="914400" algn="l"/>
                <a:tab pos="1147763" algn="l"/>
                <a:tab pos="1379538" algn="l"/>
              </a:tabLst>
            </a:pPr>
            <a:r>
              <a:rPr lang="en-US" sz="1600" dirty="0"/>
              <a:t>		do</a:t>
            </a:r>
          </a:p>
          <a:p>
            <a:pPr>
              <a:lnSpc>
                <a:spcPct val="85000"/>
              </a:lnSpc>
              <a:tabLst>
                <a:tab pos="233363" algn="l"/>
                <a:tab pos="466725" algn="l"/>
                <a:tab pos="690563" algn="l"/>
                <a:tab pos="914400" algn="l"/>
                <a:tab pos="1147763" algn="l"/>
                <a:tab pos="1379538" algn="l"/>
              </a:tabLst>
            </a:pPr>
            <a:r>
              <a:rPr lang="en-US" sz="1600" dirty="0"/>
              <a:t>		{</a:t>
            </a:r>
          </a:p>
          <a:p>
            <a:pPr>
              <a:lnSpc>
                <a:spcPct val="85000"/>
              </a:lnSpc>
              <a:tabLst>
                <a:tab pos="233363" algn="l"/>
                <a:tab pos="466725" algn="l"/>
                <a:tab pos="690563" algn="l"/>
                <a:tab pos="914400" algn="l"/>
                <a:tab pos="1147763" algn="l"/>
                <a:tab pos="1379538" algn="l"/>
              </a:tabLst>
            </a:pPr>
            <a:r>
              <a:rPr lang="en-US" sz="1600" dirty="0"/>
              <a:t>			</a:t>
            </a:r>
            <a:r>
              <a:rPr lang="en-US" sz="1600" dirty="0" err="1"/>
              <a:t>System.out.print</a:t>
            </a:r>
            <a:r>
              <a:rPr lang="en-US" sz="1600" dirty="0"/>
              <a:t>("\</a:t>
            </a:r>
            <a:r>
              <a:rPr lang="en-US" sz="1600" dirty="0" err="1"/>
              <a:t>nEnter</a:t>
            </a:r>
            <a:r>
              <a:rPr lang="en-US" sz="1600" dirty="0"/>
              <a:t> Your Gender.  ===&gt;&gt;  ");</a:t>
            </a:r>
          </a:p>
          <a:p>
            <a:pPr>
              <a:lnSpc>
                <a:spcPct val="85000"/>
              </a:lnSpc>
              <a:tabLst>
                <a:tab pos="233363" algn="l"/>
                <a:tab pos="466725" algn="l"/>
                <a:tab pos="690563" algn="l"/>
                <a:tab pos="914400" algn="l"/>
                <a:tab pos="1147763" algn="l"/>
                <a:tab pos="1379538" algn="l"/>
              </a:tabLst>
            </a:pPr>
            <a:r>
              <a:rPr lang="en-US" sz="1600" dirty="0"/>
              <a:t>			gender = </a:t>
            </a:r>
            <a:r>
              <a:rPr lang="en-US" sz="1600" dirty="0" err="1"/>
              <a:t>input.nextLine</a:t>
            </a:r>
            <a:r>
              <a:rPr lang="en-US" sz="1600" dirty="0"/>
              <a:t>().</a:t>
            </a:r>
            <a:r>
              <a:rPr lang="en-US" sz="1600" dirty="0" err="1"/>
              <a:t>charAt</a:t>
            </a:r>
            <a:r>
              <a:rPr lang="en-US" sz="1600" dirty="0"/>
              <a:t>(0);</a:t>
            </a:r>
          </a:p>
          <a:p>
            <a:pPr>
              <a:lnSpc>
                <a:spcPct val="85000"/>
              </a:lnSpc>
              <a:tabLst>
                <a:tab pos="233363" algn="l"/>
                <a:tab pos="466725" algn="l"/>
                <a:tab pos="690563" algn="l"/>
                <a:tab pos="914400" algn="l"/>
                <a:tab pos="1147763" algn="l"/>
                <a:tab pos="1379538" algn="l"/>
              </a:tabLst>
            </a:pPr>
            <a:r>
              <a:rPr lang="en-US" sz="1600" dirty="0"/>
              <a:t>			</a:t>
            </a:r>
            <a:r>
              <a:rPr lang="en-US" sz="1600" dirty="0" err="1"/>
              <a:t>System.out.println</a:t>
            </a:r>
            <a:r>
              <a:rPr lang="en-US" sz="1600" dirty="0"/>
              <a:t>();</a:t>
            </a:r>
          </a:p>
          <a:p>
            <a:pPr>
              <a:lnSpc>
                <a:spcPct val="85000"/>
              </a:lnSpc>
              <a:tabLst>
                <a:tab pos="233363" algn="l"/>
                <a:tab pos="466725" algn="l"/>
                <a:tab pos="690563" algn="l"/>
                <a:tab pos="914400" algn="l"/>
                <a:tab pos="1147763" algn="l"/>
                <a:tab pos="1379538" algn="l"/>
              </a:tabLst>
            </a:pPr>
            <a:r>
              <a:rPr lang="en-US" sz="900" dirty="0"/>
              <a:t> </a:t>
            </a:r>
          </a:p>
          <a:p>
            <a:pPr>
              <a:lnSpc>
                <a:spcPct val="85000"/>
              </a:lnSpc>
              <a:tabLst>
                <a:tab pos="233363" algn="l"/>
                <a:tab pos="466725" algn="l"/>
                <a:tab pos="690563" algn="l"/>
                <a:tab pos="914400" algn="l"/>
                <a:tab pos="1147763" algn="l"/>
                <a:tab pos="1379538" algn="l"/>
              </a:tabLst>
            </a:pPr>
            <a:r>
              <a:rPr lang="en-US" sz="1800" b="0" dirty="0">
                <a:latin typeface="Arial Black" panose="020B0A04020102020204" pitchFamily="34" charset="0"/>
              </a:rPr>
              <a:t>			</a:t>
            </a:r>
            <a:r>
              <a:rPr lang="en-US" sz="1800" b="0" dirty="0" err="1">
                <a:latin typeface="Arial Black" panose="020B0A04020102020204" pitchFamily="34" charset="0"/>
              </a:rPr>
              <a:t>genderInvalid</a:t>
            </a:r>
            <a:r>
              <a:rPr lang="en-US" sz="1800" b="0" dirty="0">
                <a:latin typeface="Arial Black" panose="020B0A04020102020204" pitchFamily="34" charset="0"/>
              </a:rPr>
              <a:t> = gender != 'M' || gender != 'F';</a:t>
            </a:r>
          </a:p>
          <a:p>
            <a:pPr>
              <a:lnSpc>
                <a:spcPct val="85000"/>
              </a:lnSpc>
              <a:tabLst>
                <a:tab pos="233363" algn="l"/>
                <a:tab pos="466725" algn="l"/>
                <a:tab pos="690563" algn="l"/>
                <a:tab pos="914400" algn="l"/>
                <a:tab pos="1147763" algn="l"/>
                <a:tab pos="1379538" algn="l"/>
              </a:tabLst>
            </a:pPr>
            <a:r>
              <a:rPr lang="en-US" sz="900" dirty="0"/>
              <a:t> </a:t>
            </a:r>
          </a:p>
          <a:p>
            <a:pPr>
              <a:lnSpc>
                <a:spcPct val="85000"/>
              </a:lnSpc>
              <a:tabLst>
                <a:tab pos="233363" algn="l"/>
                <a:tab pos="466725" algn="l"/>
                <a:tab pos="690563" algn="l"/>
                <a:tab pos="914400" algn="l"/>
                <a:tab pos="1147763" algn="l"/>
                <a:tab pos="1379538" algn="l"/>
              </a:tabLst>
            </a:pPr>
            <a:r>
              <a:rPr lang="en-US" sz="1600" dirty="0"/>
              <a:t>	      	</a:t>
            </a:r>
            <a:r>
              <a:rPr lang="en-US" sz="1600" dirty="0" smtClean="0"/>
              <a:t>if </a:t>
            </a:r>
            <a:r>
              <a:rPr lang="en-US" sz="1600" dirty="0"/>
              <a:t>(</a:t>
            </a:r>
            <a:r>
              <a:rPr lang="en-US" sz="1600" dirty="0" err="1"/>
              <a:t>genderInvalid</a:t>
            </a:r>
            <a:r>
              <a:rPr lang="en-US" sz="1600" dirty="0"/>
              <a:t>)</a:t>
            </a:r>
          </a:p>
          <a:p>
            <a:pPr>
              <a:lnSpc>
                <a:spcPct val="85000"/>
              </a:lnSpc>
              <a:tabLst>
                <a:tab pos="233363" algn="l"/>
                <a:tab pos="466725" algn="l"/>
                <a:tab pos="690563" algn="l"/>
                <a:tab pos="914400" algn="l"/>
                <a:tab pos="1147763" algn="l"/>
                <a:tab pos="1379538" algn="l"/>
              </a:tabLst>
            </a:pPr>
            <a:r>
              <a:rPr lang="en-US" sz="1600" dirty="0"/>
              <a:t>	      	</a:t>
            </a:r>
            <a:r>
              <a:rPr lang="en-US" sz="1600" dirty="0" smtClean="0"/>
              <a:t>{</a:t>
            </a:r>
            <a:endParaRPr lang="en-US" sz="1600" dirty="0"/>
          </a:p>
          <a:p>
            <a:pPr>
              <a:lnSpc>
                <a:spcPct val="85000"/>
              </a:lnSpc>
              <a:tabLst>
                <a:tab pos="233363" algn="l"/>
                <a:tab pos="466725" algn="l"/>
                <a:tab pos="690563" algn="l"/>
                <a:tab pos="914400" algn="l"/>
                <a:tab pos="1147763" algn="l"/>
                <a:tab pos="1379538" algn="l"/>
              </a:tabLst>
            </a:pPr>
            <a:r>
              <a:rPr lang="en-US" sz="1600" dirty="0"/>
              <a:t>			   	</a:t>
            </a:r>
            <a:r>
              <a:rPr lang="en-US" sz="1600" dirty="0" err="1"/>
              <a:t>System.out.println</a:t>
            </a:r>
            <a:r>
              <a:rPr lang="en-US" sz="1600" dirty="0"/>
              <a:t>("Invalid Gender Entered: " + gender);</a:t>
            </a:r>
          </a:p>
          <a:p>
            <a:pPr>
              <a:lnSpc>
                <a:spcPct val="85000"/>
              </a:lnSpc>
              <a:tabLst>
                <a:tab pos="233363" algn="l"/>
                <a:tab pos="466725" algn="l"/>
                <a:tab pos="690563" algn="l"/>
                <a:tab pos="914400" algn="l"/>
                <a:tab pos="1147763" algn="l"/>
                <a:tab pos="1379538" algn="l"/>
              </a:tabLst>
            </a:pPr>
            <a:r>
              <a:rPr lang="en-US" sz="1600" dirty="0"/>
              <a:t>	        		</a:t>
            </a:r>
            <a:r>
              <a:rPr lang="en-US" sz="1600" dirty="0" err="1"/>
              <a:t>System.out.println</a:t>
            </a:r>
            <a:r>
              <a:rPr lang="en-US" sz="1600" dirty="0"/>
              <a:t>("You must enter M or F");</a:t>
            </a:r>
          </a:p>
          <a:p>
            <a:pPr>
              <a:lnSpc>
                <a:spcPct val="85000"/>
              </a:lnSpc>
              <a:tabLst>
                <a:tab pos="233363" algn="l"/>
                <a:tab pos="466725" algn="l"/>
                <a:tab pos="690563" algn="l"/>
                <a:tab pos="914400" algn="l"/>
                <a:tab pos="1147763" algn="l"/>
                <a:tab pos="1379538" algn="l"/>
              </a:tabLst>
            </a:pPr>
            <a:r>
              <a:rPr lang="en-US" sz="1600" dirty="0"/>
              <a:t>	      	}</a:t>
            </a:r>
          </a:p>
          <a:p>
            <a:pPr>
              <a:lnSpc>
                <a:spcPct val="85000"/>
              </a:lnSpc>
              <a:tabLst>
                <a:tab pos="233363" algn="l"/>
                <a:tab pos="466725" algn="l"/>
                <a:tab pos="690563" algn="l"/>
                <a:tab pos="914400" algn="l"/>
                <a:tab pos="1147763" algn="l"/>
                <a:tab pos="1379538" algn="l"/>
              </a:tabLst>
            </a:pPr>
            <a:r>
              <a:rPr lang="en-US" sz="1600" dirty="0"/>
              <a:t>		}</a:t>
            </a:r>
          </a:p>
          <a:p>
            <a:pPr>
              <a:lnSpc>
                <a:spcPct val="85000"/>
              </a:lnSpc>
              <a:tabLst>
                <a:tab pos="233363" algn="l"/>
                <a:tab pos="466725" algn="l"/>
                <a:tab pos="690563" algn="l"/>
                <a:tab pos="914400" algn="l"/>
                <a:tab pos="1147763" algn="l"/>
                <a:tab pos="1379538" algn="l"/>
              </a:tabLst>
            </a:pPr>
            <a:r>
              <a:rPr lang="en-US" sz="1600" dirty="0"/>
              <a:t>		while (</a:t>
            </a:r>
            <a:r>
              <a:rPr lang="en-US" sz="1600" dirty="0" err="1"/>
              <a:t>genderInvalid</a:t>
            </a:r>
            <a:r>
              <a:rPr lang="en-US" sz="1600" dirty="0" smtClean="0"/>
              <a:t>);</a:t>
            </a:r>
            <a:endParaRPr lang="en-US" sz="900" dirty="0"/>
          </a:p>
          <a:p>
            <a:pPr>
              <a:lnSpc>
                <a:spcPct val="85000"/>
              </a:lnSpc>
              <a:tabLst>
                <a:tab pos="233363" algn="l"/>
                <a:tab pos="466725" algn="l"/>
                <a:tab pos="690563" algn="l"/>
                <a:tab pos="914400" algn="l"/>
                <a:tab pos="1147763" algn="l"/>
                <a:tab pos="1379538" algn="l"/>
              </a:tabLst>
            </a:pPr>
            <a:r>
              <a:rPr lang="en-US" sz="1600" dirty="0"/>
              <a:t>	    	if (gender == 'M')</a:t>
            </a:r>
          </a:p>
          <a:p>
            <a:pPr>
              <a:lnSpc>
                <a:spcPct val="85000"/>
              </a:lnSpc>
              <a:tabLst>
                <a:tab pos="233363" algn="l"/>
                <a:tab pos="466725" algn="l"/>
                <a:tab pos="690563" algn="l"/>
                <a:tab pos="914400" algn="l"/>
                <a:tab pos="1147763" algn="l"/>
                <a:tab pos="1379538" algn="l"/>
              </a:tabLst>
            </a:pPr>
            <a:r>
              <a:rPr lang="en-US" sz="1600" dirty="0"/>
              <a:t>	         	</a:t>
            </a:r>
            <a:r>
              <a:rPr lang="en-US" sz="1600" dirty="0" err="1"/>
              <a:t>System.out.println</a:t>
            </a:r>
            <a:r>
              <a:rPr lang="en-US" sz="1600" dirty="0"/>
              <a:t>("Your gender is Male.");</a:t>
            </a:r>
          </a:p>
          <a:p>
            <a:pPr>
              <a:lnSpc>
                <a:spcPct val="85000"/>
              </a:lnSpc>
              <a:tabLst>
                <a:tab pos="233363" algn="l"/>
                <a:tab pos="466725" algn="l"/>
                <a:tab pos="690563" algn="l"/>
                <a:tab pos="914400" algn="l"/>
                <a:tab pos="1147763" algn="l"/>
                <a:tab pos="1379538" algn="l"/>
              </a:tabLst>
            </a:pPr>
            <a:r>
              <a:rPr lang="en-US" sz="1600" dirty="0"/>
              <a:t>	    	else</a:t>
            </a:r>
          </a:p>
          <a:p>
            <a:pPr>
              <a:lnSpc>
                <a:spcPct val="85000"/>
              </a:lnSpc>
              <a:tabLst>
                <a:tab pos="233363" algn="l"/>
                <a:tab pos="466725" algn="l"/>
                <a:tab pos="690563" algn="l"/>
                <a:tab pos="914400" algn="l"/>
                <a:tab pos="1147763" algn="l"/>
                <a:tab pos="1379538" algn="l"/>
              </a:tabLst>
            </a:pPr>
            <a:r>
              <a:rPr lang="en-US" sz="1600" dirty="0"/>
              <a:t>	    	 	</a:t>
            </a:r>
            <a:r>
              <a:rPr lang="en-US" sz="1600" dirty="0" err="1"/>
              <a:t>System.out.println</a:t>
            </a:r>
            <a:r>
              <a:rPr lang="en-US" sz="1600" dirty="0"/>
              <a:t>("Your gender is Female.");</a:t>
            </a:r>
          </a:p>
          <a:p>
            <a:pPr>
              <a:lnSpc>
                <a:spcPct val="85000"/>
              </a:lnSpc>
              <a:tabLst>
                <a:tab pos="233363" algn="l"/>
                <a:tab pos="466725" algn="l"/>
                <a:tab pos="690563" algn="l"/>
                <a:tab pos="914400" algn="l"/>
                <a:tab pos="1147763" algn="l"/>
                <a:tab pos="1379538" algn="l"/>
              </a:tabLst>
            </a:pPr>
            <a:r>
              <a:rPr lang="en-US" sz="1600" dirty="0"/>
              <a:t>       	</a:t>
            </a:r>
            <a:r>
              <a:rPr lang="en-US" sz="1600" dirty="0" err="1" smtClean="0"/>
              <a:t>System.out.println</a:t>
            </a:r>
            <a:r>
              <a:rPr lang="en-US" sz="1600" dirty="0"/>
              <a:t>("You may proceed");</a:t>
            </a:r>
          </a:p>
          <a:p>
            <a:pPr>
              <a:lnSpc>
                <a:spcPct val="60000"/>
              </a:lnSpc>
              <a:tabLst>
                <a:tab pos="233363" algn="l"/>
                <a:tab pos="466725" algn="l"/>
                <a:tab pos="690563" algn="l"/>
                <a:tab pos="914400" algn="l"/>
                <a:tab pos="1147763" algn="l"/>
                <a:tab pos="1379538" algn="l"/>
              </a:tabLst>
            </a:pPr>
            <a:r>
              <a:rPr lang="en-US" sz="1600" dirty="0"/>
              <a:t>	}</a:t>
            </a:r>
          </a:p>
          <a:p>
            <a:pPr>
              <a:lnSpc>
                <a:spcPct val="60000"/>
              </a:lnSpc>
              <a:tabLst>
                <a:tab pos="233363" algn="l"/>
                <a:tab pos="466725" algn="l"/>
                <a:tab pos="690563" algn="l"/>
                <a:tab pos="914400" algn="l"/>
                <a:tab pos="1147763" algn="l"/>
                <a:tab pos="1379538" algn="l"/>
              </a:tabLst>
            </a:pPr>
            <a:r>
              <a:rPr lang="en-US" sz="1600" dirty="0"/>
              <a:t>}</a:t>
            </a:r>
          </a:p>
        </p:txBody>
      </p:sp>
      <p:sp>
        <p:nvSpPr>
          <p:cNvPr id="3" name="TextBox 2"/>
          <p:cNvSpPr txBox="1"/>
          <p:nvPr/>
        </p:nvSpPr>
        <p:spPr>
          <a:xfrm>
            <a:off x="6400800" y="0"/>
            <a:ext cx="2743200" cy="6858000"/>
          </a:xfrm>
          <a:prstGeom prst="rect">
            <a:avLst/>
          </a:prstGeom>
          <a:solidFill>
            <a:schemeClr val="accent6">
              <a:lumMod val="20000"/>
              <a:lumOff val="80000"/>
            </a:schemeClr>
          </a:solidFill>
          <a:ln w="57150">
            <a:solidFill>
              <a:schemeClr val="tx1"/>
            </a:solidFill>
          </a:ln>
        </p:spPr>
        <p:txBody>
          <a:bodyPr wrap="square" rtlCol="0">
            <a:spAutoFit/>
          </a:bodyPr>
          <a:lstStyle/>
          <a:p>
            <a:r>
              <a:rPr lang="en-US" sz="1400" dirty="0">
                <a:latin typeface="Times New Roman" panose="02020603050405020304" pitchFamily="18" charset="0"/>
                <a:cs typeface="Times New Roman" panose="02020603050405020304" pitchFamily="18" charset="0"/>
              </a:rPr>
              <a:t>JAVA0526.JAVA</a:t>
            </a:r>
          </a:p>
          <a:p>
            <a:r>
              <a:rPr lang="en-US" sz="1200" dirty="0">
                <a:latin typeface="Times New Roman" panose="02020603050405020304" pitchFamily="18" charset="0"/>
                <a:cs typeface="Times New Roman" panose="02020603050405020304" pitchFamily="18" charset="0"/>
              </a:rPr>
              <a:t> </a:t>
            </a:r>
          </a:p>
          <a:p>
            <a:r>
              <a:rPr lang="en-US" sz="1400" dirty="0">
                <a:latin typeface="Times New Roman" panose="02020603050405020304" pitchFamily="18" charset="0"/>
                <a:cs typeface="Times New Roman" panose="02020603050405020304" pitchFamily="18" charset="0"/>
              </a:rPr>
              <a:t>Enter Your Gender.  ===&gt;&gt;  Q</a:t>
            </a:r>
          </a:p>
          <a:p>
            <a:r>
              <a:rPr lang="en-US" sz="1200" dirty="0">
                <a:latin typeface="Times New Roman" panose="02020603050405020304" pitchFamily="18" charset="0"/>
                <a:cs typeface="Times New Roman" panose="02020603050405020304" pitchFamily="18" charset="0"/>
              </a:rPr>
              <a:t> </a:t>
            </a:r>
          </a:p>
          <a:p>
            <a:r>
              <a:rPr lang="en-US" sz="1400" dirty="0">
                <a:latin typeface="Times New Roman" panose="02020603050405020304" pitchFamily="18" charset="0"/>
                <a:cs typeface="Times New Roman" panose="02020603050405020304" pitchFamily="18" charset="0"/>
              </a:rPr>
              <a:t>Invalid Gender Entered: Q</a:t>
            </a:r>
          </a:p>
          <a:p>
            <a:r>
              <a:rPr lang="en-US" sz="1400" dirty="0">
                <a:latin typeface="Times New Roman" panose="02020603050405020304" pitchFamily="18" charset="0"/>
                <a:cs typeface="Times New Roman" panose="02020603050405020304" pitchFamily="18" charset="0"/>
              </a:rPr>
              <a:t>You must enter M or F</a:t>
            </a:r>
          </a:p>
          <a:p>
            <a:r>
              <a:rPr lang="en-US" sz="1200" dirty="0">
                <a:latin typeface="Times New Roman" panose="02020603050405020304" pitchFamily="18" charset="0"/>
                <a:cs typeface="Times New Roman" panose="02020603050405020304" pitchFamily="18" charset="0"/>
              </a:rPr>
              <a:t> </a:t>
            </a:r>
          </a:p>
          <a:p>
            <a:r>
              <a:rPr lang="en-US" sz="1400" dirty="0">
                <a:latin typeface="Times New Roman" panose="02020603050405020304" pitchFamily="18" charset="0"/>
                <a:cs typeface="Times New Roman" panose="02020603050405020304" pitchFamily="18" charset="0"/>
              </a:rPr>
              <a:t>Enter Your Gender.  ===&gt;&gt;  3</a:t>
            </a:r>
          </a:p>
          <a:p>
            <a:r>
              <a:rPr lang="en-US" sz="1200" dirty="0">
                <a:latin typeface="Times New Roman" panose="02020603050405020304" pitchFamily="18" charset="0"/>
                <a:cs typeface="Times New Roman" panose="02020603050405020304" pitchFamily="18" charset="0"/>
              </a:rPr>
              <a:t> </a:t>
            </a:r>
          </a:p>
          <a:p>
            <a:r>
              <a:rPr lang="en-US" sz="1400" dirty="0">
                <a:latin typeface="Times New Roman" panose="02020603050405020304" pitchFamily="18" charset="0"/>
                <a:cs typeface="Times New Roman" panose="02020603050405020304" pitchFamily="18" charset="0"/>
              </a:rPr>
              <a:t>Invalid Gender Entered: 3</a:t>
            </a:r>
          </a:p>
          <a:p>
            <a:r>
              <a:rPr lang="en-US" sz="1400" dirty="0">
                <a:latin typeface="Times New Roman" panose="02020603050405020304" pitchFamily="18" charset="0"/>
                <a:cs typeface="Times New Roman" panose="02020603050405020304" pitchFamily="18" charset="0"/>
              </a:rPr>
              <a:t>You must enter M or F</a:t>
            </a:r>
          </a:p>
          <a:p>
            <a:r>
              <a:rPr lang="en-US" sz="1200" dirty="0">
                <a:latin typeface="Times New Roman" panose="02020603050405020304" pitchFamily="18" charset="0"/>
                <a:cs typeface="Times New Roman" panose="02020603050405020304" pitchFamily="18" charset="0"/>
              </a:rPr>
              <a:t> </a:t>
            </a:r>
          </a:p>
          <a:p>
            <a:r>
              <a:rPr lang="en-US" sz="1400" dirty="0">
                <a:latin typeface="Times New Roman" panose="02020603050405020304" pitchFamily="18" charset="0"/>
                <a:cs typeface="Times New Roman" panose="02020603050405020304" pitchFamily="18" charset="0"/>
              </a:rPr>
              <a:t>Enter Your Gender.  ===&gt;&gt;  F</a:t>
            </a:r>
          </a:p>
          <a:p>
            <a:r>
              <a:rPr lang="en-US" sz="1200" dirty="0">
                <a:latin typeface="Times New Roman" panose="02020603050405020304" pitchFamily="18" charset="0"/>
                <a:cs typeface="Times New Roman" panose="02020603050405020304" pitchFamily="18" charset="0"/>
              </a:rPr>
              <a:t> </a:t>
            </a:r>
          </a:p>
          <a:p>
            <a:r>
              <a:rPr lang="en-US" sz="1400" dirty="0">
                <a:latin typeface="Times New Roman" panose="02020603050405020304" pitchFamily="18" charset="0"/>
                <a:cs typeface="Times New Roman" panose="02020603050405020304" pitchFamily="18" charset="0"/>
              </a:rPr>
              <a:t>Invalid Gender Entered: F</a:t>
            </a:r>
          </a:p>
          <a:p>
            <a:r>
              <a:rPr lang="en-US" sz="1400" dirty="0">
                <a:latin typeface="Times New Roman" panose="02020603050405020304" pitchFamily="18" charset="0"/>
                <a:cs typeface="Times New Roman" panose="02020603050405020304" pitchFamily="18" charset="0"/>
              </a:rPr>
              <a:t>You must enter M or F</a:t>
            </a:r>
          </a:p>
          <a:p>
            <a:r>
              <a:rPr lang="en-US" sz="1200" dirty="0">
                <a:latin typeface="Times New Roman" panose="02020603050405020304" pitchFamily="18" charset="0"/>
                <a:cs typeface="Times New Roman" panose="02020603050405020304" pitchFamily="18" charset="0"/>
              </a:rPr>
              <a:t> </a:t>
            </a:r>
          </a:p>
          <a:p>
            <a:r>
              <a:rPr lang="en-US" sz="1400" dirty="0">
                <a:latin typeface="Times New Roman" panose="02020603050405020304" pitchFamily="18" charset="0"/>
                <a:cs typeface="Times New Roman" panose="02020603050405020304" pitchFamily="18" charset="0"/>
              </a:rPr>
              <a:t>Enter Your Gender.  ===&gt;&gt;  F</a:t>
            </a:r>
          </a:p>
          <a:p>
            <a:r>
              <a:rPr lang="en-US" sz="1200" dirty="0">
                <a:latin typeface="Times New Roman" panose="02020603050405020304" pitchFamily="18" charset="0"/>
                <a:cs typeface="Times New Roman" panose="02020603050405020304" pitchFamily="18" charset="0"/>
              </a:rPr>
              <a:t> </a:t>
            </a:r>
          </a:p>
          <a:p>
            <a:r>
              <a:rPr lang="en-US" sz="1400" dirty="0">
                <a:latin typeface="Times New Roman" panose="02020603050405020304" pitchFamily="18" charset="0"/>
                <a:cs typeface="Times New Roman" panose="02020603050405020304" pitchFamily="18" charset="0"/>
              </a:rPr>
              <a:t>Invalid Gender Entered: F</a:t>
            </a:r>
          </a:p>
          <a:p>
            <a:r>
              <a:rPr lang="en-US" sz="1400" dirty="0">
                <a:latin typeface="Times New Roman" panose="02020603050405020304" pitchFamily="18" charset="0"/>
                <a:cs typeface="Times New Roman" panose="02020603050405020304" pitchFamily="18" charset="0"/>
              </a:rPr>
              <a:t>You must enter M or F</a:t>
            </a:r>
          </a:p>
          <a:p>
            <a:r>
              <a:rPr lang="en-US" sz="1200" dirty="0">
                <a:latin typeface="Times New Roman" panose="02020603050405020304" pitchFamily="18" charset="0"/>
                <a:cs typeface="Times New Roman" panose="02020603050405020304" pitchFamily="18" charset="0"/>
              </a:rPr>
              <a:t> </a:t>
            </a:r>
          </a:p>
          <a:p>
            <a:r>
              <a:rPr lang="en-US" sz="1400" dirty="0">
                <a:latin typeface="Times New Roman" panose="02020603050405020304" pitchFamily="18" charset="0"/>
                <a:cs typeface="Times New Roman" panose="02020603050405020304" pitchFamily="18" charset="0"/>
              </a:rPr>
              <a:t>Enter Your Gender.  ===&gt;&gt;  M</a:t>
            </a:r>
          </a:p>
          <a:p>
            <a:r>
              <a:rPr lang="en-US" sz="1200" dirty="0">
                <a:latin typeface="Times New Roman" panose="02020603050405020304" pitchFamily="18" charset="0"/>
                <a:cs typeface="Times New Roman" panose="02020603050405020304" pitchFamily="18" charset="0"/>
              </a:rPr>
              <a:t> </a:t>
            </a:r>
          </a:p>
          <a:p>
            <a:r>
              <a:rPr lang="en-US" sz="1400" dirty="0">
                <a:latin typeface="Times New Roman" panose="02020603050405020304" pitchFamily="18" charset="0"/>
                <a:cs typeface="Times New Roman" panose="02020603050405020304" pitchFamily="18" charset="0"/>
              </a:rPr>
              <a:t>Invalid Gender Entered: M</a:t>
            </a:r>
          </a:p>
          <a:p>
            <a:r>
              <a:rPr lang="en-US" sz="1400" dirty="0">
                <a:latin typeface="Times New Roman" panose="02020603050405020304" pitchFamily="18" charset="0"/>
                <a:cs typeface="Times New Roman" panose="02020603050405020304" pitchFamily="18" charset="0"/>
              </a:rPr>
              <a:t>You must enter M or F</a:t>
            </a:r>
          </a:p>
          <a:p>
            <a:r>
              <a:rPr lang="en-US" sz="1200" dirty="0">
                <a:latin typeface="Times New Roman" panose="02020603050405020304" pitchFamily="18" charset="0"/>
                <a:cs typeface="Times New Roman" panose="02020603050405020304" pitchFamily="18" charset="0"/>
              </a:rPr>
              <a:t> </a:t>
            </a:r>
          </a:p>
          <a:p>
            <a:r>
              <a:rPr lang="en-US" sz="1400" dirty="0">
                <a:latin typeface="Times New Roman" panose="02020603050405020304" pitchFamily="18" charset="0"/>
                <a:cs typeface="Times New Roman" panose="02020603050405020304" pitchFamily="18" charset="0"/>
              </a:rPr>
              <a:t>Enter Your Gender.  ===&gt;&gt;  M</a:t>
            </a:r>
          </a:p>
          <a:p>
            <a:r>
              <a:rPr lang="en-US" sz="1200" dirty="0">
                <a:latin typeface="Times New Roman" panose="02020603050405020304" pitchFamily="18" charset="0"/>
                <a:cs typeface="Times New Roman" panose="02020603050405020304" pitchFamily="18" charset="0"/>
              </a:rPr>
              <a:t> </a:t>
            </a:r>
          </a:p>
          <a:p>
            <a:r>
              <a:rPr lang="en-US" sz="1400" dirty="0">
                <a:latin typeface="Times New Roman" panose="02020603050405020304" pitchFamily="18" charset="0"/>
                <a:cs typeface="Times New Roman" panose="02020603050405020304" pitchFamily="18" charset="0"/>
              </a:rPr>
              <a:t>Invalid Gender Entered: M</a:t>
            </a:r>
          </a:p>
          <a:p>
            <a:r>
              <a:rPr lang="en-US" sz="1400" dirty="0">
                <a:latin typeface="Times New Roman" panose="02020603050405020304" pitchFamily="18" charset="0"/>
                <a:cs typeface="Times New Roman" panose="02020603050405020304" pitchFamily="18" charset="0"/>
              </a:rPr>
              <a:t>You must enter M or </a:t>
            </a:r>
            <a:r>
              <a:rPr lang="en-US" sz="1400" dirty="0" smtClean="0">
                <a:latin typeface="Times New Roman" panose="02020603050405020304" pitchFamily="18" charset="0"/>
                <a:cs typeface="Times New Roman" panose="02020603050405020304" pitchFamily="18" charset="0"/>
              </a:rPr>
              <a:t>F</a:t>
            </a:r>
            <a:endParaRPr lang="en-US" sz="12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a:t>
            </a:r>
            <a:r>
              <a:rPr lang="en-US" sz="1400" dirty="0" smtClean="0">
                <a:latin typeface="Times New Roman" panose="02020603050405020304" pitchFamily="18" charset="0"/>
                <a:cs typeface="Times New Roman" panose="02020603050405020304" pitchFamily="18" charset="0"/>
              </a:rPr>
              <a:t>:</a:t>
            </a:r>
            <a:r>
              <a:rPr lang="en-US" sz="1400" dirty="0">
                <a:latin typeface="Times New Roman" panose="02020603050405020304" pitchFamily="18" charset="0"/>
                <a:cs typeface="Times New Roman" panose="02020603050405020304" pitchFamily="18" charset="0"/>
              </a:rPr>
              <a:t>	</a:t>
            </a:r>
            <a:r>
              <a:rPr lang="en-US" sz="1400" dirty="0" smtClean="0">
                <a:latin typeface="Times New Roman" panose="02020603050405020304" pitchFamily="18" charset="0"/>
                <a:cs typeface="Times New Roman" panose="02020603050405020304" pitchFamily="18" charset="0"/>
              </a:rPr>
              <a:t>:</a:t>
            </a:r>
          </a:p>
          <a:p>
            <a:r>
              <a:rPr lang="en-US" sz="1400" i="1" dirty="0" smtClean="0">
                <a:latin typeface="Times New Roman" panose="02020603050405020304" pitchFamily="18" charset="0"/>
                <a:cs typeface="Times New Roman" panose="02020603050405020304" pitchFamily="18" charset="0"/>
              </a:rPr>
              <a:t>The program never stops !!!!</a:t>
            </a:r>
            <a:endParaRPr lang="en-US" sz="14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8178282"/>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to="" calcmode="lin" valueType="num">
                                      <p:cBhvr>
                                        <p:cTn id="7" dur="1" fill="hold"/>
                                        <p:tgtEl>
                                          <p:spTgt spid="3"/>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0" y="-1"/>
            <a:ext cx="9144000" cy="1550987"/>
          </a:xfrm>
        </p:spPr>
        <p:txBody>
          <a:bodyPr/>
          <a:lstStyle/>
          <a:p>
            <a:r>
              <a:rPr lang="en-US" sz="5400" b="0" dirty="0" err="1" smtClean="0">
                <a:latin typeface="Arial Black" pitchFamily="34" charset="0"/>
              </a:rPr>
              <a:t>DeMorgan’s</a:t>
            </a:r>
            <a:r>
              <a:rPr lang="en-US" sz="5400" b="0" dirty="0" smtClean="0">
                <a:latin typeface="Arial Black" pitchFamily="34" charset="0"/>
              </a:rPr>
              <a:t> Law </a:t>
            </a:r>
            <a:r>
              <a:rPr lang="en-US" sz="5400" b="0" i="1" dirty="0" smtClean="0">
                <a:latin typeface="Arial" pitchFamily="34" charset="0"/>
                <a:cs typeface="Arial" pitchFamily="34" charset="0"/>
              </a:rPr>
              <a:t>Again</a:t>
            </a:r>
          </a:p>
        </p:txBody>
      </p:sp>
      <p:sp>
        <p:nvSpPr>
          <p:cNvPr id="26627" name="Text Box 2"/>
          <p:cNvSpPr txBox="1">
            <a:spLocks noChangeArrowheads="1"/>
          </p:cNvSpPr>
          <p:nvPr/>
        </p:nvSpPr>
        <p:spPr bwMode="auto">
          <a:xfrm>
            <a:off x="457200" y="1550987"/>
            <a:ext cx="8153400" cy="1878013"/>
          </a:xfrm>
          <a:prstGeom prst="rect">
            <a:avLst/>
          </a:prstGeom>
          <a:solidFill>
            <a:srgbClr val="00FFFF"/>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lnSpc>
                <a:spcPct val="150000"/>
              </a:lnSpc>
            </a:pPr>
            <a:r>
              <a:rPr lang="en-US" sz="3600" b="1" dirty="0">
                <a:latin typeface="Arial" charset="0"/>
              </a:rPr>
              <a:t>not(A and B) = not A </a:t>
            </a:r>
            <a:r>
              <a:rPr lang="en-US" sz="3600" dirty="0">
                <a:latin typeface="Arial Black" pitchFamily="34" charset="0"/>
              </a:rPr>
              <a:t>or</a:t>
            </a:r>
            <a:r>
              <a:rPr lang="en-US" sz="3600" b="1" dirty="0">
                <a:latin typeface="Arial" charset="0"/>
              </a:rPr>
              <a:t> not B</a:t>
            </a:r>
          </a:p>
          <a:p>
            <a:pPr algn="ctr">
              <a:lnSpc>
                <a:spcPct val="150000"/>
              </a:lnSpc>
            </a:pPr>
            <a:r>
              <a:rPr lang="en-US" sz="3600" b="1" dirty="0">
                <a:latin typeface="Arial" charset="0"/>
              </a:rPr>
              <a:t>not(A or B) = not A </a:t>
            </a:r>
            <a:r>
              <a:rPr lang="en-US" sz="3600" dirty="0">
                <a:latin typeface="Arial Black" pitchFamily="34" charset="0"/>
              </a:rPr>
              <a:t>and</a:t>
            </a:r>
            <a:r>
              <a:rPr lang="en-US" sz="3600" b="1" dirty="0">
                <a:latin typeface="Arial" charset="0"/>
              </a:rPr>
              <a:t> not B</a:t>
            </a:r>
          </a:p>
          <a:p>
            <a:pPr algn="ctr"/>
            <a:endParaRPr lang="en-US" sz="800" dirty="0"/>
          </a:p>
        </p:txBody>
      </p:sp>
      <p:sp>
        <p:nvSpPr>
          <p:cNvPr id="4" name="Text Box 2"/>
          <p:cNvSpPr txBox="1">
            <a:spLocks noChangeArrowheads="1"/>
          </p:cNvSpPr>
          <p:nvPr/>
        </p:nvSpPr>
        <p:spPr bwMode="auto">
          <a:xfrm>
            <a:off x="457200" y="4480560"/>
            <a:ext cx="8153400" cy="1920240"/>
          </a:xfrm>
          <a:prstGeom prst="rect">
            <a:avLst/>
          </a:prstGeom>
          <a:solidFill>
            <a:srgbClr val="00FFFF"/>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lnSpc>
                <a:spcPct val="150000"/>
              </a:lnSpc>
            </a:pPr>
            <a:r>
              <a:rPr lang="en-US" sz="3600" dirty="0">
                <a:latin typeface="Arial" panose="020B0604020202020204" pitchFamily="34" charset="0"/>
                <a:cs typeface="Arial" panose="020B0604020202020204" pitchFamily="34" charset="0"/>
              </a:rPr>
              <a:t>~(A + B) = ~A * ~</a:t>
            </a:r>
            <a:r>
              <a:rPr lang="en-US" sz="3600" dirty="0" smtClean="0">
                <a:latin typeface="Arial" panose="020B0604020202020204" pitchFamily="34" charset="0"/>
                <a:cs typeface="Arial" panose="020B0604020202020204" pitchFamily="34" charset="0"/>
              </a:rPr>
              <a:t>B</a:t>
            </a:r>
          </a:p>
          <a:p>
            <a:pPr algn="ctr">
              <a:lnSpc>
                <a:spcPct val="150000"/>
              </a:lnSpc>
            </a:pPr>
            <a:r>
              <a:rPr lang="en-US" sz="3600" dirty="0">
                <a:latin typeface="Arial" panose="020B0604020202020204" pitchFamily="34" charset="0"/>
                <a:cs typeface="Arial" panose="020B0604020202020204" pitchFamily="34" charset="0"/>
              </a:rPr>
              <a:t>~(A * B) = ~A + ~B</a:t>
            </a:r>
            <a:endParaRPr lang="en-US" sz="800" dirty="0">
              <a:latin typeface="Arial" panose="020B0604020202020204" pitchFamily="34" charset="0"/>
              <a:cs typeface="Arial" panose="020B0604020202020204" pitchFamily="34" charset="0"/>
            </a:endParaRPr>
          </a:p>
        </p:txBody>
      </p:sp>
      <p:sp>
        <p:nvSpPr>
          <p:cNvPr id="5" name="TextBox 4"/>
          <p:cNvSpPr txBox="1"/>
          <p:nvPr/>
        </p:nvSpPr>
        <p:spPr>
          <a:xfrm>
            <a:off x="1790700" y="3657599"/>
            <a:ext cx="5486400" cy="584775"/>
          </a:xfrm>
          <a:prstGeom prst="rect">
            <a:avLst/>
          </a:prstGeom>
          <a:solidFill>
            <a:srgbClr val="FF99CC"/>
          </a:solidFill>
        </p:spPr>
        <p:txBody>
          <a:bodyPr wrap="square" rtlCol="0">
            <a:spAutoFit/>
          </a:bodyPr>
          <a:lstStyle/>
          <a:p>
            <a:pPr algn="ctr"/>
            <a:r>
              <a:rPr lang="en-US" sz="3200" dirty="0" smtClean="0">
                <a:latin typeface="Arial" panose="020B0604020202020204" pitchFamily="34" charset="0"/>
                <a:cs typeface="Arial" panose="020B0604020202020204" pitchFamily="34" charset="0"/>
              </a:rPr>
              <a:t>Still the same thing as…</a:t>
            </a:r>
            <a:endParaRPr lang="en-US"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8953275"/>
      </p:ext>
    </p:extLst>
  </p:cSld>
  <p:clrMapOvr>
    <a:masterClrMapping/>
  </p:clrMapOvr>
  <p:timing>
    <p:tnLst>
      <p:par>
        <p:cTn xmlns:p14="http://schemas.microsoft.com/office/powerpoint/2010/mai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2"/>
          <p:cNvSpPr txBox="1">
            <a:spLocks noChangeArrowheads="1"/>
          </p:cNvSpPr>
          <p:nvPr/>
        </p:nvSpPr>
        <p:spPr bwMode="auto">
          <a:xfrm>
            <a:off x="0" y="0"/>
            <a:ext cx="9144000" cy="6858000"/>
          </a:xfrm>
          <a:prstGeom prst="rect">
            <a:avLst/>
          </a:prstGeom>
          <a:solidFill>
            <a:srgbClr val="FFFF99"/>
          </a:solidFill>
          <a:ln w="38100">
            <a:solidFill>
              <a:schemeClr val="tx1"/>
            </a:solidFill>
            <a:miter lim="800000"/>
            <a:headEnd/>
            <a:tailEnd/>
          </a:ln>
        </p:spPr>
        <p:txBody>
          <a:bodyPr>
            <a:spAutoFit/>
          </a:bodyPr>
          <a:lstStyle>
            <a:lvl1pPr>
              <a:tabLst>
                <a:tab pos="466725" algn="l"/>
                <a:tab pos="914400" algn="l"/>
                <a:tab pos="1379538" algn="l"/>
              </a:tabLst>
              <a:defRPr sz="2400">
                <a:solidFill>
                  <a:schemeClr val="tx1"/>
                </a:solidFill>
                <a:latin typeface="Times New Roman" pitchFamily="18" charset="0"/>
              </a:defRPr>
            </a:lvl1pPr>
            <a:lvl2pPr marL="742950" indent="-285750">
              <a:tabLst>
                <a:tab pos="466725" algn="l"/>
                <a:tab pos="914400" algn="l"/>
                <a:tab pos="1379538" algn="l"/>
              </a:tabLst>
              <a:defRPr sz="2400">
                <a:solidFill>
                  <a:schemeClr val="tx1"/>
                </a:solidFill>
                <a:latin typeface="Times New Roman" pitchFamily="18" charset="0"/>
              </a:defRPr>
            </a:lvl2pPr>
            <a:lvl3pPr marL="1143000" indent="-228600">
              <a:tabLst>
                <a:tab pos="466725" algn="l"/>
                <a:tab pos="914400" algn="l"/>
                <a:tab pos="1379538" algn="l"/>
              </a:tabLst>
              <a:defRPr sz="2400">
                <a:solidFill>
                  <a:schemeClr val="tx1"/>
                </a:solidFill>
                <a:latin typeface="Times New Roman" pitchFamily="18" charset="0"/>
              </a:defRPr>
            </a:lvl3pPr>
            <a:lvl4pPr marL="1600200" indent="-228600">
              <a:tabLst>
                <a:tab pos="466725" algn="l"/>
                <a:tab pos="914400" algn="l"/>
                <a:tab pos="1379538" algn="l"/>
              </a:tabLst>
              <a:defRPr sz="2400">
                <a:solidFill>
                  <a:schemeClr val="tx1"/>
                </a:solidFill>
                <a:latin typeface="Times New Roman" pitchFamily="18" charset="0"/>
              </a:defRPr>
            </a:lvl4pPr>
            <a:lvl5pPr marL="2057400" indent="-228600">
              <a:tabLst>
                <a:tab pos="466725" algn="l"/>
                <a:tab pos="914400" algn="l"/>
                <a:tab pos="1379538" algn="l"/>
              </a:tabLst>
              <a:defRPr sz="2400">
                <a:solidFill>
                  <a:schemeClr val="tx1"/>
                </a:solidFill>
                <a:latin typeface="Times New Roman" pitchFamily="18" charset="0"/>
              </a:defRPr>
            </a:lvl5pPr>
            <a:lvl6pPr marL="2514600" indent="-228600" eaLnBrk="0" fontAlgn="base" hangingPunct="0">
              <a:spcBef>
                <a:spcPct val="0"/>
              </a:spcBef>
              <a:spcAft>
                <a:spcPct val="0"/>
              </a:spcAft>
              <a:tabLst>
                <a:tab pos="466725" algn="l"/>
                <a:tab pos="914400" algn="l"/>
                <a:tab pos="1379538" algn="l"/>
              </a:tabLst>
              <a:defRPr sz="2400">
                <a:solidFill>
                  <a:schemeClr val="tx1"/>
                </a:solidFill>
                <a:latin typeface="Times New Roman" pitchFamily="18" charset="0"/>
              </a:defRPr>
            </a:lvl6pPr>
            <a:lvl7pPr marL="2971800" indent="-228600" eaLnBrk="0" fontAlgn="base" hangingPunct="0">
              <a:spcBef>
                <a:spcPct val="0"/>
              </a:spcBef>
              <a:spcAft>
                <a:spcPct val="0"/>
              </a:spcAft>
              <a:tabLst>
                <a:tab pos="466725" algn="l"/>
                <a:tab pos="914400" algn="l"/>
                <a:tab pos="1379538" algn="l"/>
              </a:tabLst>
              <a:defRPr sz="2400">
                <a:solidFill>
                  <a:schemeClr val="tx1"/>
                </a:solidFill>
                <a:latin typeface="Times New Roman" pitchFamily="18" charset="0"/>
              </a:defRPr>
            </a:lvl7pPr>
            <a:lvl8pPr marL="3429000" indent="-228600" eaLnBrk="0" fontAlgn="base" hangingPunct="0">
              <a:spcBef>
                <a:spcPct val="0"/>
              </a:spcBef>
              <a:spcAft>
                <a:spcPct val="0"/>
              </a:spcAft>
              <a:tabLst>
                <a:tab pos="466725" algn="l"/>
                <a:tab pos="914400" algn="l"/>
                <a:tab pos="1379538" algn="l"/>
              </a:tabLst>
              <a:defRPr sz="2400">
                <a:solidFill>
                  <a:schemeClr val="tx1"/>
                </a:solidFill>
                <a:latin typeface="Times New Roman" pitchFamily="18" charset="0"/>
              </a:defRPr>
            </a:lvl8pPr>
            <a:lvl9pPr marL="3886200" indent="-228600" eaLnBrk="0" fontAlgn="base" hangingPunct="0">
              <a:spcBef>
                <a:spcPct val="0"/>
              </a:spcBef>
              <a:spcAft>
                <a:spcPct val="0"/>
              </a:spcAft>
              <a:tabLst>
                <a:tab pos="466725" algn="l"/>
                <a:tab pos="914400" algn="l"/>
                <a:tab pos="1379538" algn="l"/>
              </a:tabLst>
              <a:defRPr sz="2400">
                <a:solidFill>
                  <a:schemeClr val="tx1"/>
                </a:solidFill>
                <a:latin typeface="Times New Roman" pitchFamily="18" charset="0"/>
              </a:defRPr>
            </a:lvl9pPr>
          </a:lstStyle>
          <a:p>
            <a:pPr>
              <a:lnSpc>
                <a:spcPct val="85000"/>
              </a:lnSpc>
            </a:pPr>
            <a:r>
              <a:rPr lang="en-US" sz="1600" dirty="0"/>
              <a:t>// Java0527.java</a:t>
            </a:r>
          </a:p>
          <a:p>
            <a:pPr>
              <a:lnSpc>
                <a:spcPct val="85000"/>
              </a:lnSpc>
            </a:pPr>
            <a:r>
              <a:rPr lang="en-US" sz="1600" dirty="0"/>
              <a:t>// This program fixes the error of the previous program by properly using </a:t>
            </a:r>
            <a:r>
              <a:rPr lang="en-US" sz="1600" dirty="0" err="1"/>
              <a:t>DeMorgan's</a:t>
            </a:r>
            <a:r>
              <a:rPr lang="en-US" sz="1600" dirty="0"/>
              <a:t> Law</a:t>
            </a:r>
            <a:r>
              <a:rPr lang="en-US" sz="1600" dirty="0" smtClean="0"/>
              <a:t>.</a:t>
            </a:r>
            <a:endParaRPr lang="en-US" sz="1600" dirty="0"/>
          </a:p>
          <a:p>
            <a:r>
              <a:rPr lang="en-US" sz="1600" dirty="0"/>
              <a:t>import </a:t>
            </a:r>
            <a:r>
              <a:rPr lang="en-US" sz="1600" dirty="0" err="1"/>
              <a:t>java.util.Scanner</a:t>
            </a:r>
            <a:r>
              <a:rPr lang="en-US" sz="1600" dirty="0" smtClean="0"/>
              <a:t>;</a:t>
            </a:r>
            <a:endParaRPr lang="en-US" sz="1600" dirty="0"/>
          </a:p>
          <a:p>
            <a:r>
              <a:rPr lang="en-US" sz="1600" dirty="0"/>
              <a:t>public class Java0527</a:t>
            </a:r>
          </a:p>
          <a:p>
            <a:pPr>
              <a:lnSpc>
                <a:spcPct val="85000"/>
              </a:lnSpc>
            </a:pPr>
            <a:r>
              <a:rPr lang="en-US" sz="1600" dirty="0"/>
              <a:t>{</a:t>
            </a:r>
          </a:p>
          <a:p>
            <a:pPr>
              <a:lnSpc>
                <a:spcPct val="85000"/>
              </a:lnSpc>
            </a:pPr>
            <a:r>
              <a:rPr lang="en-US" sz="1600" dirty="0"/>
              <a:t>	public static void main (String </a:t>
            </a:r>
            <a:r>
              <a:rPr lang="en-US" sz="1600" dirty="0" err="1"/>
              <a:t>args</a:t>
            </a:r>
            <a:r>
              <a:rPr lang="en-US" sz="1600" dirty="0"/>
              <a:t>[])</a:t>
            </a:r>
          </a:p>
          <a:p>
            <a:pPr>
              <a:lnSpc>
                <a:spcPct val="85000"/>
              </a:lnSpc>
            </a:pPr>
            <a:r>
              <a:rPr lang="en-US" sz="1600" dirty="0"/>
              <a:t>	{</a:t>
            </a:r>
          </a:p>
          <a:p>
            <a:pPr>
              <a:lnSpc>
                <a:spcPct val="85000"/>
              </a:lnSpc>
            </a:pPr>
            <a:r>
              <a:rPr lang="en-US" sz="1600" dirty="0"/>
              <a:t>		</a:t>
            </a:r>
            <a:r>
              <a:rPr lang="en-US" sz="1600" dirty="0" err="1"/>
              <a:t>System.out.println</a:t>
            </a:r>
            <a:r>
              <a:rPr lang="en-US" sz="1600" dirty="0"/>
              <a:t>("JAVA0527.JAVA");</a:t>
            </a:r>
          </a:p>
          <a:p>
            <a:pPr>
              <a:lnSpc>
                <a:spcPct val="85000"/>
              </a:lnSpc>
            </a:pPr>
            <a:r>
              <a:rPr lang="en-US" sz="1600" dirty="0"/>
              <a:t>      		Scanner input = new Scanner(System.in</a:t>
            </a:r>
            <a:r>
              <a:rPr lang="en-US" sz="1600" dirty="0" smtClean="0"/>
              <a:t>);</a:t>
            </a:r>
            <a:endParaRPr lang="en-US" sz="1600" dirty="0"/>
          </a:p>
          <a:p>
            <a:pPr>
              <a:lnSpc>
                <a:spcPct val="85000"/>
              </a:lnSpc>
            </a:pPr>
            <a:r>
              <a:rPr lang="en-US" sz="1600" dirty="0"/>
              <a:t>		char gender;</a:t>
            </a:r>
          </a:p>
          <a:p>
            <a:pPr>
              <a:lnSpc>
                <a:spcPct val="85000"/>
              </a:lnSpc>
            </a:pPr>
            <a:r>
              <a:rPr lang="en-US" sz="1600" dirty="0"/>
              <a:t>		</a:t>
            </a:r>
            <a:r>
              <a:rPr lang="en-US" sz="1600" dirty="0" err="1"/>
              <a:t>boolean</a:t>
            </a:r>
            <a:r>
              <a:rPr lang="en-US" sz="1600" dirty="0"/>
              <a:t> </a:t>
            </a:r>
            <a:r>
              <a:rPr lang="en-US" sz="1600" dirty="0" err="1"/>
              <a:t>genderInvalid</a:t>
            </a:r>
            <a:r>
              <a:rPr lang="en-US" sz="1600" dirty="0"/>
              <a:t>;</a:t>
            </a:r>
          </a:p>
          <a:p>
            <a:pPr>
              <a:lnSpc>
                <a:spcPct val="85000"/>
              </a:lnSpc>
            </a:pPr>
            <a:r>
              <a:rPr lang="en-US" sz="1600" dirty="0"/>
              <a:t>		do</a:t>
            </a:r>
          </a:p>
          <a:p>
            <a:pPr>
              <a:lnSpc>
                <a:spcPct val="85000"/>
              </a:lnSpc>
            </a:pPr>
            <a:r>
              <a:rPr lang="en-US" sz="1600" dirty="0"/>
              <a:t>		{</a:t>
            </a:r>
          </a:p>
          <a:p>
            <a:pPr>
              <a:lnSpc>
                <a:spcPct val="85000"/>
              </a:lnSpc>
            </a:pPr>
            <a:r>
              <a:rPr lang="en-US" sz="1600" dirty="0"/>
              <a:t>			</a:t>
            </a:r>
            <a:r>
              <a:rPr lang="en-US" sz="1600" dirty="0" err="1"/>
              <a:t>System.out.print</a:t>
            </a:r>
            <a:r>
              <a:rPr lang="en-US" sz="1600" dirty="0"/>
              <a:t>("\</a:t>
            </a:r>
            <a:r>
              <a:rPr lang="en-US" sz="1600" dirty="0" err="1"/>
              <a:t>nEnter</a:t>
            </a:r>
            <a:r>
              <a:rPr lang="en-US" sz="1600" dirty="0"/>
              <a:t> Your Gender.  ===&gt;&gt;  ");</a:t>
            </a:r>
          </a:p>
          <a:p>
            <a:pPr>
              <a:lnSpc>
                <a:spcPct val="85000"/>
              </a:lnSpc>
            </a:pPr>
            <a:r>
              <a:rPr lang="en-US" sz="1600" dirty="0"/>
              <a:t>			gender = </a:t>
            </a:r>
            <a:r>
              <a:rPr lang="en-US" sz="1600" dirty="0" err="1"/>
              <a:t>input.nextLine</a:t>
            </a:r>
            <a:r>
              <a:rPr lang="en-US" sz="1600" dirty="0"/>
              <a:t>().</a:t>
            </a:r>
            <a:r>
              <a:rPr lang="en-US" sz="1600" dirty="0" err="1"/>
              <a:t>charAt</a:t>
            </a:r>
            <a:r>
              <a:rPr lang="en-US" sz="1600" dirty="0"/>
              <a:t>(0);</a:t>
            </a:r>
          </a:p>
          <a:p>
            <a:pPr>
              <a:lnSpc>
                <a:spcPct val="85000"/>
              </a:lnSpc>
            </a:pPr>
            <a:r>
              <a:rPr lang="en-US" sz="1600" dirty="0"/>
              <a:t>			</a:t>
            </a:r>
            <a:r>
              <a:rPr lang="en-US" sz="1600" dirty="0" err="1"/>
              <a:t>System.out.println</a:t>
            </a:r>
            <a:r>
              <a:rPr lang="en-US" sz="1600" dirty="0"/>
              <a:t>();</a:t>
            </a:r>
          </a:p>
          <a:p>
            <a:pPr>
              <a:lnSpc>
                <a:spcPct val="85000"/>
              </a:lnSpc>
            </a:pPr>
            <a:r>
              <a:rPr lang="en-US" sz="900" dirty="0"/>
              <a:t> </a:t>
            </a:r>
          </a:p>
          <a:p>
            <a:pPr>
              <a:lnSpc>
                <a:spcPct val="85000"/>
              </a:lnSpc>
            </a:pPr>
            <a:r>
              <a:rPr lang="en-US" sz="1800" b="0" dirty="0">
                <a:latin typeface="Arial Black" panose="020B0A04020102020204" pitchFamily="34" charset="0"/>
              </a:rPr>
              <a:t>			</a:t>
            </a:r>
            <a:r>
              <a:rPr lang="en-US" sz="1800" b="0" dirty="0" err="1">
                <a:latin typeface="Arial Black" panose="020B0A04020102020204" pitchFamily="34" charset="0"/>
              </a:rPr>
              <a:t>genderInvalid</a:t>
            </a:r>
            <a:r>
              <a:rPr lang="en-US" sz="1800" b="0" dirty="0">
                <a:latin typeface="Arial Black" panose="020B0A04020102020204" pitchFamily="34" charset="0"/>
              </a:rPr>
              <a:t> = gender != 'M' &amp;&amp; gender != 'F';</a:t>
            </a:r>
          </a:p>
          <a:p>
            <a:pPr>
              <a:lnSpc>
                <a:spcPct val="85000"/>
              </a:lnSpc>
            </a:pPr>
            <a:r>
              <a:rPr lang="en-US" sz="900" dirty="0"/>
              <a:t> </a:t>
            </a:r>
          </a:p>
          <a:p>
            <a:pPr>
              <a:lnSpc>
                <a:spcPct val="85000"/>
              </a:lnSpc>
            </a:pPr>
            <a:r>
              <a:rPr lang="en-US" sz="1600" dirty="0"/>
              <a:t>	      		if (</a:t>
            </a:r>
            <a:r>
              <a:rPr lang="en-US" sz="1600" dirty="0" err="1"/>
              <a:t>genderInvalid</a:t>
            </a:r>
            <a:r>
              <a:rPr lang="en-US" sz="1600" dirty="0"/>
              <a:t>)</a:t>
            </a:r>
          </a:p>
          <a:p>
            <a:pPr>
              <a:lnSpc>
                <a:spcPct val="85000"/>
              </a:lnSpc>
            </a:pPr>
            <a:r>
              <a:rPr lang="en-US" sz="1600" dirty="0"/>
              <a:t>	      		{</a:t>
            </a:r>
          </a:p>
          <a:p>
            <a:pPr>
              <a:lnSpc>
                <a:spcPct val="85000"/>
              </a:lnSpc>
            </a:pPr>
            <a:r>
              <a:rPr lang="en-US" sz="1600" dirty="0"/>
              <a:t>			   	</a:t>
            </a:r>
            <a:r>
              <a:rPr lang="en-US" sz="1600" dirty="0" err="1"/>
              <a:t>System.out.println</a:t>
            </a:r>
            <a:r>
              <a:rPr lang="en-US" sz="1600" dirty="0"/>
              <a:t>("Invalid Gender Entered: " + gender);</a:t>
            </a:r>
          </a:p>
          <a:p>
            <a:pPr>
              <a:lnSpc>
                <a:spcPct val="85000"/>
              </a:lnSpc>
            </a:pPr>
            <a:r>
              <a:rPr lang="en-US" sz="1600" dirty="0"/>
              <a:t>	         		</a:t>
            </a:r>
            <a:r>
              <a:rPr lang="en-US" sz="1600" dirty="0" err="1"/>
              <a:t>System.out.println</a:t>
            </a:r>
            <a:r>
              <a:rPr lang="en-US" sz="1600" dirty="0"/>
              <a:t>("You must enter M or F");</a:t>
            </a:r>
          </a:p>
          <a:p>
            <a:pPr>
              <a:lnSpc>
                <a:spcPct val="85000"/>
              </a:lnSpc>
            </a:pPr>
            <a:r>
              <a:rPr lang="en-US" sz="1600" dirty="0"/>
              <a:t>	      		}</a:t>
            </a:r>
          </a:p>
          <a:p>
            <a:pPr>
              <a:lnSpc>
                <a:spcPct val="85000"/>
              </a:lnSpc>
            </a:pPr>
            <a:r>
              <a:rPr lang="en-US" sz="1600" dirty="0"/>
              <a:t>		}</a:t>
            </a:r>
          </a:p>
          <a:p>
            <a:pPr>
              <a:lnSpc>
                <a:spcPct val="85000"/>
              </a:lnSpc>
            </a:pPr>
            <a:r>
              <a:rPr lang="en-US" sz="1600" dirty="0"/>
              <a:t>		while (</a:t>
            </a:r>
            <a:r>
              <a:rPr lang="en-US" sz="1600" dirty="0" err="1"/>
              <a:t>genderInvalid</a:t>
            </a:r>
            <a:r>
              <a:rPr lang="en-US" sz="1600" dirty="0" smtClean="0"/>
              <a:t>);</a:t>
            </a:r>
            <a:endParaRPr lang="en-US" sz="1600" dirty="0"/>
          </a:p>
          <a:p>
            <a:pPr>
              <a:lnSpc>
                <a:spcPct val="85000"/>
              </a:lnSpc>
            </a:pPr>
            <a:r>
              <a:rPr lang="en-US" sz="1600" dirty="0"/>
              <a:t>	    	if (gender == 'M')</a:t>
            </a:r>
          </a:p>
          <a:p>
            <a:pPr>
              <a:lnSpc>
                <a:spcPct val="85000"/>
              </a:lnSpc>
            </a:pPr>
            <a:r>
              <a:rPr lang="en-US" sz="1600" dirty="0"/>
              <a:t>	         	</a:t>
            </a:r>
            <a:r>
              <a:rPr lang="en-US" sz="1600" dirty="0" err="1"/>
              <a:t>System.out.println</a:t>
            </a:r>
            <a:r>
              <a:rPr lang="en-US" sz="1600" dirty="0"/>
              <a:t>("Your gender is Male.");</a:t>
            </a:r>
          </a:p>
          <a:p>
            <a:pPr>
              <a:lnSpc>
                <a:spcPct val="85000"/>
              </a:lnSpc>
            </a:pPr>
            <a:r>
              <a:rPr lang="en-US" sz="1600" dirty="0"/>
              <a:t>	    	else</a:t>
            </a:r>
          </a:p>
          <a:p>
            <a:pPr>
              <a:lnSpc>
                <a:spcPct val="85000"/>
              </a:lnSpc>
            </a:pPr>
            <a:r>
              <a:rPr lang="en-US" sz="1600" dirty="0"/>
              <a:t>	    	 	</a:t>
            </a:r>
            <a:r>
              <a:rPr lang="en-US" sz="1600" dirty="0" err="1"/>
              <a:t>System.out.println</a:t>
            </a:r>
            <a:r>
              <a:rPr lang="en-US" sz="1600" dirty="0"/>
              <a:t>("Your gender is Female.");</a:t>
            </a:r>
          </a:p>
          <a:p>
            <a:pPr>
              <a:lnSpc>
                <a:spcPct val="85000"/>
              </a:lnSpc>
            </a:pPr>
            <a:r>
              <a:rPr lang="en-US" sz="1600" dirty="0"/>
              <a:t>       		</a:t>
            </a:r>
            <a:r>
              <a:rPr lang="en-US" sz="1600" dirty="0" err="1"/>
              <a:t>System.out.println</a:t>
            </a:r>
            <a:r>
              <a:rPr lang="en-US" sz="1600" dirty="0"/>
              <a:t>("You may proceed");</a:t>
            </a:r>
          </a:p>
          <a:p>
            <a:pPr>
              <a:lnSpc>
                <a:spcPct val="85000"/>
              </a:lnSpc>
            </a:pPr>
            <a:r>
              <a:rPr lang="en-US" sz="1600" dirty="0"/>
              <a:t>	}</a:t>
            </a:r>
          </a:p>
          <a:p>
            <a:pPr>
              <a:lnSpc>
                <a:spcPct val="85000"/>
              </a:lnSpc>
            </a:pPr>
            <a:r>
              <a:rPr lang="en-US" sz="1600" dirty="0" smtClean="0"/>
              <a:t>}</a:t>
            </a:r>
            <a:endParaRPr lang="en-US" sz="1600" dirty="0"/>
          </a:p>
        </p:txBody>
      </p:sp>
      <p:sp>
        <p:nvSpPr>
          <p:cNvPr id="4" name="TextBox 3"/>
          <p:cNvSpPr txBox="1"/>
          <p:nvPr/>
        </p:nvSpPr>
        <p:spPr>
          <a:xfrm>
            <a:off x="4953000" y="0"/>
            <a:ext cx="4191000" cy="3452163"/>
          </a:xfrm>
          <a:prstGeom prst="rect">
            <a:avLst/>
          </a:prstGeom>
          <a:solidFill>
            <a:schemeClr val="accent6">
              <a:lumMod val="20000"/>
              <a:lumOff val="80000"/>
            </a:schemeClr>
          </a:solidFill>
          <a:ln w="57150">
            <a:solidFill>
              <a:schemeClr val="tx1"/>
            </a:solidFill>
          </a:ln>
        </p:spPr>
        <p:txBody>
          <a:bodyPr wrap="square" rtlCol="0">
            <a:spAutoFit/>
          </a:bodyPr>
          <a:lstStyle/>
          <a:p>
            <a:pPr>
              <a:lnSpc>
                <a:spcPct val="94000"/>
              </a:lnSpc>
            </a:pPr>
            <a:r>
              <a:rPr lang="en-US" sz="1600" dirty="0">
                <a:latin typeface="Courier New" panose="02070309020205020404" pitchFamily="49" charset="0"/>
                <a:cs typeface="Courier New" panose="02070309020205020404" pitchFamily="49" charset="0"/>
              </a:rPr>
              <a:t>JAVA0527.JAVA</a:t>
            </a:r>
          </a:p>
          <a:p>
            <a:pPr>
              <a:lnSpc>
                <a:spcPct val="94000"/>
              </a:lnSpc>
            </a:pPr>
            <a:r>
              <a:rPr lang="en-US" sz="1200" dirty="0">
                <a:latin typeface="Courier New" panose="02070309020205020404" pitchFamily="49" charset="0"/>
                <a:cs typeface="Courier New" panose="02070309020205020404" pitchFamily="49" charset="0"/>
              </a:rPr>
              <a:t> </a:t>
            </a:r>
          </a:p>
          <a:p>
            <a:pPr>
              <a:lnSpc>
                <a:spcPct val="94000"/>
              </a:lnSpc>
            </a:pPr>
            <a:r>
              <a:rPr lang="en-US" sz="1600" dirty="0">
                <a:latin typeface="Courier New" panose="02070309020205020404" pitchFamily="49" charset="0"/>
                <a:cs typeface="Courier New" panose="02070309020205020404" pitchFamily="49" charset="0"/>
              </a:rPr>
              <a:t>Enter Your Gender.  ===&gt;&gt;  Q</a:t>
            </a:r>
          </a:p>
          <a:p>
            <a:pPr>
              <a:lnSpc>
                <a:spcPct val="94000"/>
              </a:lnSpc>
            </a:pPr>
            <a:r>
              <a:rPr lang="en-US" sz="1200" dirty="0">
                <a:latin typeface="Courier New" panose="02070309020205020404" pitchFamily="49" charset="0"/>
                <a:cs typeface="Courier New" panose="02070309020205020404" pitchFamily="49" charset="0"/>
              </a:rPr>
              <a:t> </a:t>
            </a:r>
          </a:p>
          <a:p>
            <a:pPr>
              <a:lnSpc>
                <a:spcPct val="94000"/>
              </a:lnSpc>
            </a:pPr>
            <a:r>
              <a:rPr lang="en-US" sz="1600" dirty="0">
                <a:latin typeface="Courier New" panose="02070309020205020404" pitchFamily="49" charset="0"/>
                <a:cs typeface="Courier New" panose="02070309020205020404" pitchFamily="49" charset="0"/>
              </a:rPr>
              <a:t>Invalid Gender Entered: Q</a:t>
            </a:r>
          </a:p>
          <a:p>
            <a:pPr>
              <a:lnSpc>
                <a:spcPct val="94000"/>
              </a:lnSpc>
            </a:pPr>
            <a:r>
              <a:rPr lang="en-US" sz="1600" dirty="0">
                <a:latin typeface="Courier New" panose="02070309020205020404" pitchFamily="49" charset="0"/>
                <a:cs typeface="Courier New" panose="02070309020205020404" pitchFamily="49" charset="0"/>
              </a:rPr>
              <a:t>You must enter M or F</a:t>
            </a:r>
          </a:p>
          <a:p>
            <a:pPr>
              <a:lnSpc>
                <a:spcPct val="94000"/>
              </a:lnSpc>
            </a:pPr>
            <a:r>
              <a:rPr lang="en-US" sz="1200" dirty="0">
                <a:latin typeface="Courier New" panose="02070309020205020404" pitchFamily="49" charset="0"/>
                <a:cs typeface="Courier New" panose="02070309020205020404" pitchFamily="49" charset="0"/>
              </a:rPr>
              <a:t> </a:t>
            </a:r>
          </a:p>
          <a:p>
            <a:pPr>
              <a:lnSpc>
                <a:spcPct val="94000"/>
              </a:lnSpc>
            </a:pPr>
            <a:r>
              <a:rPr lang="en-US" sz="1600" dirty="0">
                <a:latin typeface="Courier New" panose="02070309020205020404" pitchFamily="49" charset="0"/>
                <a:cs typeface="Courier New" panose="02070309020205020404" pitchFamily="49" charset="0"/>
              </a:rPr>
              <a:t>Enter Your Gender.  ===&gt;&gt;  3</a:t>
            </a:r>
          </a:p>
          <a:p>
            <a:pPr>
              <a:lnSpc>
                <a:spcPct val="94000"/>
              </a:lnSpc>
            </a:pPr>
            <a:r>
              <a:rPr lang="en-US" sz="1200" dirty="0">
                <a:latin typeface="Courier New" panose="02070309020205020404" pitchFamily="49" charset="0"/>
                <a:cs typeface="Courier New" panose="02070309020205020404" pitchFamily="49" charset="0"/>
              </a:rPr>
              <a:t> </a:t>
            </a:r>
          </a:p>
          <a:p>
            <a:pPr>
              <a:lnSpc>
                <a:spcPct val="94000"/>
              </a:lnSpc>
            </a:pPr>
            <a:r>
              <a:rPr lang="en-US" sz="1600" dirty="0">
                <a:latin typeface="Courier New" panose="02070309020205020404" pitchFamily="49" charset="0"/>
                <a:cs typeface="Courier New" panose="02070309020205020404" pitchFamily="49" charset="0"/>
              </a:rPr>
              <a:t>Invalid Gender Entered: 3</a:t>
            </a:r>
          </a:p>
          <a:p>
            <a:pPr>
              <a:lnSpc>
                <a:spcPct val="94000"/>
              </a:lnSpc>
            </a:pPr>
            <a:r>
              <a:rPr lang="en-US" sz="1600" dirty="0">
                <a:latin typeface="Courier New" panose="02070309020205020404" pitchFamily="49" charset="0"/>
                <a:cs typeface="Courier New" panose="02070309020205020404" pitchFamily="49" charset="0"/>
              </a:rPr>
              <a:t>You must enter M or F</a:t>
            </a:r>
          </a:p>
          <a:p>
            <a:pPr>
              <a:lnSpc>
                <a:spcPct val="94000"/>
              </a:lnSpc>
            </a:pPr>
            <a:r>
              <a:rPr lang="en-US" sz="1200" dirty="0">
                <a:latin typeface="Courier New" panose="02070309020205020404" pitchFamily="49" charset="0"/>
                <a:cs typeface="Courier New" panose="02070309020205020404" pitchFamily="49" charset="0"/>
              </a:rPr>
              <a:t> </a:t>
            </a:r>
          </a:p>
          <a:p>
            <a:pPr>
              <a:lnSpc>
                <a:spcPct val="94000"/>
              </a:lnSpc>
            </a:pPr>
            <a:r>
              <a:rPr lang="en-US" sz="1600" dirty="0">
                <a:latin typeface="Courier New" panose="02070309020205020404" pitchFamily="49" charset="0"/>
                <a:cs typeface="Courier New" panose="02070309020205020404" pitchFamily="49" charset="0"/>
              </a:rPr>
              <a:t>Enter Your Gender.  ===&gt;&gt;  F</a:t>
            </a:r>
          </a:p>
          <a:p>
            <a:pPr>
              <a:lnSpc>
                <a:spcPct val="94000"/>
              </a:lnSpc>
            </a:pPr>
            <a:r>
              <a:rPr lang="en-US" sz="1200" dirty="0">
                <a:latin typeface="Courier New" panose="02070309020205020404" pitchFamily="49" charset="0"/>
                <a:cs typeface="Courier New" panose="02070309020205020404" pitchFamily="49" charset="0"/>
              </a:rPr>
              <a:t> </a:t>
            </a:r>
          </a:p>
          <a:p>
            <a:pPr>
              <a:lnSpc>
                <a:spcPct val="94000"/>
              </a:lnSpc>
            </a:pPr>
            <a:r>
              <a:rPr lang="en-US" sz="1600" dirty="0">
                <a:latin typeface="Courier New" panose="02070309020205020404" pitchFamily="49" charset="0"/>
                <a:cs typeface="Courier New" panose="02070309020205020404" pitchFamily="49" charset="0"/>
              </a:rPr>
              <a:t>Your gender is Female.</a:t>
            </a:r>
          </a:p>
          <a:p>
            <a:pPr>
              <a:lnSpc>
                <a:spcPct val="94000"/>
              </a:lnSpc>
            </a:pPr>
            <a:r>
              <a:rPr lang="en-US" sz="1600" dirty="0">
                <a:latin typeface="Courier New" panose="02070309020205020404" pitchFamily="49" charset="0"/>
                <a:cs typeface="Courier New" panose="02070309020205020404" pitchFamily="49" charset="0"/>
              </a:rPr>
              <a:t>You may proceed</a:t>
            </a:r>
          </a:p>
        </p:txBody>
      </p:sp>
    </p:spTree>
    <p:extLst>
      <p:ext uri="{BB962C8B-B14F-4D97-AF65-F5344CB8AC3E}">
        <p14:creationId xmlns:p14="http://schemas.microsoft.com/office/powerpoint/2010/main" val="3194905670"/>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to="" calcmode="lin" valueType="num">
                                      <p:cBhvr>
                                        <p:cTn id="7" dur="1" fill="hold"/>
                                        <p:tgtEl>
                                          <p:spTgt spid="4"/>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bg>
      <p:bgPr>
        <a:gradFill>
          <a:gsLst>
            <a:gs pos="0">
              <a:srgbClr val="000082"/>
            </a:gs>
            <a:gs pos="30000">
              <a:srgbClr val="66008F"/>
            </a:gs>
            <a:gs pos="64999">
              <a:srgbClr val="BA0066"/>
            </a:gs>
            <a:gs pos="89999">
              <a:srgbClr val="FF0000"/>
            </a:gs>
            <a:gs pos="100000">
              <a:srgbClr val="FF8200"/>
            </a:gs>
          </a:gsLst>
          <a:lin ang="5400000" scaled="0"/>
        </a:gradFill>
        <a:effectLst/>
      </p:bgPr>
    </p:bg>
    <p:spTree>
      <p:nvGrpSpPr>
        <p:cNvPr id="1" name=""/>
        <p:cNvGrpSpPr/>
        <p:nvPr/>
      </p:nvGrpSpPr>
      <p:grpSpPr>
        <a:xfrm>
          <a:off x="0" y="0"/>
          <a:ext cx="0" cy="0"/>
          <a:chOff x="0" y="0"/>
          <a:chExt cx="0" cy="0"/>
        </a:xfrm>
      </p:grpSpPr>
      <p:sp>
        <p:nvSpPr>
          <p:cNvPr id="48130" name="WordArt 2"/>
          <p:cNvSpPr>
            <a:spLocks noChangeArrowheads="1" noChangeShapeType="1" noTextEdit="1"/>
          </p:cNvSpPr>
          <p:nvPr/>
        </p:nvSpPr>
        <p:spPr bwMode="auto">
          <a:xfrm>
            <a:off x="762000" y="1752600"/>
            <a:ext cx="5105400" cy="2133600"/>
          </a:xfrm>
          <a:prstGeom prst="rect">
            <a:avLst/>
          </a:prstGeom>
        </p:spPr>
        <p:txBody>
          <a:bodyPr wrap="none" fromWordArt="1">
            <a:prstTxWarp prst="textSlantUp">
              <a:avLst>
                <a:gd name="adj" fmla="val 22074"/>
              </a:avLst>
            </a:prstTxWarp>
          </a:bodyPr>
          <a:lstStyle/>
          <a:p>
            <a:pPr algn="ctr"/>
            <a:r>
              <a:rPr lang="en-US" sz="3600" kern="1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Short</a:t>
            </a:r>
          </a:p>
        </p:txBody>
      </p:sp>
      <p:sp>
        <p:nvSpPr>
          <p:cNvPr id="48131" name="WordArt 3"/>
          <p:cNvSpPr>
            <a:spLocks noChangeArrowheads="1" noChangeShapeType="1" noTextEdit="1"/>
          </p:cNvSpPr>
          <p:nvPr/>
        </p:nvSpPr>
        <p:spPr bwMode="auto">
          <a:xfrm>
            <a:off x="457200" y="3800475"/>
            <a:ext cx="8382000" cy="2828925"/>
          </a:xfrm>
          <a:prstGeom prst="rect">
            <a:avLst/>
          </a:prstGeom>
        </p:spPr>
        <p:txBody>
          <a:bodyPr wrap="none" fromWordArt="1">
            <a:prstTxWarp prst="textSlantUp">
              <a:avLst>
                <a:gd name="adj" fmla="val 32056"/>
              </a:avLst>
            </a:prstTxWarp>
          </a:bodyPr>
          <a:lstStyle/>
          <a:p>
            <a:pPr algn="ctr"/>
            <a:r>
              <a:rPr lang="en-US" sz="3600" kern="10">
                <a:ln w="9525">
                  <a:solidFill>
                    <a:srgbClr val="CC99FF"/>
                  </a:solidFill>
                  <a:round/>
                  <a:headEnd/>
                  <a:tailEnd/>
                </a:ln>
                <a:gradFill rotWithShape="1">
                  <a:gsLst>
                    <a:gs pos="0">
                      <a:schemeClr val="bg1"/>
                    </a:gs>
                    <a:gs pos="100000">
                      <a:srgbClr val="00FF00"/>
                    </a:gs>
                  </a:gsLst>
                  <a:lin ang="5400000" scaled="1"/>
                </a:gradFill>
                <a:effectLst>
                  <a:outerShdw dist="53882" dir="2700000" algn="ctr" rotWithShape="0">
                    <a:srgbClr val="9999FF">
                      <a:alpha val="79999"/>
                    </a:srgbClr>
                  </a:outerShdw>
                </a:effectLst>
                <a:latin typeface="Impact"/>
              </a:rPr>
              <a:t>Circuiting</a:t>
            </a:r>
          </a:p>
        </p:txBody>
      </p:sp>
      <p:pic>
        <p:nvPicPr>
          <p:cNvPr id="48132" name="Picture 4" descr="electrocu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314450"/>
            <a:ext cx="2581275" cy="280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3" name="WordArt 18"/>
          <p:cNvSpPr>
            <a:spLocks noChangeArrowheads="1" noChangeShapeType="1" noTextEdit="1"/>
          </p:cNvSpPr>
          <p:nvPr/>
        </p:nvSpPr>
        <p:spPr bwMode="auto">
          <a:xfrm>
            <a:off x="371475" y="457200"/>
            <a:ext cx="8391525" cy="762000"/>
          </a:xfrm>
          <a:prstGeom prst="rect">
            <a:avLst/>
          </a:prstGeom>
        </p:spPr>
        <p:txBody>
          <a:bodyPr wrap="none" fromWordArt="1">
            <a:prstTxWarp prst="textPlain">
              <a:avLst>
                <a:gd name="adj" fmla="val 50000"/>
              </a:avLst>
            </a:prstTxWarp>
          </a:bodyPr>
          <a:lstStyle/>
          <a:p>
            <a:pPr algn="ctr"/>
            <a:r>
              <a:rPr lang="en-US" sz="3600" kern="10" dirty="0">
                <a:ln w="9525">
                  <a:solidFill>
                    <a:srgbClr val="000000"/>
                  </a:solidFill>
                  <a:round/>
                  <a:headEnd/>
                  <a:tailEnd/>
                </a:ln>
                <a:solidFill>
                  <a:srgbClr val="FFFFFF"/>
                </a:solidFill>
                <a:latin typeface="Arial Black"/>
              </a:rPr>
              <a:t>Section </a:t>
            </a:r>
            <a:r>
              <a:rPr lang="en-US" sz="3600" kern="10" dirty="0" smtClean="0">
                <a:ln w="9525">
                  <a:solidFill>
                    <a:srgbClr val="000000"/>
                  </a:solidFill>
                  <a:round/>
                  <a:headEnd/>
                  <a:tailEnd/>
                </a:ln>
                <a:solidFill>
                  <a:srgbClr val="FFFFFF"/>
                </a:solidFill>
                <a:latin typeface="Arial Black"/>
              </a:rPr>
              <a:t>5.15</a:t>
            </a:r>
            <a:endParaRPr lang="en-US" sz="3600" kern="10" dirty="0">
              <a:ln w="9525">
                <a:solidFill>
                  <a:srgbClr val="000000"/>
                </a:solidFill>
                <a:round/>
                <a:headEnd/>
                <a:tailEnd/>
              </a:ln>
              <a:solidFill>
                <a:srgbClr val="FFFFFF"/>
              </a:solidFill>
              <a:latin typeface="Arial Black"/>
            </a:endParaRPr>
          </a:p>
        </p:txBody>
      </p:sp>
    </p:spTree>
    <p:extLst>
      <p:ext uri="{BB962C8B-B14F-4D97-AF65-F5344CB8AC3E}">
        <p14:creationId xmlns:p14="http://schemas.microsoft.com/office/powerpoint/2010/main" val="1876825632"/>
      </p:ext>
    </p:extLst>
  </p:cSld>
  <p:clrMapOvr>
    <a:masterClrMapping/>
  </p:clrMapOvr>
  <p:timing>
    <p:tnLst>
      <p:par>
        <p:cTn xmlns:p14="http://schemas.microsoft.com/office/powerpoint/2010/mai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2"/>
          <p:cNvSpPr txBox="1">
            <a:spLocks noChangeArrowheads="1"/>
          </p:cNvSpPr>
          <p:nvPr/>
        </p:nvSpPr>
        <p:spPr bwMode="auto">
          <a:xfrm>
            <a:off x="152400" y="1752600"/>
            <a:ext cx="8839200" cy="3291840"/>
          </a:xfrm>
          <a:prstGeom prst="rect">
            <a:avLst/>
          </a:prstGeom>
          <a:solidFill>
            <a:srgbClr val="00FFCC"/>
          </a:solidFill>
          <a:ln w="57150">
            <a:solidFill>
              <a:schemeClr val="tx1"/>
            </a:solidFill>
            <a:miter lim="800000"/>
            <a:headEnd/>
            <a:tailEnd/>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sz="2600" dirty="0">
              <a:latin typeface="Arial Narrow" pitchFamily="34" charset="0"/>
            </a:endParaRPr>
          </a:p>
          <a:p>
            <a:r>
              <a:rPr lang="en-US" sz="2600" spc="-20" dirty="0">
                <a:latin typeface="Arial Narrow" pitchFamily="34" charset="0"/>
              </a:rPr>
              <a:t>A </a:t>
            </a:r>
            <a:r>
              <a:rPr lang="en-US" sz="2600" spc="-20" dirty="0">
                <a:latin typeface="Arial Black" pitchFamily="34" charset="0"/>
              </a:rPr>
              <a:t>and</a:t>
            </a:r>
            <a:r>
              <a:rPr lang="en-US" sz="2600" spc="-20" dirty="0">
                <a:latin typeface="Arial Narrow" pitchFamily="34" charset="0"/>
              </a:rPr>
              <a:t> </a:t>
            </a:r>
            <a:r>
              <a:rPr lang="en-US" sz="2600" spc="-20" dirty="0" smtClean="0">
                <a:latin typeface="Arial Narrow" pitchFamily="34" charset="0"/>
              </a:rPr>
              <a:t>((</a:t>
            </a:r>
            <a:r>
              <a:rPr lang="en-US" sz="2600" spc="-20" dirty="0">
                <a:latin typeface="Arial Narrow" pitchFamily="34" charset="0"/>
              </a:rPr>
              <a:t>A or B) and (B or C) and (A or C) or ((B and C) or (A and B)))</a:t>
            </a:r>
          </a:p>
          <a:p>
            <a:endParaRPr lang="en-US" sz="2800" dirty="0">
              <a:latin typeface="Arial Narrow" pitchFamily="34" charset="0"/>
            </a:endParaRPr>
          </a:p>
          <a:p>
            <a:r>
              <a:rPr lang="en-US" sz="2600" b="1" dirty="0">
                <a:latin typeface="Arial" charset="0"/>
              </a:rPr>
              <a:t>This statement is </a:t>
            </a:r>
            <a:r>
              <a:rPr lang="en-US" sz="2600" dirty="0">
                <a:latin typeface="Arial Black" pitchFamily="34" charset="0"/>
              </a:rPr>
              <a:t>false</a:t>
            </a:r>
            <a:r>
              <a:rPr lang="en-US" sz="2600" b="1" dirty="0">
                <a:latin typeface="Arial" charset="0"/>
              </a:rPr>
              <a:t> whenever the first </a:t>
            </a:r>
            <a:r>
              <a:rPr lang="en-US" sz="2600" dirty="0">
                <a:latin typeface="Arial Black" pitchFamily="34" charset="0"/>
              </a:rPr>
              <a:t>A</a:t>
            </a:r>
            <a:r>
              <a:rPr lang="en-US" sz="2600" b="1" dirty="0">
                <a:latin typeface="Arial" charset="0"/>
              </a:rPr>
              <a:t> is </a:t>
            </a:r>
            <a:r>
              <a:rPr lang="en-US" sz="2600" dirty="0">
                <a:latin typeface="Arial Black" pitchFamily="34" charset="0"/>
              </a:rPr>
              <a:t>false</a:t>
            </a:r>
            <a:r>
              <a:rPr lang="en-US" sz="2600" b="1" dirty="0">
                <a:latin typeface="Arial" charset="0"/>
              </a:rPr>
              <a:t>.  </a:t>
            </a:r>
          </a:p>
          <a:p>
            <a:endParaRPr lang="en-US" sz="2600" b="1" dirty="0">
              <a:latin typeface="Arial" charset="0"/>
            </a:endParaRPr>
          </a:p>
          <a:p>
            <a:r>
              <a:rPr lang="en-US" sz="2600" b="1" dirty="0">
                <a:latin typeface="Arial" charset="0"/>
              </a:rPr>
              <a:t>In such a situation it is not necessary to check the remainder of the statement.</a:t>
            </a:r>
          </a:p>
          <a:p>
            <a:endParaRPr lang="en-US" sz="2600" b="1" dirty="0">
              <a:latin typeface="Arial" charset="0"/>
            </a:endParaRPr>
          </a:p>
        </p:txBody>
      </p:sp>
      <p:sp>
        <p:nvSpPr>
          <p:cNvPr id="49155" name="Rectangle 3"/>
          <p:cNvSpPr>
            <a:spLocks noGrp="1" noChangeArrowheads="1"/>
          </p:cNvSpPr>
          <p:nvPr>
            <p:ph type="title"/>
          </p:nvPr>
        </p:nvSpPr>
        <p:spPr>
          <a:xfrm>
            <a:off x="0" y="0"/>
            <a:ext cx="9144000" cy="1752600"/>
          </a:xfrm>
        </p:spPr>
        <p:txBody>
          <a:bodyPr/>
          <a:lstStyle/>
          <a:p>
            <a:r>
              <a:rPr lang="en-US" sz="4800" smtClean="0">
                <a:latin typeface="Arial" charset="0"/>
              </a:rPr>
              <a:t>Short-Circuiting with </a:t>
            </a:r>
            <a:r>
              <a:rPr lang="en-US" sz="4800" b="0" smtClean="0">
                <a:latin typeface="Arial Black" pitchFamily="34" charset="0"/>
              </a:rPr>
              <a:t>and</a:t>
            </a:r>
          </a:p>
        </p:txBody>
      </p:sp>
    </p:spTree>
    <p:extLst>
      <p:ext uri="{BB962C8B-B14F-4D97-AF65-F5344CB8AC3E}">
        <p14:creationId xmlns:p14="http://schemas.microsoft.com/office/powerpoint/2010/main" val="2195002564"/>
      </p:ext>
    </p:extLst>
  </p:cSld>
  <p:clrMapOvr>
    <a:masterClrMapping/>
  </p:clrMapOvr>
  <p:timing>
    <p:tnLst>
      <p:par>
        <p:cTn xmlns:p14="http://schemas.microsoft.com/office/powerpoint/2010/mai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3"/>
          <p:cNvSpPr>
            <a:spLocks noGrp="1" noChangeArrowheads="1"/>
          </p:cNvSpPr>
          <p:nvPr>
            <p:ph type="title"/>
          </p:nvPr>
        </p:nvSpPr>
        <p:spPr>
          <a:xfrm>
            <a:off x="0" y="0"/>
            <a:ext cx="9144000" cy="1752600"/>
          </a:xfrm>
        </p:spPr>
        <p:txBody>
          <a:bodyPr/>
          <a:lstStyle/>
          <a:p>
            <a:r>
              <a:rPr lang="en-US" sz="4800" dirty="0" smtClean="0">
                <a:latin typeface="Arial" charset="0"/>
              </a:rPr>
              <a:t>Short-Circuiting with </a:t>
            </a:r>
            <a:r>
              <a:rPr lang="en-US" sz="4800" b="0" dirty="0" smtClean="0">
                <a:latin typeface="Arial Black" pitchFamily="34" charset="0"/>
              </a:rPr>
              <a:t>or</a:t>
            </a:r>
          </a:p>
        </p:txBody>
      </p:sp>
      <p:sp>
        <p:nvSpPr>
          <p:cNvPr id="4" name="Text Box 2"/>
          <p:cNvSpPr txBox="1">
            <a:spLocks noChangeArrowheads="1"/>
          </p:cNvSpPr>
          <p:nvPr/>
        </p:nvSpPr>
        <p:spPr bwMode="auto">
          <a:xfrm>
            <a:off x="152400" y="1752600"/>
            <a:ext cx="8839200" cy="3293209"/>
          </a:xfrm>
          <a:prstGeom prst="rect">
            <a:avLst/>
          </a:prstGeom>
          <a:solidFill>
            <a:srgbClr val="00FFCC"/>
          </a:solidFill>
          <a:ln w="57150">
            <a:solidFill>
              <a:schemeClr val="tx1"/>
            </a:solidFill>
            <a:miter lim="800000"/>
            <a:headEnd/>
            <a:tailEnd/>
          </a:ln>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sz="2600" dirty="0">
              <a:latin typeface="Arial" charset="0"/>
            </a:endParaRPr>
          </a:p>
          <a:p>
            <a:r>
              <a:rPr lang="en-US" sz="2600" dirty="0">
                <a:latin typeface="Arial Narrow" pitchFamily="34" charset="0"/>
              </a:rPr>
              <a:t>A </a:t>
            </a:r>
            <a:r>
              <a:rPr lang="en-US" sz="2600" dirty="0">
                <a:latin typeface="Arial Black" pitchFamily="34" charset="0"/>
              </a:rPr>
              <a:t>or</a:t>
            </a:r>
            <a:r>
              <a:rPr lang="en-US" sz="2600" dirty="0">
                <a:latin typeface="Arial Narrow" pitchFamily="34" charset="0"/>
              </a:rPr>
              <a:t> </a:t>
            </a:r>
            <a:r>
              <a:rPr lang="en-US" sz="2600" dirty="0" smtClean="0">
                <a:latin typeface="Arial Narrow" pitchFamily="34" charset="0"/>
              </a:rPr>
              <a:t>((</a:t>
            </a:r>
            <a:r>
              <a:rPr lang="en-US" sz="2600" dirty="0">
                <a:latin typeface="Arial Narrow" pitchFamily="34" charset="0"/>
              </a:rPr>
              <a:t>A or B) and (B or C) and (A or C) or ((B and C) or (A and B)))</a:t>
            </a:r>
          </a:p>
          <a:p>
            <a:endParaRPr lang="en-US" sz="2800" dirty="0" smtClean="0">
              <a:latin typeface="Arial Narrow" pitchFamily="34" charset="0"/>
            </a:endParaRPr>
          </a:p>
          <a:p>
            <a:r>
              <a:rPr lang="en-US" sz="2600" b="1" dirty="0" smtClean="0">
                <a:latin typeface="Arial" charset="0"/>
              </a:rPr>
              <a:t>This </a:t>
            </a:r>
            <a:r>
              <a:rPr lang="en-US" sz="2600" b="1" dirty="0">
                <a:latin typeface="Arial" charset="0"/>
              </a:rPr>
              <a:t>statement is </a:t>
            </a:r>
            <a:r>
              <a:rPr lang="en-US" sz="2600" dirty="0">
                <a:latin typeface="Arial Black" pitchFamily="34" charset="0"/>
              </a:rPr>
              <a:t>true</a:t>
            </a:r>
            <a:r>
              <a:rPr lang="en-US" sz="2600" b="1" dirty="0">
                <a:latin typeface="Arial" charset="0"/>
              </a:rPr>
              <a:t> whenever the first </a:t>
            </a:r>
            <a:r>
              <a:rPr lang="en-US" sz="2600" dirty="0">
                <a:latin typeface="Arial Black" pitchFamily="34" charset="0"/>
              </a:rPr>
              <a:t>A</a:t>
            </a:r>
            <a:r>
              <a:rPr lang="en-US" sz="2600" b="1" dirty="0">
                <a:latin typeface="Arial" charset="0"/>
              </a:rPr>
              <a:t> is </a:t>
            </a:r>
            <a:r>
              <a:rPr lang="en-US" sz="2600" dirty="0">
                <a:latin typeface="Arial Black" pitchFamily="34" charset="0"/>
              </a:rPr>
              <a:t>true</a:t>
            </a:r>
            <a:r>
              <a:rPr lang="en-US" sz="2600" b="1" dirty="0">
                <a:latin typeface="Arial" charset="0"/>
              </a:rPr>
              <a:t>.  </a:t>
            </a:r>
          </a:p>
          <a:p>
            <a:endParaRPr lang="en-US" sz="2600" b="1" dirty="0">
              <a:latin typeface="Arial" charset="0"/>
            </a:endParaRPr>
          </a:p>
          <a:p>
            <a:r>
              <a:rPr lang="en-US" sz="2600" b="1" dirty="0">
                <a:latin typeface="Arial" charset="0"/>
              </a:rPr>
              <a:t>In such a situation it is not necessary to check the remainder of the statement.</a:t>
            </a:r>
          </a:p>
          <a:p>
            <a:endParaRPr lang="en-US" sz="2600" b="1" dirty="0">
              <a:latin typeface="Arial" charset="0"/>
            </a:endParaRPr>
          </a:p>
        </p:txBody>
      </p:sp>
    </p:spTree>
    <p:extLst>
      <p:ext uri="{BB962C8B-B14F-4D97-AF65-F5344CB8AC3E}">
        <p14:creationId xmlns:p14="http://schemas.microsoft.com/office/powerpoint/2010/main" val="960006634"/>
      </p:ext>
    </p:extLst>
  </p:cSld>
  <p:clrMapOvr>
    <a:masterClrMapping/>
  </p:clrMapOvr>
  <p:timing>
    <p:tnLst>
      <p:par>
        <p:cTn xmlns:p14="http://schemas.microsoft.com/office/powerpoint/2010/mai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2"/>
          <p:cNvSpPr txBox="1">
            <a:spLocks noChangeArrowheads="1"/>
          </p:cNvSpPr>
          <p:nvPr/>
        </p:nvSpPr>
        <p:spPr bwMode="auto">
          <a:xfrm>
            <a:off x="571500" y="990600"/>
            <a:ext cx="8039100" cy="1569660"/>
          </a:xfrm>
          <a:prstGeom prst="rect">
            <a:avLst/>
          </a:prstGeom>
          <a:solidFill>
            <a:srgbClr val="00FFCC"/>
          </a:solidFill>
          <a:ln w="57150">
            <a:solidFill>
              <a:schemeClr val="tx1"/>
            </a:solidFill>
            <a:miter lim="800000"/>
            <a:headEnd/>
            <a:tailEnd/>
          </a:ln>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just"/>
            <a:r>
              <a:rPr lang="en-US" b="1" dirty="0" smtClean="0">
                <a:latin typeface="Arial" charset="0"/>
              </a:rPr>
              <a:t>Method </a:t>
            </a:r>
            <a:r>
              <a:rPr lang="en-US" dirty="0" err="1">
                <a:latin typeface="Arial Black" pitchFamily="34" charset="0"/>
              </a:rPr>
              <a:t>isEven</a:t>
            </a:r>
            <a:r>
              <a:rPr lang="en-US" b="1" dirty="0">
                <a:latin typeface="Arial" charset="0"/>
              </a:rPr>
              <a:t> </a:t>
            </a:r>
            <a:r>
              <a:rPr lang="en-US" b="1" dirty="0" smtClean="0">
                <a:latin typeface="Arial" charset="0"/>
              </a:rPr>
              <a:t>will be used in the next 2 programs.</a:t>
            </a:r>
          </a:p>
          <a:p>
            <a:pPr algn="just"/>
            <a:r>
              <a:rPr lang="en-US" b="1" dirty="0" smtClean="0">
                <a:latin typeface="Arial" charset="0"/>
              </a:rPr>
              <a:t>Not only will this method tell you if an integer is even,</a:t>
            </a:r>
          </a:p>
          <a:p>
            <a:pPr algn="just"/>
            <a:r>
              <a:rPr lang="en-US" b="1" dirty="0" smtClean="0">
                <a:latin typeface="Arial" charset="0"/>
              </a:rPr>
              <a:t>it will also display output so you know if the method was called.</a:t>
            </a:r>
            <a:endParaRPr lang="en-US" b="1" dirty="0">
              <a:latin typeface="Arial" charset="0"/>
            </a:endParaRPr>
          </a:p>
        </p:txBody>
      </p:sp>
      <p:sp>
        <p:nvSpPr>
          <p:cNvPr id="52227" name="Rectangle 3"/>
          <p:cNvSpPr>
            <a:spLocks noGrp="1" noChangeArrowheads="1"/>
          </p:cNvSpPr>
          <p:nvPr>
            <p:ph type="title"/>
          </p:nvPr>
        </p:nvSpPr>
        <p:spPr>
          <a:xfrm>
            <a:off x="0" y="0"/>
            <a:ext cx="9144000" cy="914400"/>
          </a:xfrm>
        </p:spPr>
        <p:txBody>
          <a:bodyPr/>
          <a:lstStyle/>
          <a:p>
            <a:r>
              <a:rPr lang="en-US" sz="4800" b="0" smtClean="0">
                <a:latin typeface="Arial Black" pitchFamily="34" charset="0"/>
              </a:rPr>
              <a:t>The isEven Method</a:t>
            </a:r>
          </a:p>
        </p:txBody>
      </p:sp>
      <p:sp>
        <p:nvSpPr>
          <p:cNvPr id="52228" name="Text Box 4"/>
          <p:cNvSpPr txBox="1">
            <a:spLocks noChangeArrowheads="1"/>
          </p:cNvSpPr>
          <p:nvPr/>
        </p:nvSpPr>
        <p:spPr bwMode="auto">
          <a:xfrm>
            <a:off x="1143000" y="2767548"/>
            <a:ext cx="7010400" cy="3785652"/>
          </a:xfrm>
          <a:prstGeom prst="rect">
            <a:avLst/>
          </a:prstGeom>
          <a:solidFill>
            <a:srgbClr val="FFFF99"/>
          </a:solidFill>
          <a:ln w="57150">
            <a:solidFill>
              <a:schemeClr val="tx1"/>
            </a:solidFill>
            <a:miter lim="800000"/>
            <a:headEnd/>
            <a:tailEnd/>
          </a:ln>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b="1" dirty="0">
                <a:cs typeface="Times New Roman" pitchFamily="18" charset="0"/>
              </a:rPr>
              <a:t> public static </a:t>
            </a:r>
            <a:r>
              <a:rPr lang="en-US" b="1" dirty="0" err="1">
                <a:cs typeface="Times New Roman" pitchFamily="18" charset="0"/>
              </a:rPr>
              <a:t>boolean</a:t>
            </a:r>
            <a:r>
              <a:rPr lang="en-US" b="1" dirty="0">
                <a:cs typeface="Times New Roman" pitchFamily="18" charset="0"/>
              </a:rPr>
              <a:t> </a:t>
            </a:r>
            <a:r>
              <a:rPr lang="en-US" b="1" dirty="0" err="1">
                <a:cs typeface="Times New Roman" pitchFamily="18" charset="0"/>
              </a:rPr>
              <a:t>isEven</a:t>
            </a:r>
            <a:r>
              <a:rPr lang="en-US" b="1" dirty="0">
                <a:cs typeface="Times New Roman" pitchFamily="18" charset="0"/>
              </a:rPr>
              <a:t>(</a:t>
            </a:r>
            <a:r>
              <a:rPr lang="en-US" b="1" dirty="0" err="1">
                <a:cs typeface="Times New Roman" pitchFamily="18" charset="0"/>
              </a:rPr>
              <a:t>int</a:t>
            </a:r>
            <a:r>
              <a:rPr lang="en-US" b="1" dirty="0">
                <a:cs typeface="Times New Roman" pitchFamily="18" charset="0"/>
              </a:rPr>
              <a:t> number)</a:t>
            </a:r>
          </a:p>
          <a:p>
            <a:r>
              <a:rPr lang="en-US" b="1" dirty="0">
                <a:cs typeface="Times New Roman" pitchFamily="18" charset="0"/>
              </a:rPr>
              <a:t> {</a:t>
            </a:r>
          </a:p>
          <a:p>
            <a:r>
              <a:rPr lang="en-US" b="1" dirty="0">
                <a:cs typeface="Times New Roman" pitchFamily="18" charset="0"/>
              </a:rPr>
              <a:t>        </a:t>
            </a:r>
            <a:r>
              <a:rPr lang="en-US" b="1" dirty="0" err="1">
                <a:cs typeface="Times New Roman" pitchFamily="18" charset="0"/>
              </a:rPr>
              <a:t>System.out.println</a:t>
            </a:r>
            <a:r>
              <a:rPr lang="en-US" b="1" dirty="0">
                <a:cs typeface="Times New Roman" pitchFamily="18" charset="0"/>
              </a:rPr>
              <a:t>();</a:t>
            </a:r>
          </a:p>
          <a:p>
            <a:r>
              <a:rPr lang="en-US" b="1" dirty="0">
                <a:cs typeface="Times New Roman" pitchFamily="18" charset="0"/>
              </a:rPr>
              <a:t>        </a:t>
            </a:r>
            <a:r>
              <a:rPr lang="en-US" b="1" dirty="0" err="1">
                <a:cs typeface="Times New Roman" pitchFamily="18" charset="0"/>
              </a:rPr>
              <a:t>System.out.println</a:t>
            </a:r>
            <a:r>
              <a:rPr lang="en-US" b="1" dirty="0">
                <a:cs typeface="Times New Roman" pitchFamily="18" charset="0"/>
              </a:rPr>
              <a:t>("Calling </a:t>
            </a:r>
            <a:r>
              <a:rPr lang="en-US" b="1" dirty="0" err="1">
                <a:cs typeface="Times New Roman" pitchFamily="18" charset="0"/>
              </a:rPr>
              <a:t>isEven</a:t>
            </a:r>
            <a:r>
              <a:rPr lang="en-US" b="1" dirty="0">
                <a:cs typeface="Times New Roman" pitchFamily="18" charset="0"/>
              </a:rPr>
              <a:t> Method");</a:t>
            </a:r>
          </a:p>
          <a:p>
            <a:r>
              <a:rPr lang="en-US" b="1" dirty="0">
                <a:cs typeface="Times New Roman" pitchFamily="18" charset="0"/>
              </a:rPr>
              <a:t>        </a:t>
            </a:r>
            <a:r>
              <a:rPr lang="en-US" b="1" dirty="0" err="1">
                <a:cs typeface="Times New Roman" pitchFamily="18" charset="0"/>
              </a:rPr>
              <a:t>System.out.println</a:t>
            </a:r>
            <a:r>
              <a:rPr lang="en-US" b="1" dirty="0">
                <a:cs typeface="Times New Roman" pitchFamily="18" charset="0"/>
              </a:rPr>
              <a:t>();</a:t>
            </a:r>
          </a:p>
          <a:p>
            <a:r>
              <a:rPr lang="en-US" b="1" dirty="0">
                <a:cs typeface="Times New Roman" pitchFamily="18" charset="0"/>
              </a:rPr>
              <a:t>        if (number % 2 == 0)</a:t>
            </a:r>
          </a:p>
          <a:p>
            <a:r>
              <a:rPr lang="en-US" b="1" dirty="0">
                <a:cs typeface="Times New Roman" pitchFamily="18" charset="0"/>
              </a:rPr>
              <a:t>             return true;</a:t>
            </a:r>
          </a:p>
          <a:p>
            <a:r>
              <a:rPr lang="en-US" b="1" dirty="0">
                <a:cs typeface="Times New Roman" pitchFamily="18" charset="0"/>
              </a:rPr>
              <a:t>        else</a:t>
            </a:r>
          </a:p>
          <a:p>
            <a:r>
              <a:rPr lang="en-US" b="1" dirty="0">
                <a:cs typeface="Times New Roman" pitchFamily="18" charset="0"/>
              </a:rPr>
              <a:t>             return false;</a:t>
            </a:r>
          </a:p>
          <a:p>
            <a:r>
              <a:rPr lang="en-US" b="1" dirty="0">
                <a:cs typeface="Times New Roman" pitchFamily="18" charset="0"/>
              </a:rPr>
              <a:t> }</a:t>
            </a:r>
            <a:endParaRPr lang="en-US" sz="2800" b="1" dirty="0">
              <a:cs typeface="Times New Roman" pitchFamily="18" charset="0"/>
            </a:endParaRPr>
          </a:p>
        </p:txBody>
      </p:sp>
    </p:spTree>
    <p:extLst>
      <p:ext uri="{BB962C8B-B14F-4D97-AF65-F5344CB8AC3E}">
        <p14:creationId xmlns:p14="http://schemas.microsoft.com/office/powerpoint/2010/main" val="3720771034"/>
      </p:ext>
    </p:extLst>
  </p:cSld>
  <p:clrMapOvr>
    <a:masterClrMapping/>
  </p:clrMapOvr>
  <p:timing>
    <p:tnLst>
      <p:par>
        <p:cTn xmlns:p14="http://schemas.microsoft.com/office/powerpoint/2010/mai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2"/>
          <p:cNvSpPr txBox="1">
            <a:spLocks noChangeArrowheads="1"/>
          </p:cNvSpPr>
          <p:nvPr/>
        </p:nvSpPr>
        <p:spPr bwMode="auto">
          <a:xfrm>
            <a:off x="0" y="-3"/>
            <a:ext cx="9144000" cy="6947158"/>
          </a:xfrm>
          <a:prstGeom prst="rect">
            <a:avLst/>
          </a:prstGeom>
          <a:solidFill>
            <a:srgbClr val="FFFF99"/>
          </a:solidFill>
          <a:ln w="38100">
            <a:solidFill>
              <a:schemeClr val="tx1"/>
            </a:solidFill>
            <a:miter lim="800000"/>
            <a:headEnd/>
            <a:tailEnd/>
          </a:ln>
        </p:spPr>
        <p:txBody>
          <a:bodyPr>
            <a:spAutoFit/>
          </a:bodyPr>
          <a:lstStyle>
            <a:lvl1pPr>
              <a:tabLst>
                <a:tab pos="466725" algn="l"/>
                <a:tab pos="914400" algn="l"/>
                <a:tab pos="1379538" algn="l"/>
                <a:tab pos="1827213" algn="l"/>
                <a:tab pos="2235200" algn="l"/>
              </a:tabLst>
              <a:defRPr sz="2400">
                <a:solidFill>
                  <a:schemeClr val="tx1"/>
                </a:solidFill>
                <a:latin typeface="Times New Roman" pitchFamily="18" charset="0"/>
              </a:defRPr>
            </a:lvl1pPr>
            <a:lvl2pPr marL="742950" indent="-285750">
              <a:tabLst>
                <a:tab pos="466725" algn="l"/>
                <a:tab pos="914400" algn="l"/>
                <a:tab pos="1379538" algn="l"/>
                <a:tab pos="1827213" algn="l"/>
                <a:tab pos="2235200" algn="l"/>
              </a:tabLst>
              <a:defRPr sz="2400">
                <a:solidFill>
                  <a:schemeClr val="tx1"/>
                </a:solidFill>
                <a:latin typeface="Times New Roman" pitchFamily="18" charset="0"/>
              </a:defRPr>
            </a:lvl2pPr>
            <a:lvl3pPr marL="1143000" indent="-228600">
              <a:tabLst>
                <a:tab pos="466725" algn="l"/>
                <a:tab pos="914400" algn="l"/>
                <a:tab pos="1379538" algn="l"/>
                <a:tab pos="1827213" algn="l"/>
                <a:tab pos="2235200" algn="l"/>
              </a:tabLst>
              <a:defRPr sz="2400">
                <a:solidFill>
                  <a:schemeClr val="tx1"/>
                </a:solidFill>
                <a:latin typeface="Times New Roman" pitchFamily="18" charset="0"/>
              </a:defRPr>
            </a:lvl3pPr>
            <a:lvl4pPr marL="1600200" indent="-228600">
              <a:tabLst>
                <a:tab pos="466725" algn="l"/>
                <a:tab pos="914400" algn="l"/>
                <a:tab pos="1379538" algn="l"/>
                <a:tab pos="1827213" algn="l"/>
                <a:tab pos="2235200" algn="l"/>
              </a:tabLst>
              <a:defRPr sz="2400">
                <a:solidFill>
                  <a:schemeClr val="tx1"/>
                </a:solidFill>
                <a:latin typeface="Times New Roman" pitchFamily="18" charset="0"/>
              </a:defRPr>
            </a:lvl4pPr>
            <a:lvl5pPr marL="2057400" indent="-228600">
              <a:tabLst>
                <a:tab pos="466725" algn="l"/>
                <a:tab pos="914400" algn="l"/>
                <a:tab pos="1379538" algn="l"/>
                <a:tab pos="1827213" algn="l"/>
                <a:tab pos="2235200" algn="l"/>
              </a:tabLst>
              <a:defRPr sz="2400">
                <a:solidFill>
                  <a:schemeClr val="tx1"/>
                </a:solidFill>
                <a:latin typeface="Times New Roman" pitchFamily="18" charset="0"/>
              </a:defRPr>
            </a:lvl5pPr>
            <a:lvl6pPr marL="2514600" indent="-228600" eaLnBrk="0" fontAlgn="base" hangingPunct="0">
              <a:spcBef>
                <a:spcPct val="0"/>
              </a:spcBef>
              <a:spcAft>
                <a:spcPct val="0"/>
              </a:spcAft>
              <a:tabLst>
                <a:tab pos="466725" algn="l"/>
                <a:tab pos="914400" algn="l"/>
                <a:tab pos="1379538" algn="l"/>
                <a:tab pos="1827213" algn="l"/>
                <a:tab pos="2235200" algn="l"/>
              </a:tabLst>
              <a:defRPr sz="2400">
                <a:solidFill>
                  <a:schemeClr val="tx1"/>
                </a:solidFill>
                <a:latin typeface="Times New Roman" pitchFamily="18" charset="0"/>
              </a:defRPr>
            </a:lvl6pPr>
            <a:lvl7pPr marL="2971800" indent="-228600" eaLnBrk="0" fontAlgn="base" hangingPunct="0">
              <a:spcBef>
                <a:spcPct val="0"/>
              </a:spcBef>
              <a:spcAft>
                <a:spcPct val="0"/>
              </a:spcAft>
              <a:tabLst>
                <a:tab pos="466725" algn="l"/>
                <a:tab pos="914400" algn="l"/>
                <a:tab pos="1379538" algn="l"/>
                <a:tab pos="1827213" algn="l"/>
                <a:tab pos="2235200" algn="l"/>
              </a:tabLst>
              <a:defRPr sz="2400">
                <a:solidFill>
                  <a:schemeClr val="tx1"/>
                </a:solidFill>
                <a:latin typeface="Times New Roman" pitchFamily="18" charset="0"/>
              </a:defRPr>
            </a:lvl7pPr>
            <a:lvl8pPr marL="3429000" indent="-228600" eaLnBrk="0" fontAlgn="base" hangingPunct="0">
              <a:spcBef>
                <a:spcPct val="0"/>
              </a:spcBef>
              <a:spcAft>
                <a:spcPct val="0"/>
              </a:spcAft>
              <a:tabLst>
                <a:tab pos="466725" algn="l"/>
                <a:tab pos="914400" algn="l"/>
                <a:tab pos="1379538" algn="l"/>
                <a:tab pos="1827213" algn="l"/>
                <a:tab pos="2235200" algn="l"/>
              </a:tabLst>
              <a:defRPr sz="2400">
                <a:solidFill>
                  <a:schemeClr val="tx1"/>
                </a:solidFill>
                <a:latin typeface="Times New Roman" pitchFamily="18" charset="0"/>
              </a:defRPr>
            </a:lvl8pPr>
            <a:lvl9pPr marL="3886200" indent="-228600" eaLnBrk="0" fontAlgn="base" hangingPunct="0">
              <a:spcBef>
                <a:spcPct val="0"/>
              </a:spcBef>
              <a:spcAft>
                <a:spcPct val="0"/>
              </a:spcAft>
              <a:tabLst>
                <a:tab pos="466725" algn="l"/>
                <a:tab pos="914400" algn="l"/>
                <a:tab pos="1379538" algn="l"/>
                <a:tab pos="1827213" algn="l"/>
                <a:tab pos="2235200" algn="l"/>
              </a:tabLst>
              <a:defRPr sz="2400">
                <a:solidFill>
                  <a:schemeClr val="tx1"/>
                </a:solidFill>
                <a:latin typeface="Times New Roman" pitchFamily="18" charset="0"/>
              </a:defRPr>
            </a:lvl9pPr>
          </a:lstStyle>
          <a:p>
            <a:pPr>
              <a:lnSpc>
                <a:spcPct val="96000"/>
              </a:lnSpc>
            </a:pPr>
            <a:r>
              <a:rPr lang="en-US" sz="2000" b="1" dirty="0"/>
              <a:t>// </a:t>
            </a:r>
            <a:r>
              <a:rPr lang="en-US" sz="2000" b="1" dirty="0" smtClean="0"/>
              <a:t>Java0528.java</a:t>
            </a:r>
            <a:endParaRPr lang="en-US" sz="2000" b="1" dirty="0"/>
          </a:p>
          <a:p>
            <a:pPr>
              <a:lnSpc>
                <a:spcPct val="96000"/>
              </a:lnSpc>
            </a:pPr>
            <a:r>
              <a:rPr lang="en-US" sz="2000" b="1" dirty="0"/>
              <a:t>// This program uses "short circuiting" and uses the </a:t>
            </a:r>
            <a:r>
              <a:rPr lang="en-US" sz="2000" b="1" dirty="0" err="1"/>
              <a:t>isEven</a:t>
            </a:r>
            <a:endParaRPr lang="en-US" sz="2000" b="1" dirty="0"/>
          </a:p>
          <a:p>
            <a:pPr>
              <a:lnSpc>
                <a:spcPct val="96000"/>
              </a:lnSpc>
            </a:pPr>
            <a:r>
              <a:rPr lang="en-US" sz="2000" b="1" dirty="0"/>
              <a:t>// method to demonstrate short circuiting with logical </a:t>
            </a:r>
            <a:r>
              <a:rPr lang="en-US" sz="2000" b="1" dirty="0" smtClean="0"/>
              <a:t>or. </a:t>
            </a:r>
          </a:p>
          <a:p>
            <a:pPr>
              <a:lnSpc>
                <a:spcPct val="96000"/>
              </a:lnSpc>
            </a:pPr>
            <a:endParaRPr lang="en-US" sz="2000" b="1" dirty="0"/>
          </a:p>
          <a:p>
            <a:pPr>
              <a:lnSpc>
                <a:spcPct val="96000"/>
              </a:lnSpc>
            </a:pPr>
            <a:r>
              <a:rPr lang="en-US" sz="2000" b="1" dirty="0" smtClean="0"/>
              <a:t>public </a:t>
            </a:r>
            <a:r>
              <a:rPr lang="en-US" sz="2000" b="1" dirty="0"/>
              <a:t>class </a:t>
            </a:r>
            <a:r>
              <a:rPr lang="en-US" sz="2000" b="1" dirty="0" smtClean="0"/>
              <a:t>Java0528</a:t>
            </a:r>
            <a:endParaRPr lang="en-US" sz="2000" b="1" dirty="0"/>
          </a:p>
          <a:p>
            <a:pPr>
              <a:lnSpc>
                <a:spcPct val="96000"/>
              </a:lnSpc>
            </a:pPr>
            <a:r>
              <a:rPr lang="en-US" sz="2000" b="1" dirty="0" smtClean="0"/>
              <a:t>{</a:t>
            </a:r>
            <a:endParaRPr lang="en-US" sz="2000" b="1" dirty="0"/>
          </a:p>
          <a:p>
            <a:pPr>
              <a:lnSpc>
                <a:spcPct val="96000"/>
              </a:lnSpc>
            </a:pPr>
            <a:r>
              <a:rPr lang="en-US" sz="2000" b="1" dirty="0"/>
              <a:t>	public static void main (String </a:t>
            </a:r>
            <a:r>
              <a:rPr lang="en-US" sz="2000" b="1" dirty="0" err="1"/>
              <a:t>args</a:t>
            </a:r>
            <a:r>
              <a:rPr lang="en-US" sz="2000" b="1" dirty="0"/>
              <a:t>[])</a:t>
            </a:r>
          </a:p>
          <a:p>
            <a:pPr>
              <a:lnSpc>
                <a:spcPct val="96000"/>
              </a:lnSpc>
            </a:pPr>
            <a:r>
              <a:rPr lang="en-US" sz="2000" b="1" dirty="0"/>
              <a:t>	{</a:t>
            </a:r>
          </a:p>
          <a:p>
            <a:pPr>
              <a:lnSpc>
                <a:spcPct val="96000"/>
              </a:lnSpc>
            </a:pPr>
            <a:r>
              <a:rPr lang="en-US" sz="2000" b="1" dirty="0"/>
              <a:t>		Scanner input = new Scanner(System.in);</a:t>
            </a:r>
          </a:p>
          <a:p>
            <a:pPr>
              <a:lnSpc>
                <a:spcPct val="96000"/>
              </a:lnSpc>
            </a:pPr>
            <a:r>
              <a:rPr lang="en-US" sz="2000" b="1" dirty="0"/>
              <a:t>		</a:t>
            </a:r>
            <a:r>
              <a:rPr lang="en-US" sz="2000" b="1" dirty="0" err="1"/>
              <a:t>System.out.print</a:t>
            </a:r>
            <a:r>
              <a:rPr lang="en-US" sz="2000" b="1" dirty="0"/>
              <a:t>("Enter number 1  ===&gt;&gt;  ");</a:t>
            </a:r>
          </a:p>
          <a:p>
            <a:pPr>
              <a:lnSpc>
                <a:spcPct val="96000"/>
              </a:lnSpc>
            </a:pPr>
            <a:r>
              <a:rPr lang="en-US" sz="2000" b="1" dirty="0"/>
              <a:t>		</a:t>
            </a:r>
            <a:r>
              <a:rPr lang="en-US" sz="2000" b="1" dirty="0" err="1"/>
              <a:t>int</a:t>
            </a:r>
            <a:r>
              <a:rPr lang="en-US" sz="2000" b="1" dirty="0"/>
              <a:t> n1 = </a:t>
            </a:r>
            <a:r>
              <a:rPr lang="en-US" sz="2000" b="1" dirty="0" err="1"/>
              <a:t>input.nextInt</a:t>
            </a:r>
            <a:r>
              <a:rPr lang="en-US" sz="2000" b="1" dirty="0"/>
              <a:t>();</a:t>
            </a:r>
          </a:p>
          <a:p>
            <a:pPr>
              <a:lnSpc>
                <a:spcPct val="96000"/>
              </a:lnSpc>
            </a:pPr>
            <a:r>
              <a:rPr lang="en-US" sz="2000" b="1" dirty="0"/>
              <a:t>		</a:t>
            </a:r>
            <a:r>
              <a:rPr lang="en-US" sz="2000" b="1" dirty="0" err="1"/>
              <a:t>System.out.print</a:t>
            </a:r>
            <a:r>
              <a:rPr lang="en-US" sz="2000" b="1" dirty="0"/>
              <a:t>("Enter number 2  ===&gt;&gt;  ");</a:t>
            </a:r>
          </a:p>
          <a:p>
            <a:pPr>
              <a:lnSpc>
                <a:spcPct val="96000"/>
              </a:lnSpc>
            </a:pPr>
            <a:r>
              <a:rPr lang="en-US" sz="2000" b="1" dirty="0"/>
              <a:t>		</a:t>
            </a:r>
            <a:r>
              <a:rPr lang="en-US" sz="2000" b="1" dirty="0" err="1"/>
              <a:t>int</a:t>
            </a:r>
            <a:r>
              <a:rPr lang="en-US" sz="2000" b="1" dirty="0"/>
              <a:t> n2 = </a:t>
            </a:r>
            <a:r>
              <a:rPr lang="en-US" sz="2000" b="1" dirty="0" err="1"/>
              <a:t>input.nextInt</a:t>
            </a:r>
            <a:r>
              <a:rPr lang="en-US" sz="2000" b="1" dirty="0"/>
              <a:t>();</a:t>
            </a:r>
          </a:p>
          <a:p>
            <a:pPr>
              <a:lnSpc>
                <a:spcPct val="96000"/>
              </a:lnSpc>
            </a:pPr>
            <a:endParaRPr lang="en-US" sz="2000" b="1" dirty="0"/>
          </a:p>
          <a:p>
            <a:pPr>
              <a:lnSpc>
                <a:spcPct val="96000"/>
              </a:lnSpc>
            </a:pPr>
            <a:r>
              <a:rPr lang="en-US" dirty="0">
                <a:latin typeface="Arial Black" pitchFamily="34" charset="0"/>
              </a:rPr>
              <a:t>		if (</a:t>
            </a:r>
            <a:r>
              <a:rPr lang="en-US" dirty="0" err="1">
                <a:latin typeface="Arial Black" pitchFamily="34" charset="0"/>
              </a:rPr>
              <a:t>isEven</a:t>
            </a:r>
            <a:r>
              <a:rPr lang="en-US" dirty="0">
                <a:latin typeface="Arial Black" pitchFamily="34" charset="0"/>
              </a:rPr>
              <a:t>(n1) </a:t>
            </a:r>
            <a:r>
              <a:rPr lang="en-US" dirty="0" smtClean="0">
                <a:latin typeface="Arial Black" pitchFamily="34" charset="0"/>
              </a:rPr>
              <a:t>|| </a:t>
            </a:r>
            <a:r>
              <a:rPr lang="en-US" dirty="0" err="1">
                <a:latin typeface="Arial Black" pitchFamily="34" charset="0"/>
              </a:rPr>
              <a:t>isEven</a:t>
            </a:r>
            <a:r>
              <a:rPr lang="en-US" dirty="0">
                <a:latin typeface="Arial Black" pitchFamily="34" charset="0"/>
              </a:rPr>
              <a:t>(n2))</a:t>
            </a:r>
          </a:p>
          <a:p>
            <a:pPr>
              <a:lnSpc>
                <a:spcPct val="96000"/>
              </a:lnSpc>
            </a:pPr>
            <a:r>
              <a:rPr lang="en-US" sz="2000" b="1" dirty="0"/>
              <a:t>			</a:t>
            </a:r>
            <a:r>
              <a:rPr lang="en-US" sz="2000" b="1" dirty="0" err="1"/>
              <a:t>System.out.println</a:t>
            </a:r>
            <a:r>
              <a:rPr lang="en-US" sz="2000" b="1" dirty="0" smtClean="0"/>
              <a:t>("At </a:t>
            </a:r>
            <a:r>
              <a:rPr lang="en-US" sz="2000" b="1" dirty="0"/>
              <a:t>least one number is </a:t>
            </a:r>
            <a:r>
              <a:rPr lang="en-US" sz="2000" b="1" dirty="0" smtClean="0"/>
              <a:t>even</a:t>
            </a:r>
            <a:r>
              <a:rPr lang="en-US" sz="2000" b="1" dirty="0"/>
              <a:t>.");</a:t>
            </a:r>
          </a:p>
          <a:p>
            <a:pPr>
              <a:lnSpc>
                <a:spcPct val="96000"/>
              </a:lnSpc>
            </a:pPr>
            <a:r>
              <a:rPr lang="en-US" sz="2000" b="1" dirty="0"/>
              <a:t>		else</a:t>
            </a:r>
          </a:p>
          <a:p>
            <a:pPr>
              <a:lnSpc>
                <a:spcPct val="96000"/>
              </a:lnSpc>
            </a:pPr>
            <a:r>
              <a:rPr lang="en-US" sz="2000" b="1" dirty="0"/>
              <a:t>			</a:t>
            </a:r>
            <a:r>
              <a:rPr lang="en-US" sz="2000" b="1" dirty="0" err="1"/>
              <a:t>System.out.println</a:t>
            </a:r>
            <a:r>
              <a:rPr lang="en-US" sz="2000" b="1" dirty="0" smtClean="0"/>
              <a:t>("Both </a:t>
            </a:r>
            <a:r>
              <a:rPr lang="en-US" sz="2000" b="1" dirty="0"/>
              <a:t>numbers are</a:t>
            </a:r>
            <a:r>
              <a:rPr lang="en-US" sz="2000" b="1" dirty="0" smtClean="0"/>
              <a:t> </a:t>
            </a:r>
            <a:r>
              <a:rPr lang="en-US" sz="2000" b="1" dirty="0"/>
              <a:t>odd.");</a:t>
            </a:r>
          </a:p>
          <a:p>
            <a:pPr>
              <a:lnSpc>
                <a:spcPct val="96000"/>
              </a:lnSpc>
            </a:pPr>
            <a:r>
              <a:rPr lang="en-US" sz="2000" b="1" dirty="0"/>
              <a:t>	</a:t>
            </a:r>
            <a:r>
              <a:rPr lang="en-US" sz="2000" b="1" dirty="0" smtClean="0"/>
              <a:t>}</a:t>
            </a:r>
          </a:p>
          <a:p>
            <a:pPr>
              <a:lnSpc>
                <a:spcPct val="96000"/>
              </a:lnSpc>
            </a:pPr>
            <a:endParaRPr lang="en-US" sz="1800" b="1" dirty="0" smtClean="0">
              <a:cs typeface="Times New Roman" pitchFamily="18" charset="0"/>
            </a:endParaRPr>
          </a:p>
          <a:p>
            <a:pPr>
              <a:lnSpc>
                <a:spcPct val="96000"/>
              </a:lnSpc>
            </a:pPr>
            <a:r>
              <a:rPr lang="en-US" sz="2000" b="1" dirty="0" smtClean="0">
                <a:cs typeface="Times New Roman" pitchFamily="18" charset="0"/>
              </a:rPr>
              <a:t>	public static </a:t>
            </a:r>
            <a:r>
              <a:rPr lang="en-US" sz="2000" b="1" dirty="0" err="1" smtClean="0">
                <a:cs typeface="Times New Roman" pitchFamily="18" charset="0"/>
              </a:rPr>
              <a:t>boolean</a:t>
            </a:r>
            <a:r>
              <a:rPr lang="en-US" sz="2000" b="1" dirty="0" smtClean="0">
                <a:cs typeface="Times New Roman" pitchFamily="18" charset="0"/>
              </a:rPr>
              <a:t> </a:t>
            </a:r>
            <a:r>
              <a:rPr lang="en-US" sz="2000" b="1" dirty="0" err="1" smtClean="0">
                <a:cs typeface="Times New Roman" pitchFamily="18" charset="0"/>
              </a:rPr>
              <a:t>isEven</a:t>
            </a:r>
            <a:r>
              <a:rPr lang="en-US" sz="2000" b="1" dirty="0" smtClean="0">
                <a:cs typeface="Times New Roman" pitchFamily="18" charset="0"/>
              </a:rPr>
              <a:t>(</a:t>
            </a:r>
            <a:r>
              <a:rPr lang="en-US" sz="2000" b="1" dirty="0" err="1" smtClean="0">
                <a:cs typeface="Times New Roman" pitchFamily="18" charset="0"/>
              </a:rPr>
              <a:t>int</a:t>
            </a:r>
            <a:r>
              <a:rPr lang="en-US" sz="2000" b="1" dirty="0" smtClean="0">
                <a:cs typeface="Times New Roman" pitchFamily="18" charset="0"/>
              </a:rPr>
              <a:t> number)</a:t>
            </a:r>
          </a:p>
          <a:p>
            <a:pPr>
              <a:lnSpc>
                <a:spcPct val="96000"/>
              </a:lnSpc>
            </a:pPr>
            <a:r>
              <a:rPr lang="en-US" sz="2000" b="1" dirty="0" smtClean="0">
                <a:cs typeface="Times New Roman" pitchFamily="18" charset="0"/>
              </a:rPr>
              <a:t>	// shown already</a:t>
            </a:r>
          </a:p>
          <a:p>
            <a:pPr>
              <a:lnSpc>
                <a:spcPct val="96000"/>
              </a:lnSpc>
            </a:pPr>
            <a:r>
              <a:rPr lang="en-US" sz="2000" b="1" dirty="0" smtClean="0">
                <a:cs typeface="Times New Roman" pitchFamily="18" charset="0"/>
              </a:rPr>
              <a:t>}</a:t>
            </a:r>
            <a:endParaRPr lang="en-US" sz="2000" b="1" dirty="0">
              <a:cs typeface="Times New Roman" pitchFamily="18" charset="0"/>
            </a:endParaRPr>
          </a:p>
        </p:txBody>
      </p:sp>
      <p:pic>
        <p:nvPicPr>
          <p:cNvPr id="9" name="Picture 8"/>
          <p:cNvPicPr>
            <a:picLocks noChangeAspect="1"/>
          </p:cNvPicPr>
          <p:nvPr/>
        </p:nvPicPr>
        <p:blipFill rotWithShape="1">
          <a:blip r:embed="rId2"/>
          <a:srcRect l="35697" t="49927" r="22503" b="3907"/>
          <a:stretch/>
        </p:blipFill>
        <p:spPr bwMode="auto">
          <a:xfrm>
            <a:off x="5466080" y="0"/>
            <a:ext cx="3677920" cy="2443231"/>
          </a:xfrm>
          <a:prstGeom prst="rect">
            <a:avLst/>
          </a:prstGeom>
          <a:ln>
            <a:noFill/>
          </a:ln>
          <a:extLst>
            <a:ext uri="{53640926-AAD7-44d8-BBD7-CCE9431645EC}">
              <a14:shadowObscured xmlns:a14="http://schemas.microsoft.com/office/drawing/2010/main"/>
            </a:ext>
          </a:extLst>
        </p:spPr>
      </p:pic>
      <p:pic>
        <p:nvPicPr>
          <p:cNvPr id="10" name="Picture 9"/>
          <p:cNvPicPr>
            <a:picLocks noChangeAspect="1"/>
          </p:cNvPicPr>
          <p:nvPr/>
        </p:nvPicPr>
        <p:blipFill rotWithShape="1">
          <a:blip r:embed="rId3"/>
          <a:srcRect l="35695" t="54414" r="22612" b="4197"/>
          <a:stretch/>
        </p:blipFill>
        <p:spPr bwMode="auto">
          <a:xfrm>
            <a:off x="5466080" y="2209800"/>
            <a:ext cx="3677920" cy="2195919"/>
          </a:xfrm>
          <a:prstGeom prst="rect">
            <a:avLst/>
          </a:prstGeom>
          <a:ln>
            <a:noFill/>
          </a:ln>
          <a:extLst>
            <a:ext uri="{53640926-AAD7-44d8-BBD7-CCE9431645EC}">
              <a14:shadowObscured xmlns:a14="http://schemas.microsoft.com/office/drawing/2010/main"/>
            </a:ext>
          </a:extLst>
        </p:spPr>
      </p:pic>
      <p:pic>
        <p:nvPicPr>
          <p:cNvPr id="11" name="Picture 10"/>
          <p:cNvPicPr>
            <a:picLocks noChangeAspect="1"/>
          </p:cNvPicPr>
          <p:nvPr/>
        </p:nvPicPr>
        <p:blipFill rotWithShape="1">
          <a:blip r:embed="rId4"/>
          <a:srcRect l="35694" t="43994" r="22637" b="4197"/>
          <a:stretch/>
        </p:blipFill>
        <p:spPr bwMode="auto">
          <a:xfrm>
            <a:off x="5466080" y="4191000"/>
            <a:ext cx="3677920" cy="275089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885432590"/>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to="" calcmode="lin" valueType="num">
                                      <p:cBhvr>
                                        <p:cTn id="7" dur="1" fill="hold"/>
                                        <p:tgtEl>
                                          <p:spTgt spid="9"/>
                                        </p:tgtEl>
                                        <p:attrNameLst>
                                          <p:attrName/>
                                        </p:attrNameLst>
                                      </p:cBhvr>
                                    </p:anim>
                                  </p:childTnLst>
                                </p:cTn>
                              </p:par>
                            </p:childTnLst>
                          </p:cTn>
                        </p:par>
                        <p:par>
                          <p:cTn id="8" fill="hold">
                            <p:stCondLst>
                              <p:cond delay="0"/>
                            </p:stCondLst>
                            <p:childTnLst>
                              <p:par>
                                <p:cTn id="9" presetID="24"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 to="" calcmode="lin" valueType="num">
                                      <p:cBhvr>
                                        <p:cTn id="11" dur="1" fill="hold"/>
                                        <p:tgtEl>
                                          <p:spTgt spid="10"/>
                                        </p:tgtEl>
                                        <p:attrNameLst>
                                          <p:attrName/>
                                        </p:attrNameLst>
                                      </p:cBhvr>
                                    </p:anim>
                                  </p:childTnLst>
                                </p:cTn>
                              </p:par>
                            </p:childTnLst>
                          </p:cTn>
                        </p:par>
                        <p:par>
                          <p:cTn id="12" fill="hold">
                            <p:stCondLst>
                              <p:cond delay="0"/>
                            </p:stCondLst>
                            <p:childTnLst>
                              <p:par>
                                <p:cTn id="13" presetID="24" presetClass="entr" presetSubtype="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 to="" calcmode="lin" valueType="num">
                                      <p:cBhvr>
                                        <p:cTn id="15" dur="1" fill="hold"/>
                                        <p:tgtEl>
                                          <p:spTgt spid="11"/>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2"/>
          <p:cNvSpPr txBox="1">
            <a:spLocks noChangeArrowheads="1"/>
          </p:cNvSpPr>
          <p:nvPr/>
        </p:nvSpPr>
        <p:spPr bwMode="auto">
          <a:xfrm>
            <a:off x="0" y="-2"/>
            <a:ext cx="9144000" cy="6947158"/>
          </a:xfrm>
          <a:prstGeom prst="rect">
            <a:avLst/>
          </a:prstGeom>
          <a:solidFill>
            <a:srgbClr val="FFFF99"/>
          </a:solidFill>
          <a:ln w="38100">
            <a:solidFill>
              <a:schemeClr val="tx1"/>
            </a:solidFill>
            <a:miter lim="800000"/>
            <a:headEnd/>
            <a:tailEnd/>
          </a:ln>
        </p:spPr>
        <p:txBody>
          <a:bodyPr>
            <a:spAutoFit/>
          </a:bodyPr>
          <a:lstStyle>
            <a:lvl1pPr>
              <a:tabLst>
                <a:tab pos="466725" algn="l"/>
                <a:tab pos="914400" algn="l"/>
                <a:tab pos="1379538" algn="l"/>
                <a:tab pos="1827213" algn="l"/>
                <a:tab pos="2235200" algn="l"/>
              </a:tabLst>
              <a:defRPr sz="2400">
                <a:solidFill>
                  <a:schemeClr val="tx1"/>
                </a:solidFill>
                <a:latin typeface="Times New Roman" pitchFamily="18" charset="0"/>
              </a:defRPr>
            </a:lvl1pPr>
            <a:lvl2pPr marL="742950" indent="-285750">
              <a:tabLst>
                <a:tab pos="466725" algn="l"/>
                <a:tab pos="914400" algn="l"/>
                <a:tab pos="1379538" algn="l"/>
                <a:tab pos="1827213" algn="l"/>
                <a:tab pos="2235200" algn="l"/>
              </a:tabLst>
              <a:defRPr sz="2400">
                <a:solidFill>
                  <a:schemeClr val="tx1"/>
                </a:solidFill>
                <a:latin typeface="Times New Roman" pitchFamily="18" charset="0"/>
              </a:defRPr>
            </a:lvl2pPr>
            <a:lvl3pPr marL="1143000" indent="-228600">
              <a:tabLst>
                <a:tab pos="466725" algn="l"/>
                <a:tab pos="914400" algn="l"/>
                <a:tab pos="1379538" algn="l"/>
                <a:tab pos="1827213" algn="l"/>
                <a:tab pos="2235200" algn="l"/>
              </a:tabLst>
              <a:defRPr sz="2400">
                <a:solidFill>
                  <a:schemeClr val="tx1"/>
                </a:solidFill>
                <a:latin typeface="Times New Roman" pitchFamily="18" charset="0"/>
              </a:defRPr>
            </a:lvl3pPr>
            <a:lvl4pPr marL="1600200" indent="-228600">
              <a:tabLst>
                <a:tab pos="466725" algn="l"/>
                <a:tab pos="914400" algn="l"/>
                <a:tab pos="1379538" algn="l"/>
                <a:tab pos="1827213" algn="l"/>
                <a:tab pos="2235200" algn="l"/>
              </a:tabLst>
              <a:defRPr sz="2400">
                <a:solidFill>
                  <a:schemeClr val="tx1"/>
                </a:solidFill>
                <a:latin typeface="Times New Roman" pitchFamily="18" charset="0"/>
              </a:defRPr>
            </a:lvl4pPr>
            <a:lvl5pPr marL="2057400" indent="-228600">
              <a:tabLst>
                <a:tab pos="466725" algn="l"/>
                <a:tab pos="914400" algn="l"/>
                <a:tab pos="1379538" algn="l"/>
                <a:tab pos="1827213" algn="l"/>
                <a:tab pos="2235200" algn="l"/>
              </a:tabLst>
              <a:defRPr sz="2400">
                <a:solidFill>
                  <a:schemeClr val="tx1"/>
                </a:solidFill>
                <a:latin typeface="Times New Roman" pitchFamily="18" charset="0"/>
              </a:defRPr>
            </a:lvl5pPr>
            <a:lvl6pPr marL="2514600" indent="-228600" eaLnBrk="0" fontAlgn="base" hangingPunct="0">
              <a:spcBef>
                <a:spcPct val="0"/>
              </a:spcBef>
              <a:spcAft>
                <a:spcPct val="0"/>
              </a:spcAft>
              <a:tabLst>
                <a:tab pos="466725" algn="l"/>
                <a:tab pos="914400" algn="l"/>
                <a:tab pos="1379538" algn="l"/>
                <a:tab pos="1827213" algn="l"/>
                <a:tab pos="2235200" algn="l"/>
              </a:tabLst>
              <a:defRPr sz="2400">
                <a:solidFill>
                  <a:schemeClr val="tx1"/>
                </a:solidFill>
                <a:latin typeface="Times New Roman" pitchFamily="18" charset="0"/>
              </a:defRPr>
            </a:lvl6pPr>
            <a:lvl7pPr marL="2971800" indent="-228600" eaLnBrk="0" fontAlgn="base" hangingPunct="0">
              <a:spcBef>
                <a:spcPct val="0"/>
              </a:spcBef>
              <a:spcAft>
                <a:spcPct val="0"/>
              </a:spcAft>
              <a:tabLst>
                <a:tab pos="466725" algn="l"/>
                <a:tab pos="914400" algn="l"/>
                <a:tab pos="1379538" algn="l"/>
                <a:tab pos="1827213" algn="l"/>
                <a:tab pos="2235200" algn="l"/>
              </a:tabLst>
              <a:defRPr sz="2400">
                <a:solidFill>
                  <a:schemeClr val="tx1"/>
                </a:solidFill>
                <a:latin typeface="Times New Roman" pitchFamily="18" charset="0"/>
              </a:defRPr>
            </a:lvl7pPr>
            <a:lvl8pPr marL="3429000" indent="-228600" eaLnBrk="0" fontAlgn="base" hangingPunct="0">
              <a:spcBef>
                <a:spcPct val="0"/>
              </a:spcBef>
              <a:spcAft>
                <a:spcPct val="0"/>
              </a:spcAft>
              <a:tabLst>
                <a:tab pos="466725" algn="l"/>
                <a:tab pos="914400" algn="l"/>
                <a:tab pos="1379538" algn="l"/>
                <a:tab pos="1827213" algn="l"/>
                <a:tab pos="2235200" algn="l"/>
              </a:tabLst>
              <a:defRPr sz="2400">
                <a:solidFill>
                  <a:schemeClr val="tx1"/>
                </a:solidFill>
                <a:latin typeface="Times New Roman" pitchFamily="18" charset="0"/>
              </a:defRPr>
            </a:lvl8pPr>
            <a:lvl9pPr marL="3886200" indent="-228600" eaLnBrk="0" fontAlgn="base" hangingPunct="0">
              <a:spcBef>
                <a:spcPct val="0"/>
              </a:spcBef>
              <a:spcAft>
                <a:spcPct val="0"/>
              </a:spcAft>
              <a:tabLst>
                <a:tab pos="466725" algn="l"/>
                <a:tab pos="914400" algn="l"/>
                <a:tab pos="1379538" algn="l"/>
                <a:tab pos="1827213" algn="l"/>
                <a:tab pos="2235200" algn="l"/>
              </a:tabLst>
              <a:defRPr sz="2400">
                <a:solidFill>
                  <a:schemeClr val="tx1"/>
                </a:solidFill>
                <a:latin typeface="Times New Roman" pitchFamily="18" charset="0"/>
              </a:defRPr>
            </a:lvl9pPr>
          </a:lstStyle>
          <a:p>
            <a:pPr>
              <a:lnSpc>
                <a:spcPct val="96000"/>
              </a:lnSpc>
            </a:pPr>
            <a:r>
              <a:rPr lang="en-US" sz="2000" b="1" dirty="0"/>
              <a:t>// </a:t>
            </a:r>
            <a:r>
              <a:rPr lang="en-US" sz="2000" b="1" dirty="0" smtClean="0"/>
              <a:t>Java0529.java</a:t>
            </a:r>
            <a:endParaRPr lang="en-US" sz="2000" b="1" dirty="0"/>
          </a:p>
          <a:p>
            <a:pPr>
              <a:lnSpc>
                <a:spcPct val="96000"/>
              </a:lnSpc>
            </a:pPr>
            <a:r>
              <a:rPr lang="en-US" sz="2000" b="1" dirty="0"/>
              <a:t>// This program uses "short circuiting" and uses the </a:t>
            </a:r>
            <a:r>
              <a:rPr lang="en-US" sz="2000" b="1" dirty="0" err="1"/>
              <a:t>isEven</a:t>
            </a:r>
            <a:endParaRPr lang="en-US" sz="2000" b="1" dirty="0"/>
          </a:p>
          <a:p>
            <a:pPr>
              <a:lnSpc>
                <a:spcPct val="96000"/>
              </a:lnSpc>
            </a:pPr>
            <a:r>
              <a:rPr lang="en-US" sz="2000" b="1" dirty="0"/>
              <a:t>// method to demonstrate short circuiting with logical and. </a:t>
            </a:r>
            <a:endParaRPr lang="en-US" sz="2000" b="1" dirty="0" smtClean="0"/>
          </a:p>
          <a:p>
            <a:pPr>
              <a:lnSpc>
                <a:spcPct val="96000"/>
              </a:lnSpc>
            </a:pPr>
            <a:endParaRPr lang="en-US" sz="2000" b="1" dirty="0"/>
          </a:p>
          <a:p>
            <a:pPr>
              <a:lnSpc>
                <a:spcPct val="96000"/>
              </a:lnSpc>
            </a:pPr>
            <a:r>
              <a:rPr lang="en-US" sz="2000" b="1" dirty="0" smtClean="0"/>
              <a:t>public </a:t>
            </a:r>
            <a:r>
              <a:rPr lang="en-US" sz="2000" b="1" dirty="0"/>
              <a:t>class </a:t>
            </a:r>
            <a:r>
              <a:rPr lang="en-US" sz="2000" b="1" dirty="0" smtClean="0"/>
              <a:t>Java0529</a:t>
            </a:r>
            <a:endParaRPr lang="en-US" sz="2000" b="1" dirty="0"/>
          </a:p>
          <a:p>
            <a:pPr>
              <a:lnSpc>
                <a:spcPct val="96000"/>
              </a:lnSpc>
            </a:pPr>
            <a:r>
              <a:rPr lang="en-US" sz="2000" b="1" dirty="0" smtClean="0"/>
              <a:t>{</a:t>
            </a:r>
            <a:endParaRPr lang="en-US" sz="2000" b="1" dirty="0"/>
          </a:p>
          <a:p>
            <a:pPr>
              <a:lnSpc>
                <a:spcPct val="96000"/>
              </a:lnSpc>
            </a:pPr>
            <a:r>
              <a:rPr lang="en-US" sz="2000" b="1" dirty="0"/>
              <a:t>	public static void main (String </a:t>
            </a:r>
            <a:r>
              <a:rPr lang="en-US" sz="2000" b="1" dirty="0" err="1"/>
              <a:t>args</a:t>
            </a:r>
            <a:r>
              <a:rPr lang="en-US" sz="2000" b="1" dirty="0"/>
              <a:t>[])</a:t>
            </a:r>
          </a:p>
          <a:p>
            <a:pPr>
              <a:lnSpc>
                <a:spcPct val="96000"/>
              </a:lnSpc>
            </a:pPr>
            <a:r>
              <a:rPr lang="en-US" sz="2000" b="1" dirty="0"/>
              <a:t>	{</a:t>
            </a:r>
          </a:p>
          <a:p>
            <a:pPr>
              <a:lnSpc>
                <a:spcPct val="96000"/>
              </a:lnSpc>
            </a:pPr>
            <a:r>
              <a:rPr lang="en-US" sz="2000" b="1" dirty="0"/>
              <a:t>		Scanner input = new Scanner(System.in);</a:t>
            </a:r>
          </a:p>
          <a:p>
            <a:pPr>
              <a:lnSpc>
                <a:spcPct val="96000"/>
              </a:lnSpc>
            </a:pPr>
            <a:r>
              <a:rPr lang="en-US" sz="2000" b="1" dirty="0"/>
              <a:t>		</a:t>
            </a:r>
            <a:r>
              <a:rPr lang="en-US" sz="2000" b="1" dirty="0" err="1"/>
              <a:t>System.out.print</a:t>
            </a:r>
            <a:r>
              <a:rPr lang="en-US" sz="2000" b="1" dirty="0"/>
              <a:t>("Enter number 1  ===&gt;&gt;  ");</a:t>
            </a:r>
          </a:p>
          <a:p>
            <a:pPr>
              <a:lnSpc>
                <a:spcPct val="96000"/>
              </a:lnSpc>
            </a:pPr>
            <a:r>
              <a:rPr lang="en-US" sz="2000" b="1" dirty="0"/>
              <a:t>		</a:t>
            </a:r>
            <a:r>
              <a:rPr lang="en-US" sz="2000" b="1" dirty="0" err="1"/>
              <a:t>int</a:t>
            </a:r>
            <a:r>
              <a:rPr lang="en-US" sz="2000" b="1" dirty="0"/>
              <a:t> n1 = </a:t>
            </a:r>
            <a:r>
              <a:rPr lang="en-US" sz="2000" b="1" dirty="0" err="1"/>
              <a:t>input.nextInt</a:t>
            </a:r>
            <a:r>
              <a:rPr lang="en-US" sz="2000" b="1" dirty="0"/>
              <a:t>();</a:t>
            </a:r>
          </a:p>
          <a:p>
            <a:pPr>
              <a:lnSpc>
                <a:spcPct val="96000"/>
              </a:lnSpc>
            </a:pPr>
            <a:r>
              <a:rPr lang="en-US" sz="2000" b="1" dirty="0"/>
              <a:t>		</a:t>
            </a:r>
            <a:r>
              <a:rPr lang="en-US" sz="2000" b="1" dirty="0" err="1"/>
              <a:t>System.out.print</a:t>
            </a:r>
            <a:r>
              <a:rPr lang="en-US" sz="2000" b="1" dirty="0"/>
              <a:t>("Enter number 2  ===&gt;&gt;  ");</a:t>
            </a:r>
          </a:p>
          <a:p>
            <a:pPr>
              <a:lnSpc>
                <a:spcPct val="96000"/>
              </a:lnSpc>
            </a:pPr>
            <a:r>
              <a:rPr lang="en-US" sz="2000" b="1" dirty="0"/>
              <a:t>		</a:t>
            </a:r>
            <a:r>
              <a:rPr lang="en-US" sz="2000" b="1" dirty="0" err="1"/>
              <a:t>int</a:t>
            </a:r>
            <a:r>
              <a:rPr lang="en-US" sz="2000" b="1" dirty="0"/>
              <a:t> n2 = </a:t>
            </a:r>
            <a:r>
              <a:rPr lang="en-US" sz="2000" b="1" dirty="0" err="1"/>
              <a:t>input.nextInt</a:t>
            </a:r>
            <a:r>
              <a:rPr lang="en-US" sz="2000" b="1" dirty="0"/>
              <a:t>();</a:t>
            </a:r>
          </a:p>
          <a:p>
            <a:pPr>
              <a:lnSpc>
                <a:spcPct val="96000"/>
              </a:lnSpc>
            </a:pPr>
            <a:endParaRPr lang="en-US" sz="2000" b="1" dirty="0"/>
          </a:p>
          <a:p>
            <a:pPr>
              <a:lnSpc>
                <a:spcPct val="96000"/>
              </a:lnSpc>
            </a:pPr>
            <a:r>
              <a:rPr lang="en-US" dirty="0">
                <a:latin typeface="Arial Black" pitchFamily="34" charset="0"/>
              </a:rPr>
              <a:t>		if (</a:t>
            </a:r>
            <a:r>
              <a:rPr lang="en-US" dirty="0" err="1">
                <a:latin typeface="Arial Black" pitchFamily="34" charset="0"/>
              </a:rPr>
              <a:t>isEven</a:t>
            </a:r>
            <a:r>
              <a:rPr lang="en-US" dirty="0">
                <a:latin typeface="Arial Black" pitchFamily="34" charset="0"/>
              </a:rPr>
              <a:t>(n1) &amp;&amp; </a:t>
            </a:r>
            <a:r>
              <a:rPr lang="en-US" dirty="0" err="1">
                <a:latin typeface="Arial Black" pitchFamily="34" charset="0"/>
              </a:rPr>
              <a:t>isEven</a:t>
            </a:r>
            <a:r>
              <a:rPr lang="en-US" dirty="0">
                <a:latin typeface="Arial Black" pitchFamily="34" charset="0"/>
              </a:rPr>
              <a:t>(n2))</a:t>
            </a:r>
          </a:p>
          <a:p>
            <a:pPr>
              <a:lnSpc>
                <a:spcPct val="96000"/>
              </a:lnSpc>
            </a:pPr>
            <a:r>
              <a:rPr lang="en-US" sz="2000" b="1" dirty="0"/>
              <a:t>			</a:t>
            </a:r>
            <a:r>
              <a:rPr lang="en-US" sz="2000" b="1" dirty="0" err="1"/>
              <a:t>System.out.println</a:t>
            </a:r>
            <a:r>
              <a:rPr lang="en-US" sz="2000" b="1" dirty="0"/>
              <a:t>("Both numbers are even.");</a:t>
            </a:r>
          </a:p>
          <a:p>
            <a:pPr>
              <a:lnSpc>
                <a:spcPct val="96000"/>
              </a:lnSpc>
            </a:pPr>
            <a:r>
              <a:rPr lang="en-US" sz="2000" b="1" dirty="0"/>
              <a:t>		else</a:t>
            </a:r>
          </a:p>
          <a:p>
            <a:pPr>
              <a:lnSpc>
                <a:spcPct val="96000"/>
              </a:lnSpc>
            </a:pPr>
            <a:r>
              <a:rPr lang="en-US" sz="2000" b="1" dirty="0"/>
              <a:t>			</a:t>
            </a:r>
            <a:r>
              <a:rPr lang="en-US" sz="2000" b="1" dirty="0" err="1"/>
              <a:t>System.out.println</a:t>
            </a:r>
            <a:r>
              <a:rPr lang="en-US" sz="2000" b="1" dirty="0"/>
              <a:t>("At least one number is odd.");</a:t>
            </a:r>
          </a:p>
          <a:p>
            <a:pPr>
              <a:lnSpc>
                <a:spcPct val="96000"/>
              </a:lnSpc>
            </a:pPr>
            <a:r>
              <a:rPr lang="en-US" sz="2000" b="1" dirty="0"/>
              <a:t>	</a:t>
            </a:r>
            <a:r>
              <a:rPr lang="en-US" sz="2000" b="1" dirty="0" smtClean="0"/>
              <a:t>}</a:t>
            </a:r>
          </a:p>
          <a:p>
            <a:pPr>
              <a:lnSpc>
                <a:spcPct val="96000"/>
              </a:lnSpc>
            </a:pPr>
            <a:endParaRPr lang="en-US" sz="1800" b="1" dirty="0" smtClean="0">
              <a:cs typeface="Times New Roman" pitchFamily="18" charset="0"/>
            </a:endParaRPr>
          </a:p>
          <a:p>
            <a:pPr>
              <a:lnSpc>
                <a:spcPct val="96000"/>
              </a:lnSpc>
            </a:pPr>
            <a:r>
              <a:rPr lang="en-US" sz="2000" b="1" dirty="0" smtClean="0">
                <a:cs typeface="Times New Roman" pitchFamily="18" charset="0"/>
              </a:rPr>
              <a:t>	public static </a:t>
            </a:r>
            <a:r>
              <a:rPr lang="en-US" sz="2000" b="1" dirty="0" err="1" smtClean="0">
                <a:cs typeface="Times New Roman" pitchFamily="18" charset="0"/>
              </a:rPr>
              <a:t>boolean</a:t>
            </a:r>
            <a:r>
              <a:rPr lang="en-US" sz="2000" b="1" dirty="0" smtClean="0">
                <a:cs typeface="Times New Roman" pitchFamily="18" charset="0"/>
              </a:rPr>
              <a:t> </a:t>
            </a:r>
            <a:r>
              <a:rPr lang="en-US" sz="2000" b="1" dirty="0" err="1" smtClean="0">
                <a:cs typeface="Times New Roman" pitchFamily="18" charset="0"/>
              </a:rPr>
              <a:t>isEven</a:t>
            </a:r>
            <a:r>
              <a:rPr lang="en-US" sz="2000" b="1" dirty="0" smtClean="0">
                <a:cs typeface="Times New Roman" pitchFamily="18" charset="0"/>
              </a:rPr>
              <a:t>(</a:t>
            </a:r>
            <a:r>
              <a:rPr lang="en-US" sz="2000" b="1" dirty="0" err="1" smtClean="0">
                <a:cs typeface="Times New Roman" pitchFamily="18" charset="0"/>
              </a:rPr>
              <a:t>int</a:t>
            </a:r>
            <a:r>
              <a:rPr lang="en-US" sz="2000" b="1" dirty="0" smtClean="0">
                <a:cs typeface="Times New Roman" pitchFamily="18" charset="0"/>
              </a:rPr>
              <a:t> number)</a:t>
            </a:r>
          </a:p>
          <a:p>
            <a:pPr>
              <a:lnSpc>
                <a:spcPct val="96000"/>
              </a:lnSpc>
            </a:pPr>
            <a:r>
              <a:rPr lang="en-US" sz="2000" b="1" dirty="0" smtClean="0">
                <a:cs typeface="Times New Roman" pitchFamily="18" charset="0"/>
              </a:rPr>
              <a:t>	// shown already</a:t>
            </a:r>
          </a:p>
          <a:p>
            <a:pPr>
              <a:lnSpc>
                <a:spcPct val="96000"/>
              </a:lnSpc>
            </a:pPr>
            <a:r>
              <a:rPr lang="en-US" sz="2000" b="1" dirty="0" smtClean="0">
                <a:cs typeface="Times New Roman" pitchFamily="18" charset="0"/>
              </a:rPr>
              <a:t>}</a:t>
            </a:r>
            <a:endParaRPr lang="en-US" sz="2000" b="1" dirty="0">
              <a:cs typeface="Times New Roman" pitchFamily="18" charset="0"/>
            </a:endParaRPr>
          </a:p>
        </p:txBody>
      </p:sp>
      <p:pic>
        <p:nvPicPr>
          <p:cNvPr id="6" name="Picture 5"/>
          <p:cNvPicPr>
            <a:picLocks noChangeAspect="1"/>
          </p:cNvPicPr>
          <p:nvPr/>
        </p:nvPicPr>
        <p:blipFill rotWithShape="1">
          <a:blip r:embed="rId2"/>
          <a:srcRect l="35704" t="41968" r="22200" b="4053"/>
          <a:stretch/>
        </p:blipFill>
        <p:spPr bwMode="auto">
          <a:xfrm>
            <a:off x="5867400" y="-2"/>
            <a:ext cx="3276600" cy="2680065"/>
          </a:xfrm>
          <a:prstGeom prst="rect">
            <a:avLst/>
          </a:prstGeom>
          <a:ln>
            <a:noFill/>
          </a:ln>
          <a:extLst>
            <a:ext uri="{53640926-AAD7-44d8-BBD7-CCE9431645EC}">
              <a14:shadowObscured xmlns:a14="http://schemas.microsoft.com/office/drawing/2010/main"/>
            </a:ext>
          </a:extLst>
        </p:spPr>
      </p:pic>
      <p:pic>
        <p:nvPicPr>
          <p:cNvPr id="7" name="Picture 6"/>
          <p:cNvPicPr>
            <a:picLocks noChangeAspect="1"/>
          </p:cNvPicPr>
          <p:nvPr/>
        </p:nvPicPr>
        <p:blipFill rotWithShape="1">
          <a:blip r:embed="rId3"/>
          <a:srcRect l="35783" t="42113" r="22265" b="4342"/>
          <a:stretch/>
        </p:blipFill>
        <p:spPr bwMode="auto">
          <a:xfrm>
            <a:off x="5867400" y="2404872"/>
            <a:ext cx="3276600" cy="2667488"/>
          </a:xfrm>
          <a:prstGeom prst="rect">
            <a:avLst/>
          </a:prstGeom>
          <a:ln>
            <a:noFill/>
          </a:ln>
          <a:extLst>
            <a:ext uri="{53640926-AAD7-44d8-BBD7-CCE9431645EC}">
              <a14:shadowObscured xmlns:a14="http://schemas.microsoft.com/office/drawing/2010/main"/>
            </a:ext>
          </a:extLst>
        </p:spPr>
      </p:pic>
      <p:pic>
        <p:nvPicPr>
          <p:cNvPr id="8" name="Picture 7"/>
          <p:cNvPicPr>
            <a:picLocks noChangeAspect="1"/>
          </p:cNvPicPr>
          <p:nvPr/>
        </p:nvPicPr>
        <p:blipFill rotWithShape="1">
          <a:blip r:embed="rId4"/>
          <a:srcRect l="35696" t="53690" r="22259" b="4052"/>
          <a:stretch/>
        </p:blipFill>
        <p:spPr bwMode="auto">
          <a:xfrm>
            <a:off x="5867400" y="4833304"/>
            <a:ext cx="3276600" cy="2100896"/>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031086168"/>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to="" calcmode="lin" valueType="num">
                                      <p:cBhvr>
                                        <p:cTn id="7" dur="1" fill="hold"/>
                                        <p:tgtEl>
                                          <p:spTgt spid="6"/>
                                        </p:tgtEl>
                                        <p:attrNameLst>
                                          <p:attrName/>
                                        </p:attrNameLst>
                                      </p:cBhvr>
                                    </p:anim>
                                  </p:childTnLst>
                                </p:cTn>
                              </p:par>
                            </p:childTnLst>
                          </p:cTn>
                        </p:par>
                        <p:par>
                          <p:cTn id="8" fill="hold">
                            <p:stCondLst>
                              <p:cond delay="0"/>
                            </p:stCondLst>
                            <p:childTnLst>
                              <p:par>
                                <p:cTn id="9" presetID="24"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 to="" calcmode="lin" valueType="num">
                                      <p:cBhvr>
                                        <p:cTn id="11" dur="1" fill="hold"/>
                                        <p:tgtEl>
                                          <p:spTgt spid="7"/>
                                        </p:tgtEl>
                                        <p:attrNameLst>
                                          <p:attrName/>
                                        </p:attrNameLst>
                                      </p:cBhvr>
                                    </p:anim>
                                  </p:childTnLst>
                                </p:cTn>
                              </p:par>
                            </p:childTnLst>
                          </p:cTn>
                        </p:par>
                        <p:par>
                          <p:cTn id="12" fill="hold">
                            <p:stCondLst>
                              <p:cond delay="0"/>
                            </p:stCondLst>
                            <p:childTnLst>
                              <p:par>
                                <p:cTn id="13" presetID="24" presetClass="entr" presetSubtype="0"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 to="" calcmode="lin" valueType="num">
                                      <p:cBhvr>
                                        <p:cTn id="15" dur="1" fill="hold"/>
                                        <p:tgtEl>
                                          <p:spTgt spid="8"/>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900" b="1" i="0" u="none" strike="noStrike" cap="none" normalizeH="0" baseline="0" smtClean="0">
            <a:ln>
              <a:noFill/>
            </a:ln>
            <a:solidFill>
              <a:schemeClr val="tx1"/>
            </a:solidFill>
            <a:effectLst/>
            <a:latin typeface="Arial Black"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900" b="1" i="0" u="none" strike="noStrike" cap="none" normalizeH="0" baseline="0" smtClean="0">
            <a:ln>
              <a:noFill/>
            </a:ln>
            <a:solidFill>
              <a:schemeClr val="tx1"/>
            </a:solidFill>
            <a:effectLst/>
            <a:latin typeface="Arial Black"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6244</TotalTime>
  <Words>3643</Words>
  <Application>Microsoft Macintosh PowerPoint</Application>
  <PresentationFormat>全屏显示(4:3)</PresentationFormat>
  <Paragraphs>1989</Paragraphs>
  <Slides>104</Slides>
  <Notes>0</Notes>
  <HiddenSlides>0</HiddenSlides>
  <MMClips>0</MMClips>
  <ScaleCrop>false</ScaleCrop>
  <HeadingPairs>
    <vt:vector size="4" baseType="variant">
      <vt:variant>
        <vt:lpstr>主题</vt:lpstr>
      </vt:variant>
      <vt:variant>
        <vt:i4>1</vt:i4>
      </vt:variant>
      <vt:variant>
        <vt:lpstr>幻灯片标题</vt:lpstr>
      </vt:variant>
      <vt:variant>
        <vt:i4>104</vt:i4>
      </vt:variant>
    </vt:vector>
  </HeadingPairs>
  <TitlesOfParts>
    <vt:vector size="105" baseType="lpstr">
      <vt:lpstr>Default Design</vt:lpstr>
      <vt:lpstr>PowerPoint 演示文稿</vt:lpstr>
      <vt:lpstr>Program Flow</vt:lpstr>
      <vt:lpstr>PowerPoint 演示文稿</vt:lpstr>
      <vt:lpstr>Types of Control Structures</vt:lpstr>
      <vt:lpstr>Simple Sequence</vt:lpstr>
      <vt:lpstr>One-Way Selection</vt:lpstr>
      <vt:lpstr>Two-Way Selection</vt:lpstr>
      <vt:lpstr>Multiple-Way Selection</vt:lpstr>
      <vt:lpstr>Repetition</vt:lpstr>
      <vt:lpstr>Conditional Statement Definition</vt:lpstr>
      <vt:lpstr>PowerPoint 演示文稿</vt:lpstr>
      <vt:lpstr>Relational Operators</vt:lpstr>
      <vt:lpstr>Important Note:</vt:lpstr>
      <vt:lpstr>PowerPoint 演示文稿</vt:lpstr>
      <vt:lpstr>PowerPoint 演示文稿</vt:lpstr>
      <vt:lpstr>A Special Note About  the Scanner Class</vt:lpstr>
      <vt:lpstr>Indentation Rule:</vt:lpstr>
      <vt:lpstr>Important Note:</vt:lpstr>
      <vt:lpstr>PowerPoint 演示文稿</vt:lpstr>
      <vt:lpstr>One-Way Selection</vt:lpstr>
      <vt:lpstr>PowerPoint 演示文稿</vt:lpstr>
      <vt:lpstr>Two-Way Selection Real Life Example</vt:lpstr>
      <vt:lpstr>PowerPoint 演示文稿</vt:lpstr>
      <vt:lpstr>PowerPoint 演示文稿</vt:lpstr>
      <vt:lpstr>Two-Way Selection</vt:lpstr>
      <vt:lpstr>PowerPoint 演示文稿</vt:lpstr>
      <vt:lpstr>Multi-Way Selection Real Life Example</vt:lpstr>
      <vt:lpstr>PowerPoint 演示文稿</vt:lpstr>
      <vt:lpstr>PowerPoint 演示文稿</vt:lpstr>
      <vt:lpstr>PowerPoint 演示文稿</vt:lpstr>
      <vt:lpstr>PowerPoint 演示文稿</vt:lpstr>
      <vt:lpstr>Multiple-Way Selection General Syntax</vt:lpstr>
      <vt:lpstr>Multiple-Way Selection Specific Example</vt:lpstr>
      <vt:lpstr>PowerPoint 演示文稿</vt:lpstr>
      <vt:lpstr>PowerPoint 演示文稿</vt:lpstr>
      <vt:lpstr>PowerPoint 演示文稿</vt:lpstr>
      <vt:lpstr>PowerPoint 演示文稿</vt:lpstr>
      <vt:lpstr>PowerPoint 演示文稿</vt:lpstr>
      <vt:lpstr>PowerPoint 演示文稿</vt:lpstr>
      <vt:lpstr>Defining the Loop Control Variable</vt:lpstr>
      <vt:lpstr>PowerPoint 演示文稿</vt:lpstr>
      <vt:lpstr>PowerPoint 演示文稿</vt:lpstr>
      <vt:lpstr>Fixed Repetition</vt:lpstr>
      <vt:lpstr>PowerPoint 演示文稿</vt:lpstr>
      <vt:lpstr>Conditional Repetition Real Life Examples</vt:lpstr>
      <vt:lpstr>Note to Students with Advanced Knowledge</vt:lpstr>
      <vt:lpstr>PowerPoint 演示文稿</vt:lpstr>
      <vt:lpstr>Pre-Conditional Repetition</vt:lpstr>
      <vt:lpstr>PowerPoint 演示文稿</vt:lpstr>
      <vt:lpstr>PowerPoint 演示文稿</vt:lpstr>
      <vt:lpstr>PowerPoint 演示文稿</vt:lpstr>
      <vt:lpstr>Java0512.java Output</vt:lpstr>
      <vt:lpstr>Post-Conditional Repetition</vt:lpstr>
      <vt:lpstr>Fixed Repetition vs. Conditional Repetition</vt:lpstr>
      <vt:lpstr>AP® Exam Alert Selection Control Structures</vt:lpstr>
      <vt:lpstr>AP® Exam Alert Repetition Control Structures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AP® Exam Alert</vt:lpstr>
      <vt:lpstr>Logical OR Example</vt:lpstr>
      <vt:lpstr>Boolean Operators Boolean OR</vt:lpstr>
      <vt:lpstr>Logical AND Example</vt:lpstr>
      <vt:lpstr>Boolean Operators Boolean AND</vt:lpstr>
      <vt:lpstr>Boolean Operators Boolean XOR</vt:lpstr>
      <vt:lpstr>Boolean Operators Boolean NOT</vt:lpstr>
      <vt:lpstr>Boolean Operators Boolean NOT Continued</vt:lpstr>
      <vt:lpstr>PowerPoint 演示文稿</vt:lpstr>
      <vt:lpstr>PowerPoint 演示文稿</vt:lpstr>
      <vt:lpstr>PowerPoint 演示文稿</vt:lpstr>
      <vt:lpstr>PowerPoint 演示文稿</vt:lpstr>
      <vt:lpstr>Truth Table Fact</vt:lpstr>
      <vt:lpstr>PowerPoint 演示文稿</vt:lpstr>
      <vt:lpstr>PowerPoint 演示文稿</vt:lpstr>
      <vt:lpstr>PowerPoint 演示文稿</vt:lpstr>
      <vt:lpstr>DeMorgan’s Law</vt:lpstr>
      <vt:lpstr>PowerPoint 演示文稿</vt:lpstr>
      <vt:lpstr>PowerPoint 演示文稿</vt:lpstr>
      <vt:lpstr>PowerPoint 演示文稿</vt:lpstr>
      <vt:lpstr>PowerPoint 演示文稿</vt:lpstr>
      <vt:lpstr>PowerPoint 演示文稿</vt:lpstr>
      <vt:lpstr>Java Logical Operators</vt:lpstr>
      <vt:lpstr>PowerPoint 演示文稿</vt:lpstr>
      <vt:lpstr>PowerPoint 演示文稿</vt:lpstr>
      <vt:lpstr>PowerPoint 演示文稿</vt:lpstr>
      <vt:lpstr>PowerPoint 演示文稿</vt:lpstr>
      <vt:lpstr>DeMorgan’s Law Again</vt:lpstr>
      <vt:lpstr>PowerPoint 演示文稿</vt:lpstr>
      <vt:lpstr>PowerPoint 演示文稿</vt:lpstr>
      <vt:lpstr>Short-Circuiting with and</vt:lpstr>
      <vt:lpstr>Short-Circuiting with or</vt:lpstr>
      <vt:lpstr>The isEven Method</vt:lpstr>
      <vt:lpstr>PowerPoint 演示文稿</vt:lpstr>
      <vt:lpstr>PowerPoint 演示文稿</vt:lpstr>
    </vt:vector>
  </TitlesOfParts>
  <Manager>Leon Schram</Manager>
  <Company>BHS-RISD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Exposure Java Slides</dc:title>
  <dc:subject>APCS1</dc:subject>
  <dc:creator>John Schram</dc:creator>
  <cp:lastModifiedBy>BHSFIC ddd</cp:lastModifiedBy>
  <cp:revision>677</cp:revision>
  <dcterms:created xsi:type="dcterms:W3CDTF">2003-07-04T03:08:29Z</dcterms:created>
  <dcterms:modified xsi:type="dcterms:W3CDTF">2016-03-18T01:15:39Z</dcterms:modified>
</cp:coreProperties>
</file>