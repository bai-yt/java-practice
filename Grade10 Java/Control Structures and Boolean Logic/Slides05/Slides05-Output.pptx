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7" r:id="rId2"/>
    <p:sldId id="464" r:id="rId3"/>
    <p:sldId id="467" r:id="rId4"/>
    <p:sldId id="527" r:id="rId5"/>
    <p:sldId id="525" r:id="rId6"/>
    <p:sldId id="529" r:id="rId7"/>
    <p:sldId id="531" r:id="rId8"/>
    <p:sldId id="537" r:id="rId9"/>
    <p:sldId id="539" r:id="rId10"/>
    <p:sldId id="468" r:id="rId11"/>
    <p:sldId id="469" r:id="rId12"/>
    <p:sldId id="471" r:id="rId13"/>
    <p:sldId id="474" r:id="rId14"/>
    <p:sldId id="476" r:id="rId15"/>
    <p:sldId id="477" r:id="rId16"/>
    <p:sldId id="479" r:id="rId17"/>
    <p:sldId id="501" r:id="rId18"/>
    <p:sldId id="503" r:id="rId19"/>
    <p:sldId id="506" r:id="rId20"/>
    <p:sldId id="508" r:id="rId21"/>
    <p:sldId id="510" r:id="rId22"/>
    <p:sldId id="512" r:id="rId23"/>
    <p:sldId id="516" r:id="rId24"/>
    <p:sldId id="518" r:id="rId25"/>
    <p:sldId id="520" r:id="rId26"/>
    <p:sldId id="522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FF0000"/>
    <a:srgbClr val="00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4" autoAdjust="0"/>
    <p:restoredTop sz="94660"/>
  </p:normalViewPr>
  <p:slideViewPr>
    <p:cSldViewPr>
      <p:cViewPr>
        <p:scale>
          <a:sx n="80" d="100"/>
          <a:sy n="80" d="100"/>
        </p:scale>
        <p:origin x="-2440" y="-1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3FEA0-7203-4632-9EBA-5BDD5F343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2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03CC3-C793-400B-BD85-9FB40B70D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33907-4FEC-40BD-8240-0254EDCC0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9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B8E1C-21B8-4F82-A03E-8F4AEF957C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943A6-3518-46D0-8284-0B4E6DEA8F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6C78A-CE68-4BAF-AD65-DCC2D15F41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7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31504-033C-4AE3-AE1C-9E02570FCD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02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81830-5236-4EFB-9D24-A4274F1CBE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9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0C39E-09B8-432B-977A-522C785FE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C1C01-854E-413B-AC2D-1A38E097FF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7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9930C-C196-4EE3-996D-8CD980BC0E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3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5F9C4DFC-8D79-4942-AD3E-29181ACB0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Output Programs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534400" cy="48323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These slides will present a variety of small programs.  Each program has a control structure that was introduced in this chapter.  </a:t>
            </a:r>
          </a:p>
          <a:p>
            <a:pPr eaLnBrk="1" hangingPunct="1"/>
            <a:endParaRPr lang="en-US" sz="28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Our concern will be with the output of each program, and more importantly, to develop a way to determine program output correctly for programs that involve control structures.</a:t>
            </a:r>
          </a:p>
          <a:p>
            <a:pPr eaLnBrk="1" hangingPunct="1"/>
            <a:endParaRPr lang="en-US" sz="28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You can expect that on quizzes and/or tests only a program segment or a method is shown.  </a:t>
            </a:r>
          </a:p>
        </p:txBody>
      </p:sp>
    </p:spTree>
    <p:extLst>
      <p:ext uri="{BB962C8B-B14F-4D97-AF65-F5344CB8AC3E}">
        <p14:creationId xmlns:p14="http://schemas.microsoft.com/office/powerpoint/2010/main" val="3384898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10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Output0501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1; x &lt; 8; x++)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  <a:r>
              <a:rPr lang="en-US" dirty="0">
                <a:sym typeface="Symbol" pitchFamily="18" charset="2"/>
              </a:rPr>
              <a:t> </a:t>
            </a: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10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Output0502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0; x &lt;= 8; x+=2)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  <a:r>
              <a:rPr lang="en-US" dirty="0">
                <a:sym typeface="Symbol" pitchFamily="18" charset="2"/>
              </a:rPr>
              <a:t> </a:t>
            </a: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10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Output0503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100; x &gt; 0; x-=20)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  <a:r>
              <a:rPr lang="en-US" dirty="0">
                <a:sym typeface="Symbol" pitchFamily="18" charset="2"/>
              </a:rPr>
              <a:t> </a:t>
            </a: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756953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10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Output0504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1; x &lt; 100; x*=2)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  <a:r>
              <a:rPr lang="en-US" dirty="0">
                <a:sym typeface="Symbol" pitchFamily="18" charset="2"/>
              </a:rPr>
              <a:t> </a:t>
            </a: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90220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10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Output0505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729; x &gt;= 1; x/=3)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  <a:r>
              <a:rPr lang="en-US" dirty="0">
                <a:sym typeface="Symbol" pitchFamily="18" charset="2"/>
              </a:rPr>
              <a:t> </a:t>
            </a: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68044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Output0506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100;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if (x == 100)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("Hello");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26699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Output0507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100;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if (x &gt; 100)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("Hello");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else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("Goodbye");	   	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9062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Output0508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100;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if (x &gt;= 100)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("Hello");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else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("Goodbye");	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26246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707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Output0509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x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y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for (y = 1; y &lt;= 25; y++)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y+=5;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(y);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 </a:t>
            </a:r>
          </a:p>
          <a:p>
            <a:pPr eaLnBrk="1" hangingPunct="1"/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Output0510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	public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x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y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for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(x = 1; x &gt; 1; x--)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   		y++;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("y = " + y);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Output0511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public static void main (String </a:t>
            </a:r>
            <a:r>
              <a:rPr lang="en-US" sz="28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x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y = 0;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while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(x &lt; 10)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{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   		y = x + 2;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   		x = y + 3;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smtClean="0">
                <a:latin typeface="Times New Roman" pitchFamily="18" charset="0"/>
                <a:sym typeface="Symbol" pitchFamily="18" charset="2"/>
              </a:rPr>
              <a:t>}</a:t>
            </a:r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8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("y = " + y);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8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065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7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Output0512</a:t>
            </a:r>
            <a:endParaRPr lang="en-US" sz="27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7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	public static void main (String </a:t>
            </a:r>
            <a:r>
              <a:rPr lang="en-US" sz="2700" dirty="0" err="1" smtClean="0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7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x = 2;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do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{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   		if (x % 2 == 0)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	      		x+=2;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   		else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	      		x++;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}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while (x &lt; 10);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   	</a:t>
            </a:r>
            <a:r>
              <a:rPr lang="en-US" sz="27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700" dirty="0" smtClean="0">
                <a:latin typeface="Times New Roman" pitchFamily="18" charset="0"/>
                <a:sym typeface="Symbol" pitchFamily="18" charset="2"/>
              </a:rPr>
              <a:t>}</a:t>
            </a:r>
            <a:endParaRPr lang="en-US" sz="27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40000"/>
              </a:lnSpc>
            </a:pPr>
            <a:endParaRPr lang="en-US" sz="27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961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600" dirty="0" smtClean="0">
                <a:latin typeface="Times New Roman" pitchFamily="18" charset="0"/>
                <a:sym typeface="Symbol" pitchFamily="18" charset="2"/>
              </a:rPr>
              <a:t>Output0513</a:t>
            </a:r>
            <a:endParaRPr lang="en-US" sz="26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public static void main (String </a:t>
            </a:r>
            <a:r>
              <a:rPr lang="en-US" sz="2600" dirty="0" err="1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600" dirty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{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</a:t>
            </a:r>
            <a:r>
              <a:rPr lang="en-US" sz="2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600" dirty="0">
                <a:latin typeface="Times New Roman" pitchFamily="18" charset="0"/>
                <a:sym typeface="Symbol" pitchFamily="18" charset="2"/>
              </a:rPr>
              <a:t> x = 10;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</a:t>
            </a:r>
            <a:r>
              <a:rPr lang="en-US" sz="2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600" dirty="0">
                <a:latin typeface="Times New Roman" pitchFamily="18" charset="0"/>
                <a:sym typeface="Symbol" pitchFamily="18" charset="2"/>
              </a:rPr>
              <a:t> y = 1;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do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{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   if (x % 2 == 0)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	      x += 5;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   else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	      y += 2;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}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while (y &lt; x);      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   </a:t>
            </a:r>
            <a:r>
              <a:rPr lang="en-US" sz="2600" dirty="0" err="1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600" dirty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   }</a:t>
            </a:r>
          </a:p>
          <a:p>
            <a:pPr eaLnBrk="1" hangingPunct="1"/>
            <a:r>
              <a:rPr lang="en-US" sz="2600" dirty="0">
                <a:latin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1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Output0514</a:t>
            </a:r>
            <a:endParaRPr lang="en-US" sz="24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	public static void main (String 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x = 1;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y = 3;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z = 5;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		while (z &gt; x + y)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{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   		x = y + z;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   		y = x + z;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   		z = x - y;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("x = " + x);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("y = " + y);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4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("z = " + z);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/>
            <a:r>
              <a:rPr lang="en-US" sz="2400" dirty="0" smtClean="0">
                <a:latin typeface="Times New Roman" pitchFamily="18" charset="0"/>
                <a:sym typeface="Symbol" pitchFamily="18" charset="2"/>
              </a:rPr>
              <a:t>}</a:t>
            </a:r>
            <a:endParaRPr lang="en-US" sz="24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30000"/>
              </a:lnSpc>
            </a:pPr>
            <a:endParaRPr lang="en-US" sz="24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public class Output0515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	public static void main (String </a:t>
            </a:r>
            <a:r>
              <a:rPr lang="en-US" sz="2300" dirty="0" err="1" smtClean="0">
                <a:latin typeface="Times New Roman" pitchFamily="18" charset="0"/>
                <a:sym typeface="Symbol" pitchFamily="18" charset="2"/>
              </a:rPr>
              <a:t>args</a:t>
            </a: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	{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		</a:t>
            </a:r>
            <a:r>
              <a:rPr lang="en-US" sz="23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x = 168; </a:t>
            </a:r>
            <a:r>
              <a:rPr lang="en-US" sz="23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y = 90; </a:t>
            </a:r>
            <a:r>
              <a:rPr lang="en-US" sz="23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z = 0;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		do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		{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   		z = x % y;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   		if (z == 0)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	      			</a:t>
            </a:r>
            <a:r>
              <a:rPr lang="en-US" sz="2300" dirty="0" err="1" smtClean="0">
                <a:latin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("y = " + y);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   		else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   		{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	       		x = y;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	       		y = z;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   		}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		}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   		while (z != 0);</a:t>
            </a:r>
          </a:p>
          <a:p>
            <a:pPr eaLnBrk="1" hangingPunct="1"/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   	}</a:t>
            </a:r>
          </a:p>
          <a:p>
            <a:pPr eaLnBrk="1" hangingPunct="1">
              <a:lnSpc>
                <a:spcPct val="110000"/>
              </a:lnSpc>
            </a:pPr>
            <a:r>
              <a:rPr lang="en-US" sz="2300" dirty="0" smtClean="0">
                <a:latin typeface="Times New Roman" pitchFamily="18" charset="0"/>
                <a:sym typeface="Symbol" pitchFamily="18" charset="2"/>
              </a:rPr>
              <a:t>}</a:t>
            </a:r>
            <a:endParaRPr lang="en-US" sz="2300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smtClean="0"/>
              <a:t>Output0516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</a:t>
            </a:r>
          </a:p>
          <a:p>
            <a:r>
              <a:rPr lang="en-US" b="1" dirty="0"/>
              <a:t>	{</a:t>
            </a:r>
          </a:p>
          <a:p>
            <a:r>
              <a:rPr lang="en-US" b="1" dirty="0"/>
              <a:t>		for (</a:t>
            </a:r>
            <a:r>
              <a:rPr lang="en-US" b="1" dirty="0" err="1"/>
              <a:t>int</a:t>
            </a:r>
            <a:r>
              <a:rPr lang="en-US" b="1" dirty="0"/>
              <a:t> x = 1; x &lt; 3; x++)</a:t>
            </a:r>
          </a:p>
          <a:p>
            <a:r>
              <a:rPr lang="en-US" b="1" dirty="0"/>
              <a:t>		{</a:t>
            </a:r>
          </a:p>
          <a:p>
            <a:r>
              <a:rPr lang="en-US" b="1" dirty="0"/>
              <a:t>			for (</a:t>
            </a:r>
            <a:r>
              <a:rPr lang="en-US" b="1" dirty="0" err="1"/>
              <a:t>int</a:t>
            </a:r>
            <a:r>
              <a:rPr lang="en-US" b="1" dirty="0"/>
              <a:t> y = 1; y &lt; 4; y++)</a:t>
            </a:r>
          </a:p>
          <a:p>
            <a:r>
              <a:rPr lang="en-US" b="1" dirty="0"/>
              <a:t>				</a:t>
            </a:r>
            <a:r>
              <a:rPr lang="en-US" b="1" dirty="0" err="1"/>
              <a:t>System.out.print</a:t>
            </a:r>
            <a:r>
              <a:rPr lang="en-US" b="1" dirty="0"/>
              <a:t>(x*y + " ");</a:t>
            </a:r>
          </a:p>
          <a:p>
            <a:r>
              <a:rPr lang="en-US" b="1" dirty="0"/>
              <a:t>			</a:t>
            </a:r>
            <a:r>
              <a:rPr lang="en-US" b="1" dirty="0" err="1"/>
              <a:t>System.out.println</a:t>
            </a:r>
            <a:r>
              <a:rPr lang="en-US" b="1" dirty="0"/>
              <a:t>();</a:t>
            </a:r>
          </a:p>
          <a:p>
            <a:r>
              <a:rPr lang="en-US" b="1" dirty="0"/>
              <a:t>		}</a:t>
            </a:r>
          </a:p>
          <a:p>
            <a:r>
              <a:rPr lang="en-US" b="1" dirty="0"/>
              <a:t>	}</a:t>
            </a:r>
          </a:p>
          <a:p>
            <a:r>
              <a:rPr lang="en-US" b="1" dirty="0"/>
              <a:t>}</a:t>
            </a:r>
          </a:p>
          <a:p>
            <a:endParaRPr lang="en-US" b="1" dirty="0" smtClean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4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525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b="1" dirty="0" smtClean="0"/>
              <a:t>public </a:t>
            </a:r>
            <a:r>
              <a:rPr lang="en-US" sz="2000" b="1" dirty="0"/>
              <a:t>class </a:t>
            </a:r>
            <a:r>
              <a:rPr lang="en-US" sz="2000" b="1" dirty="0" smtClean="0"/>
              <a:t>Output0517</a:t>
            </a:r>
            <a:endParaRPr lang="en-US" sz="2000" b="1" dirty="0"/>
          </a:p>
          <a:p>
            <a:r>
              <a:rPr lang="en-US" sz="2000" b="1" dirty="0"/>
              <a:t>{        </a:t>
            </a:r>
          </a:p>
          <a:p>
            <a:r>
              <a:rPr lang="en-US" sz="2000" b="1" dirty="0"/>
              <a:t>	public static void main(String </a:t>
            </a:r>
            <a:r>
              <a:rPr lang="en-US" sz="2000" b="1" dirty="0" err="1"/>
              <a:t>args</a:t>
            </a:r>
            <a:r>
              <a:rPr lang="en-US" sz="2000" b="1" dirty="0"/>
              <a:t>[])</a:t>
            </a:r>
          </a:p>
          <a:p>
            <a:r>
              <a:rPr lang="en-US" sz="2000" b="1" dirty="0"/>
              <a:t>	{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int</a:t>
            </a:r>
            <a:r>
              <a:rPr lang="en-US" sz="2000" b="1" dirty="0"/>
              <a:t> x = 5;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k,y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		while (x &lt;= 8)</a:t>
            </a:r>
          </a:p>
          <a:p>
            <a:r>
              <a:rPr lang="en-US" sz="2000" b="1" dirty="0"/>
              <a:t>		{</a:t>
            </a:r>
          </a:p>
          <a:p>
            <a:r>
              <a:rPr lang="en-US" sz="2000" b="1" dirty="0"/>
              <a:t>			y = 1;</a:t>
            </a:r>
          </a:p>
          <a:p>
            <a:r>
              <a:rPr lang="en-US" sz="2000" b="1" dirty="0"/>
              <a:t>			while (y &lt;= 7)</a:t>
            </a:r>
          </a:p>
          <a:p>
            <a:r>
              <a:rPr lang="en-US" sz="2000" b="1" dirty="0"/>
              <a:t>			{</a:t>
            </a:r>
          </a:p>
          <a:p>
            <a:r>
              <a:rPr lang="en-US" sz="2000" b="1" dirty="0"/>
              <a:t>				y++;</a:t>
            </a:r>
          </a:p>
          <a:p>
            <a:r>
              <a:rPr lang="en-US" sz="2000" b="1" dirty="0"/>
              <a:t>				k = x + y;</a:t>
            </a:r>
          </a:p>
          <a:p>
            <a:r>
              <a:rPr lang="en-US" sz="2000" b="1" dirty="0"/>
              <a:t>			}</a:t>
            </a:r>
          </a:p>
          <a:p>
            <a:r>
              <a:rPr lang="en-US" sz="2000" b="1" dirty="0"/>
              <a:t>			x += y;</a:t>
            </a:r>
          </a:p>
          <a:p>
            <a:r>
              <a:rPr lang="en-US" sz="2000" b="1" dirty="0"/>
              <a:t>			</a:t>
            </a:r>
            <a:r>
              <a:rPr lang="en-US" sz="2000" b="1" dirty="0" err="1"/>
              <a:t>System.out.println</a:t>
            </a:r>
            <a:r>
              <a:rPr lang="en-US" sz="2000" b="1" dirty="0"/>
              <a:t>("x = " + x);</a:t>
            </a:r>
          </a:p>
          <a:p>
            <a:r>
              <a:rPr lang="en-US" sz="2000" b="1" dirty="0"/>
              <a:t>		}   </a:t>
            </a:r>
          </a:p>
          <a:p>
            <a:r>
              <a:rPr lang="en-US" sz="2000" b="1" dirty="0"/>
              <a:t>	}</a:t>
            </a:r>
          </a:p>
          <a:p>
            <a:r>
              <a:rPr lang="en-US" sz="2000" b="1" dirty="0" smtClean="0"/>
              <a:t>}</a:t>
            </a:r>
          </a:p>
          <a:p>
            <a:endParaRPr lang="en-US" sz="2000" dirty="0"/>
          </a:p>
          <a:p>
            <a:endParaRPr lang="en-US" sz="2000" b="1" dirty="0"/>
          </a:p>
          <a:p>
            <a:endParaRPr lang="en-US" sz="20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8862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14000"/>
              </a:lnSpc>
            </a:pPr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smtClean="0"/>
              <a:t>Output0518</a:t>
            </a:r>
            <a:endParaRPr lang="en-US" b="1" dirty="0"/>
          </a:p>
          <a:p>
            <a:pPr>
              <a:lnSpc>
                <a:spcPct val="114000"/>
              </a:lnSpc>
            </a:pPr>
            <a:r>
              <a:rPr lang="en-US" b="1" dirty="0"/>
              <a:t>{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{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</a:t>
            </a:r>
            <a:r>
              <a:rPr lang="en-US" b="1" dirty="0" err="1"/>
              <a:t>int</a:t>
            </a:r>
            <a:r>
              <a:rPr lang="en-US" b="1" dirty="0"/>
              <a:t> a = 1, b = 2, c = 3, d = 4;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while (a &lt; b &amp;&amp; c &lt; d)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{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	a = c + d;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	c = a + b;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}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	</a:t>
            </a:r>
            <a:r>
              <a:rPr lang="en-US" b="1" dirty="0" err="1"/>
              <a:t>System.out.println</a:t>
            </a:r>
            <a:r>
              <a:rPr lang="en-US" b="1" dirty="0"/>
              <a:t>(a + b + c + d);</a:t>
            </a:r>
          </a:p>
          <a:p>
            <a:pPr>
              <a:lnSpc>
                <a:spcPct val="114000"/>
              </a:lnSpc>
            </a:pPr>
            <a:r>
              <a:rPr lang="en-US" b="1" dirty="0"/>
              <a:t>	}</a:t>
            </a:r>
          </a:p>
          <a:p>
            <a:pPr>
              <a:lnSpc>
                <a:spcPct val="114000"/>
              </a:lnSpc>
            </a:pPr>
            <a:r>
              <a:rPr lang="en-US" b="1" dirty="0" smtClean="0"/>
              <a:t>}</a:t>
            </a: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pPr>
              <a:lnSpc>
                <a:spcPct val="8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76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100" b="1" dirty="0" smtClean="0"/>
              <a:t>public </a:t>
            </a:r>
            <a:r>
              <a:rPr lang="en-US" sz="2100" b="1" dirty="0"/>
              <a:t>class </a:t>
            </a:r>
            <a:r>
              <a:rPr lang="en-US" sz="2100" b="1" dirty="0" smtClean="0"/>
              <a:t>Output0519</a:t>
            </a:r>
            <a:endParaRPr lang="en-US" sz="2100" b="1" dirty="0"/>
          </a:p>
          <a:p>
            <a:r>
              <a:rPr lang="en-US" sz="2100" b="1" dirty="0"/>
              <a:t>{</a:t>
            </a:r>
          </a:p>
          <a:p>
            <a:r>
              <a:rPr lang="en-US" sz="2100" b="1" dirty="0"/>
              <a:t>	public static void main(String </a:t>
            </a:r>
            <a:r>
              <a:rPr lang="en-US" sz="2100" b="1" dirty="0" err="1"/>
              <a:t>args</a:t>
            </a:r>
            <a:r>
              <a:rPr lang="en-US" sz="2100" b="1" dirty="0"/>
              <a:t>[])</a:t>
            </a:r>
          </a:p>
          <a:p>
            <a:r>
              <a:rPr lang="en-US" sz="2100" b="1" dirty="0"/>
              <a:t>	{</a:t>
            </a:r>
          </a:p>
          <a:p>
            <a:r>
              <a:rPr lang="en-US" sz="2100" b="1" dirty="0"/>
              <a:t>		</a:t>
            </a:r>
            <a:r>
              <a:rPr lang="en-US" sz="2100" b="1" dirty="0" err="1"/>
              <a:t>int</a:t>
            </a:r>
            <a:r>
              <a:rPr lang="en-US" sz="2100" b="1" dirty="0"/>
              <a:t> a;</a:t>
            </a:r>
          </a:p>
          <a:p>
            <a:r>
              <a:rPr lang="en-US" sz="2100" b="1" dirty="0"/>
              <a:t>		</a:t>
            </a:r>
            <a:r>
              <a:rPr lang="en-US" sz="2100" b="1" dirty="0" err="1"/>
              <a:t>int</a:t>
            </a:r>
            <a:r>
              <a:rPr lang="en-US" sz="2100" b="1" dirty="0"/>
              <a:t> b = 2;</a:t>
            </a:r>
          </a:p>
          <a:p>
            <a:r>
              <a:rPr lang="en-US" sz="2100" b="1" dirty="0"/>
              <a:t>		for (</a:t>
            </a:r>
            <a:r>
              <a:rPr lang="en-US" sz="2100" b="1" dirty="0" err="1"/>
              <a:t>int</a:t>
            </a:r>
            <a:r>
              <a:rPr lang="en-US" sz="2100" b="1" dirty="0"/>
              <a:t> k = 0; k &lt; 4; k++)</a:t>
            </a:r>
          </a:p>
          <a:p>
            <a:r>
              <a:rPr lang="en-US" sz="2100" b="1" dirty="0"/>
              <a:t>		{</a:t>
            </a:r>
          </a:p>
          <a:p>
            <a:r>
              <a:rPr lang="en-US" sz="2100" b="1" dirty="0"/>
              <a:t>			a = k;</a:t>
            </a:r>
          </a:p>
          <a:p>
            <a:r>
              <a:rPr lang="en-US" sz="2100" b="1" dirty="0"/>
              <a:t>			b += k;</a:t>
            </a:r>
          </a:p>
          <a:p>
            <a:r>
              <a:rPr lang="en-US" sz="2100" b="1" dirty="0"/>
              <a:t>			while (a &lt; b)</a:t>
            </a:r>
          </a:p>
          <a:p>
            <a:r>
              <a:rPr lang="en-US" sz="2100" b="1" dirty="0"/>
              <a:t>			{</a:t>
            </a:r>
          </a:p>
          <a:p>
            <a:r>
              <a:rPr lang="en-US" sz="2100" b="1" dirty="0"/>
              <a:t>				</a:t>
            </a:r>
            <a:r>
              <a:rPr lang="en-US" sz="2100" b="1" dirty="0" err="1"/>
              <a:t>System.out.println</a:t>
            </a:r>
            <a:r>
              <a:rPr lang="en-US" sz="2100" b="1" dirty="0"/>
              <a:t>(a + " " + b);</a:t>
            </a:r>
          </a:p>
          <a:p>
            <a:r>
              <a:rPr lang="en-US" sz="2100" b="1" dirty="0"/>
              <a:t>				a += b;</a:t>
            </a:r>
          </a:p>
          <a:p>
            <a:r>
              <a:rPr lang="en-US" sz="2100" b="1" dirty="0"/>
              <a:t>				b += k;</a:t>
            </a:r>
          </a:p>
          <a:p>
            <a:r>
              <a:rPr lang="en-US" sz="2100" b="1" dirty="0"/>
              <a:t>			}</a:t>
            </a:r>
          </a:p>
          <a:p>
            <a:r>
              <a:rPr lang="en-US" sz="2100" b="1" dirty="0"/>
              <a:t>		}</a:t>
            </a:r>
          </a:p>
          <a:p>
            <a:r>
              <a:rPr lang="en-US" sz="2100" b="1" dirty="0"/>
              <a:t>	}</a:t>
            </a:r>
          </a:p>
          <a:p>
            <a:r>
              <a:rPr lang="en-US" sz="2100" b="1" dirty="0" smtClean="0"/>
              <a:t>}</a:t>
            </a:r>
          </a:p>
          <a:p>
            <a:endParaRPr lang="en-US" sz="2100" dirty="0">
              <a:latin typeface="Arial" charset="0"/>
            </a:endParaRPr>
          </a:p>
          <a:p>
            <a:endParaRPr lang="en-US" sz="21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86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smtClean="0"/>
              <a:t>Output0520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</a:t>
            </a:r>
          </a:p>
          <a:p>
            <a:r>
              <a:rPr lang="en-US" b="1" dirty="0"/>
              <a:t>	{</a:t>
            </a:r>
          </a:p>
          <a:p>
            <a:r>
              <a:rPr lang="en-US" b="1" dirty="0"/>
              <a:t>		</a:t>
            </a:r>
            <a:r>
              <a:rPr lang="en-US" b="1" dirty="0" err="1"/>
              <a:t>int</a:t>
            </a:r>
            <a:r>
              <a:rPr lang="en-US" b="1" dirty="0"/>
              <a:t> a = 0;</a:t>
            </a:r>
          </a:p>
          <a:p>
            <a:r>
              <a:rPr lang="en-US" b="1" dirty="0"/>
              <a:t>		</a:t>
            </a:r>
            <a:r>
              <a:rPr lang="en-US" b="1" dirty="0" err="1"/>
              <a:t>int</a:t>
            </a:r>
            <a:r>
              <a:rPr lang="en-US" b="1" dirty="0"/>
              <a:t> b = 10;</a:t>
            </a:r>
          </a:p>
          <a:p>
            <a:r>
              <a:rPr lang="en-US" b="1" dirty="0"/>
              <a:t>		for (</a:t>
            </a:r>
            <a:r>
              <a:rPr lang="en-US" b="1" dirty="0" err="1"/>
              <a:t>int</a:t>
            </a:r>
            <a:r>
              <a:rPr lang="en-US" b="1" dirty="0"/>
              <a:t> k = a; k &lt; b; k++)</a:t>
            </a:r>
          </a:p>
          <a:p>
            <a:r>
              <a:rPr lang="en-US" b="1" dirty="0"/>
              <a:t>		{</a:t>
            </a:r>
          </a:p>
          <a:p>
            <a:r>
              <a:rPr lang="en-US" b="1" dirty="0"/>
              <a:t>			a++;</a:t>
            </a:r>
          </a:p>
          <a:p>
            <a:r>
              <a:rPr lang="en-US" b="1" dirty="0"/>
              <a:t>			b--;</a:t>
            </a:r>
          </a:p>
          <a:p>
            <a:r>
              <a:rPr lang="en-US" b="1" dirty="0"/>
              <a:t>			</a:t>
            </a:r>
            <a:r>
              <a:rPr lang="en-US" b="1" dirty="0" err="1"/>
              <a:t>System.out.println</a:t>
            </a:r>
            <a:r>
              <a:rPr lang="en-US" b="1" dirty="0"/>
              <a:t>(a + " " + b + " " + k);</a:t>
            </a:r>
          </a:p>
          <a:p>
            <a:r>
              <a:rPr lang="en-US" b="1" dirty="0"/>
              <a:t>		}</a:t>
            </a:r>
          </a:p>
          <a:p>
            <a:r>
              <a:rPr lang="en-US" b="1" dirty="0"/>
              <a:t>	}</a:t>
            </a:r>
          </a:p>
          <a:p>
            <a:r>
              <a:rPr lang="en-US" b="1" dirty="0"/>
              <a:t>}</a:t>
            </a:r>
            <a:endParaRPr lang="en-US" b="1" dirty="0">
              <a:latin typeface="Arial" charset="0"/>
            </a:endParaRPr>
          </a:p>
          <a:p>
            <a:endParaRPr lang="en-US" b="1" dirty="0" smtClean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b="1" dirty="0">
              <a:latin typeface="Arial" charset="0"/>
            </a:endParaRPr>
          </a:p>
          <a:p>
            <a:pPr>
              <a:lnSpc>
                <a:spcPct val="14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734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smtClean="0"/>
              <a:t>Output0521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</a:t>
            </a:r>
          </a:p>
          <a:p>
            <a:r>
              <a:rPr lang="en-US" b="1" dirty="0"/>
              <a:t>	{</a:t>
            </a:r>
          </a:p>
          <a:p>
            <a:r>
              <a:rPr lang="en-US" b="1" dirty="0"/>
              <a:t>		</a:t>
            </a:r>
            <a:r>
              <a:rPr lang="en-US" b="1" dirty="0" err="1"/>
              <a:t>int</a:t>
            </a:r>
            <a:r>
              <a:rPr lang="en-US" b="1" dirty="0"/>
              <a:t> t = 0;</a:t>
            </a:r>
          </a:p>
          <a:p>
            <a:r>
              <a:rPr lang="en-US" b="1" dirty="0"/>
              <a:t>		for (</a:t>
            </a:r>
            <a:r>
              <a:rPr lang="en-US" b="1" dirty="0" err="1"/>
              <a:t>int</a:t>
            </a:r>
            <a:r>
              <a:rPr lang="en-US" b="1" dirty="0"/>
              <a:t> p = 1; p &lt;= 4; p++)</a:t>
            </a:r>
          </a:p>
          <a:p>
            <a:r>
              <a:rPr lang="en-US" b="1" dirty="0"/>
              <a:t>			for (</a:t>
            </a:r>
            <a:r>
              <a:rPr lang="en-US" b="1" dirty="0" err="1"/>
              <a:t>int</a:t>
            </a:r>
            <a:r>
              <a:rPr lang="en-US" b="1" dirty="0"/>
              <a:t> q = 1; q &lt;= 4; q++)</a:t>
            </a:r>
          </a:p>
          <a:p>
            <a:r>
              <a:rPr lang="en-US" b="1" dirty="0"/>
              <a:t>				t++;</a:t>
            </a:r>
          </a:p>
          <a:p>
            <a:r>
              <a:rPr lang="en-US" b="1" dirty="0"/>
              <a:t>		</a:t>
            </a:r>
            <a:r>
              <a:rPr lang="en-US" b="1" dirty="0" err="1"/>
              <a:t>System.out.println</a:t>
            </a:r>
            <a:r>
              <a:rPr lang="en-US" b="1" dirty="0"/>
              <a:t>("t = " + t);</a:t>
            </a:r>
          </a:p>
          <a:p>
            <a:r>
              <a:rPr lang="en-US" b="1" dirty="0"/>
              <a:t>	}</a:t>
            </a:r>
          </a:p>
          <a:p>
            <a:r>
              <a:rPr lang="en-US" b="1" dirty="0" smtClean="0"/>
              <a:t>}</a:t>
            </a:r>
          </a:p>
          <a:p>
            <a:endParaRPr lang="en-US" dirty="0">
              <a:latin typeface="Arial" charset="0"/>
            </a:endParaRPr>
          </a:p>
          <a:p>
            <a:endParaRPr lang="en-US" b="1" dirty="0">
              <a:latin typeface="Arial" charset="0"/>
            </a:endParaRPr>
          </a:p>
          <a:p>
            <a:endParaRPr lang="en-US" b="1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pPr>
              <a:lnSpc>
                <a:spcPct val="24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002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200" b="1" dirty="0" smtClean="0"/>
              <a:t>public </a:t>
            </a:r>
            <a:r>
              <a:rPr lang="en-US" sz="2200" b="1" dirty="0"/>
              <a:t>class </a:t>
            </a:r>
            <a:r>
              <a:rPr lang="en-US" sz="2200" b="1" dirty="0" smtClean="0"/>
              <a:t>Output0522</a:t>
            </a:r>
            <a:endParaRPr lang="en-US" sz="2200" b="1" dirty="0"/>
          </a:p>
          <a:p>
            <a:r>
              <a:rPr lang="en-US" sz="2200" b="1" dirty="0"/>
              <a:t>{</a:t>
            </a:r>
          </a:p>
          <a:p>
            <a:r>
              <a:rPr lang="en-US" sz="2200" b="1" dirty="0"/>
              <a:t>	public static void main(String </a:t>
            </a:r>
            <a:r>
              <a:rPr lang="en-US" sz="2200" b="1" dirty="0" err="1"/>
              <a:t>args</a:t>
            </a:r>
            <a:r>
              <a:rPr lang="en-US" sz="2200" b="1" dirty="0"/>
              <a:t>[])</a:t>
            </a:r>
          </a:p>
          <a:p>
            <a:r>
              <a:rPr lang="en-US" sz="2200" b="1" dirty="0"/>
              <a:t>	{</a:t>
            </a:r>
          </a:p>
          <a:p>
            <a:r>
              <a:rPr lang="en-US" sz="2200" b="1" dirty="0"/>
              <a:t>		</a:t>
            </a:r>
            <a:r>
              <a:rPr lang="en-US" sz="2200" b="1" dirty="0" err="1"/>
              <a:t>int</a:t>
            </a:r>
            <a:r>
              <a:rPr lang="en-US" sz="2200" b="1" dirty="0"/>
              <a:t> n1, n2, n3;</a:t>
            </a:r>
          </a:p>
          <a:p>
            <a:r>
              <a:rPr lang="en-US" sz="2200" b="1" dirty="0"/>
              <a:t>		n1 = n2 = n3 = 1;</a:t>
            </a:r>
          </a:p>
          <a:p>
            <a:r>
              <a:rPr lang="en-US" sz="2200" b="1" dirty="0"/>
              <a:t>		for (</a:t>
            </a:r>
            <a:r>
              <a:rPr lang="en-US" sz="2200" b="1" dirty="0" err="1"/>
              <a:t>int</a:t>
            </a:r>
            <a:r>
              <a:rPr lang="en-US" sz="2200" b="1" dirty="0"/>
              <a:t> k = 3; k &lt;= 10; k++)</a:t>
            </a:r>
          </a:p>
          <a:p>
            <a:r>
              <a:rPr lang="en-US" sz="2200" b="1" dirty="0"/>
              <a:t>		{</a:t>
            </a:r>
          </a:p>
          <a:p>
            <a:r>
              <a:rPr lang="en-US" sz="2200" b="1" dirty="0"/>
              <a:t>			n3 = n1 + n2;</a:t>
            </a:r>
          </a:p>
          <a:p>
            <a:r>
              <a:rPr lang="en-US" sz="2200" b="1" dirty="0"/>
              <a:t>			n1 = n2;</a:t>
            </a:r>
          </a:p>
          <a:p>
            <a:r>
              <a:rPr lang="en-US" sz="2200" b="1" dirty="0"/>
              <a:t>			n2 = n3;</a:t>
            </a:r>
          </a:p>
          <a:p>
            <a:r>
              <a:rPr lang="en-US" sz="2200" b="1" dirty="0"/>
              <a:t>		}</a:t>
            </a:r>
          </a:p>
          <a:p>
            <a:r>
              <a:rPr lang="en-US" sz="2200" b="1" dirty="0"/>
              <a:t>		</a:t>
            </a:r>
            <a:r>
              <a:rPr lang="en-US" sz="2200" b="1" dirty="0" err="1"/>
              <a:t>System.out.println</a:t>
            </a:r>
            <a:r>
              <a:rPr lang="en-US" sz="2200" b="1" dirty="0"/>
              <a:t>("n3 = " + n3);</a:t>
            </a:r>
          </a:p>
          <a:p>
            <a:r>
              <a:rPr lang="en-US" sz="2200" b="1" dirty="0"/>
              <a:t>	}</a:t>
            </a:r>
          </a:p>
          <a:p>
            <a:r>
              <a:rPr lang="en-US" sz="2200" b="1" dirty="0"/>
              <a:t>}</a:t>
            </a:r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40000"/>
              </a:lnSpc>
            </a:pPr>
            <a:endParaRPr lang="en-US" sz="1800" dirty="0" smtClean="0">
              <a:latin typeface="Arial" charset="0"/>
            </a:endParaRPr>
          </a:p>
          <a:p>
            <a:pPr>
              <a:lnSpc>
                <a:spcPct val="140000"/>
              </a:lnSpc>
            </a:pPr>
            <a:endParaRPr lang="en-US" sz="1800" dirty="0">
              <a:latin typeface="Arial" charset="0"/>
            </a:endParaRPr>
          </a:p>
          <a:p>
            <a:pPr>
              <a:lnSpc>
                <a:spcPct val="14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048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b="1" dirty="0" smtClean="0"/>
              <a:t>public </a:t>
            </a:r>
            <a:r>
              <a:rPr lang="en-US" sz="2000" b="1" dirty="0"/>
              <a:t>class </a:t>
            </a:r>
            <a:r>
              <a:rPr lang="en-US" sz="2000" b="1" dirty="0" smtClean="0"/>
              <a:t>Output0523</a:t>
            </a:r>
            <a:endParaRPr lang="en-US" sz="2000" b="1" dirty="0"/>
          </a:p>
          <a:p>
            <a:r>
              <a:rPr lang="en-US" sz="2000" b="1" dirty="0"/>
              <a:t>{</a:t>
            </a:r>
          </a:p>
          <a:p>
            <a:r>
              <a:rPr lang="en-US" sz="2000" b="1" dirty="0"/>
              <a:t>	public static void main(String </a:t>
            </a:r>
            <a:r>
              <a:rPr lang="en-US" sz="2000" b="1" dirty="0" err="1"/>
              <a:t>args</a:t>
            </a:r>
            <a:r>
              <a:rPr lang="en-US" sz="2000" b="1" dirty="0"/>
              <a:t>[])</a:t>
            </a:r>
          </a:p>
          <a:p>
            <a:r>
              <a:rPr lang="en-US" sz="2000" b="1" dirty="0"/>
              <a:t>	{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int</a:t>
            </a:r>
            <a:r>
              <a:rPr lang="en-US" sz="2000" b="1" dirty="0"/>
              <a:t> a = 5;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int</a:t>
            </a:r>
            <a:r>
              <a:rPr lang="en-US" sz="2000" b="1" dirty="0"/>
              <a:t> b = 10;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int</a:t>
            </a:r>
            <a:r>
              <a:rPr lang="en-US" sz="2000" b="1" dirty="0"/>
              <a:t> c = 13;</a:t>
            </a:r>
          </a:p>
          <a:p>
            <a:r>
              <a:rPr lang="en-US" sz="2000" b="1" dirty="0"/>
              <a:t>		while (a &lt; b &amp;&amp; b != c)</a:t>
            </a:r>
          </a:p>
          <a:p>
            <a:r>
              <a:rPr lang="en-US" sz="2000" b="1" dirty="0"/>
              <a:t>		{</a:t>
            </a:r>
          </a:p>
          <a:p>
            <a:r>
              <a:rPr lang="en-US" sz="2000" b="1" dirty="0"/>
              <a:t>			a += 2;</a:t>
            </a:r>
          </a:p>
          <a:p>
            <a:r>
              <a:rPr lang="en-US" sz="2000" b="1" dirty="0"/>
              <a:t>			b++;</a:t>
            </a:r>
          </a:p>
          <a:p>
            <a:r>
              <a:rPr lang="en-US" sz="2000" b="1" dirty="0"/>
              <a:t>			if ((a + b) % 2 == 0)</a:t>
            </a:r>
          </a:p>
          <a:p>
            <a:r>
              <a:rPr lang="en-US" sz="2000" b="1" dirty="0"/>
              <a:t>				</a:t>
            </a:r>
            <a:r>
              <a:rPr lang="en-US" sz="2000" b="1" dirty="0" err="1"/>
              <a:t>c++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		}</a:t>
            </a:r>
          </a:p>
          <a:p>
            <a:r>
              <a:rPr lang="en-US" sz="2000" b="1" dirty="0"/>
              <a:t>		</a:t>
            </a:r>
            <a:r>
              <a:rPr lang="en-US" sz="2000" b="1" dirty="0" err="1"/>
              <a:t>System.out.println</a:t>
            </a:r>
            <a:r>
              <a:rPr lang="en-US" sz="2000" b="1" dirty="0"/>
              <a:t>(a + " " + b + " " + c);</a:t>
            </a:r>
          </a:p>
          <a:p>
            <a:r>
              <a:rPr lang="en-US" sz="2000" b="1" dirty="0"/>
              <a:t>	}</a:t>
            </a:r>
          </a:p>
          <a:p>
            <a:r>
              <a:rPr lang="en-US" sz="2000" b="1" dirty="0"/>
              <a:t>}</a:t>
            </a:r>
            <a:endParaRPr lang="en-US" sz="2000" b="1" dirty="0">
              <a:latin typeface="Arial" charset="0"/>
            </a:endParaRPr>
          </a:p>
          <a:p>
            <a:endParaRPr lang="en-US" b="1" dirty="0" smtClean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b="1" dirty="0" smtClean="0">
              <a:latin typeface="Arial" charset="0"/>
            </a:endParaRPr>
          </a:p>
          <a:p>
            <a:endParaRPr lang="en-US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19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117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b="1" dirty="0"/>
              <a:t>// </a:t>
            </a:r>
            <a:r>
              <a:rPr lang="en-US" sz="1800" b="1" dirty="0" smtClean="0"/>
              <a:t>THE </a:t>
            </a:r>
            <a:r>
              <a:rPr lang="en-US" sz="1800" b="1" dirty="0"/>
              <a:t>MYSTERY PROGRAM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import </a:t>
            </a:r>
            <a:r>
              <a:rPr lang="en-US" sz="1800" b="1" dirty="0" err="1"/>
              <a:t>java.util.Scanner</a:t>
            </a:r>
            <a:r>
              <a:rPr lang="en-US" sz="1800" b="1" dirty="0"/>
              <a:t>;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public class </a:t>
            </a:r>
            <a:r>
              <a:rPr lang="en-US" sz="1800" b="1" dirty="0" smtClean="0"/>
              <a:t>Output0524</a:t>
            </a:r>
            <a:endParaRPr lang="en-US" sz="1800" b="1" dirty="0"/>
          </a:p>
          <a:p>
            <a:pPr>
              <a:lnSpc>
                <a:spcPct val="90000"/>
              </a:lnSpc>
            </a:pPr>
            <a:r>
              <a:rPr lang="en-US" sz="1800" b="1" dirty="0"/>
              <a:t>{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	public static void main (String </a:t>
            </a:r>
            <a:r>
              <a:rPr lang="en-US" sz="1800" b="1" dirty="0" err="1"/>
              <a:t>args</a:t>
            </a:r>
            <a:r>
              <a:rPr lang="en-US" sz="1800" b="1" dirty="0"/>
              <a:t>[]) </a:t>
            </a:r>
          </a:p>
          <a:p>
            <a:r>
              <a:rPr lang="en-US" sz="1800" b="1" dirty="0"/>
              <a:t>	{   </a:t>
            </a:r>
          </a:p>
          <a:p>
            <a:r>
              <a:rPr lang="en-US" sz="1800" b="1" dirty="0"/>
              <a:t>		Scanner input = new Scanner(System.in);</a:t>
            </a:r>
          </a:p>
          <a:p>
            <a:r>
              <a:rPr lang="en-US" sz="1800" b="1" dirty="0"/>
              <a:t>		</a:t>
            </a:r>
            <a:r>
              <a:rPr lang="en-US" sz="1800" b="1" dirty="0" err="1"/>
              <a:t>int</a:t>
            </a:r>
            <a:r>
              <a:rPr lang="en-US" sz="1800" b="1" dirty="0"/>
              <a:t> a, b , c;</a:t>
            </a:r>
          </a:p>
          <a:p>
            <a:r>
              <a:rPr lang="en-US" sz="1800" b="1" dirty="0"/>
              <a:t>		</a:t>
            </a:r>
            <a:r>
              <a:rPr lang="en-US" sz="1800" b="1" dirty="0" err="1"/>
              <a:t>System.out.print</a:t>
            </a:r>
            <a:r>
              <a:rPr lang="en-US" sz="1800" b="1" dirty="0"/>
              <a:t>("Enter integer 1  ===&gt;&gt;  ");</a:t>
            </a:r>
          </a:p>
          <a:p>
            <a:r>
              <a:rPr lang="en-US" sz="1800" b="1" dirty="0"/>
              <a:t>		a = </a:t>
            </a:r>
            <a:r>
              <a:rPr lang="en-US" sz="1800" b="1" dirty="0" err="1" smtClean="0"/>
              <a:t>input.nextInt</a:t>
            </a:r>
            <a:r>
              <a:rPr lang="en-US" sz="1800" b="1" dirty="0" smtClean="0"/>
              <a:t>();</a:t>
            </a:r>
            <a:endParaRPr lang="en-US" sz="1800" b="1" dirty="0"/>
          </a:p>
          <a:p>
            <a:r>
              <a:rPr lang="en-US" sz="1800" b="1" dirty="0"/>
              <a:t>		</a:t>
            </a:r>
            <a:r>
              <a:rPr lang="en-US" sz="1800" b="1" dirty="0" err="1"/>
              <a:t>System.out.print</a:t>
            </a:r>
            <a:r>
              <a:rPr lang="en-US" sz="1800" b="1" dirty="0"/>
              <a:t>("Enter integer 2  ===&gt;&gt;  ");</a:t>
            </a:r>
          </a:p>
          <a:p>
            <a:r>
              <a:rPr lang="en-US" sz="1800" b="1" dirty="0"/>
              <a:t>		b = </a:t>
            </a:r>
            <a:r>
              <a:rPr lang="en-US" sz="1800" dirty="0" err="1"/>
              <a:t>input.nextInt</a:t>
            </a:r>
            <a:r>
              <a:rPr lang="en-US" sz="1800" dirty="0"/>
              <a:t>();</a:t>
            </a:r>
          </a:p>
          <a:p>
            <a:r>
              <a:rPr lang="en-US" sz="1800" b="1" dirty="0"/>
              <a:t>		if (a &lt; b)</a:t>
            </a:r>
          </a:p>
          <a:p>
            <a:r>
              <a:rPr lang="en-US" sz="1800" b="1" dirty="0"/>
              <a:t>			if (b &lt; a)</a:t>
            </a:r>
          </a:p>
          <a:p>
            <a:r>
              <a:rPr lang="en-US" sz="1800" b="1" dirty="0"/>
              <a:t>				c = 1000;</a:t>
            </a:r>
          </a:p>
          <a:p>
            <a:r>
              <a:rPr lang="en-US" sz="1800" b="1" dirty="0"/>
              <a:t>			else</a:t>
            </a:r>
          </a:p>
          <a:p>
            <a:r>
              <a:rPr lang="en-US" sz="1800" b="1" dirty="0"/>
              <a:t>				c = 2500;</a:t>
            </a:r>
          </a:p>
          <a:p>
            <a:r>
              <a:rPr lang="en-US" sz="1800" b="1" dirty="0"/>
              <a:t>		else</a:t>
            </a:r>
          </a:p>
          <a:p>
            <a:r>
              <a:rPr lang="en-US" sz="1800" b="1" dirty="0"/>
              <a:t>			if (b &gt; a)</a:t>
            </a:r>
          </a:p>
          <a:p>
            <a:r>
              <a:rPr lang="en-US" sz="1800" b="1" dirty="0"/>
              <a:t>				c = 2000;</a:t>
            </a:r>
          </a:p>
          <a:p>
            <a:r>
              <a:rPr lang="en-US" sz="1800" b="1" dirty="0"/>
              <a:t>			else</a:t>
            </a:r>
          </a:p>
          <a:p>
            <a:r>
              <a:rPr lang="en-US" sz="1800" b="1" dirty="0"/>
              <a:t>				c = 2500;</a:t>
            </a:r>
          </a:p>
          <a:p>
            <a:r>
              <a:rPr lang="en-US" sz="1800" b="1" dirty="0"/>
              <a:t>		</a:t>
            </a:r>
            <a:r>
              <a:rPr lang="en-US" sz="1800" b="1" dirty="0" err="1"/>
              <a:t>System.out.println</a:t>
            </a:r>
            <a:r>
              <a:rPr lang="en-US" sz="1800" b="1" dirty="0"/>
              <a:t>("c = " + c);</a:t>
            </a:r>
          </a:p>
          <a:p>
            <a:r>
              <a:rPr lang="en-US" sz="1800" b="1" dirty="0"/>
              <a:t>	}</a:t>
            </a:r>
          </a:p>
          <a:p>
            <a:r>
              <a:rPr lang="en-US" sz="1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4568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6725" algn="l"/>
                <a:tab pos="914400" algn="l"/>
                <a:tab pos="1379538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b="1" dirty="0" smtClean="0"/>
              <a:t>public </a:t>
            </a:r>
            <a:r>
              <a:rPr lang="en-US" b="1" dirty="0"/>
              <a:t>class </a:t>
            </a:r>
            <a:r>
              <a:rPr lang="en-US" b="1" dirty="0" smtClean="0"/>
              <a:t>Output0525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</a:t>
            </a:r>
          </a:p>
          <a:p>
            <a:r>
              <a:rPr lang="en-US" b="1" dirty="0"/>
              <a:t>	{</a:t>
            </a:r>
          </a:p>
          <a:p>
            <a:r>
              <a:rPr lang="en-US" b="1" dirty="0"/>
              <a:t>		for (</a:t>
            </a:r>
            <a:r>
              <a:rPr lang="en-US" b="1" dirty="0" err="1"/>
              <a:t>int</a:t>
            </a:r>
            <a:r>
              <a:rPr lang="en-US" b="1" dirty="0"/>
              <a:t> x = 1; x &lt;= 4; x++)</a:t>
            </a:r>
          </a:p>
          <a:p>
            <a:r>
              <a:rPr lang="en-US" b="1" dirty="0"/>
              <a:t>		{</a:t>
            </a:r>
          </a:p>
          <a:p>
            <a:r>
              <a:rPr lang="en-US" b="1" dirty="0"/>
              <a:t>			for (</a:t>
            </a:r>
            <a:r>
              <a:rPr lang="en-US" b="1" dirty="0" err="1"/>
              <a:t>int</a:t>
            </a:r>
            <a:r>
              <a:rPr lang="en-US" b="1" dirty="0"/>
              <a:t> y = 1; y &lt;= 4; y++)</a:t>
            </a:r>
          </a:p>
          <a:p>
            <a:r>
              <a:rPr lang="en-US" b="1" dirty="0"/>
              <a:t>				</a:t>
            </a:r>
            <a:r>
              <a:rPr lang="en-US" b="1" dirty="0" err="1"/>
              <a:t>System.out.print</a:t>
            </a:r>
            <a:r>
              <a:rPr lang="en-US" b="1" dirty="0" smtClean="0"/>
              <a:t>((x </a:t>
            </a:r>
            <a:r>
              <a:rPr lang="en-US" b="1" dirty="0"/>
              <a:t>+ </a:t>
            </a:r>
            <a:r>
              <a:rPr lang="en-US" b="1" dirty="0" smtClean="0"/>
              <a:t>y) </a:t>
            </a:r>
            <a:r>
              <a:rPr lang="en-US" b="1" dirty="0"/>
              <a:t>+ " ");</a:t>
            </a:r>
          </a:p>
          <a:p>
            <a:r>
              <a:rPr lang="en-US" b="1" dirty="0"/>
              <a:t>			</a:t>
            </a:r>
            <a:r>
              <a:rPr lang="en-US" b="1" dirty="0" err="1"/>
              <a:t>System.out.println</a:t>
            </a:r>
            <a:r>
              <a:rPr lang="en-US" b="1" dirty="0"/>
              <a:t>();</a:t>
            </a:r>
          </a:p>
          <a:p>
            <a:r>
              <a:rPr lang="en-US" b="1" dirty="0"/>
              <a:t>		}</a:t>
            </a:r>
          </a:p>
          <a:p>
            <a:r>
              <a:rPr lang="en-US" b="1" dirty="0"/>
              <a:t>	}</a:t>
            </a:r>
          </a:p>
          <a:p>
            <a:r>
              <a:rPr lang="en-US" b="1" dirty="0"/>
              <a:t>}</a:t>
            </a:r>
            <a:endParaRPr lang="en-US" b="1" dirty="0">
              <a:latin typeface="Arial" charset="0"/>
            </a:endParaRPr>
          </a:p>
          <a:p>
            <a:endParaRPr lang="en-US" b="1" dirty="0">
              <a:latin typeface="Arial" charset="0"/>
            </a:endParaRPr>
          </a:p>
          <a:p>
            <a:endParaRPr lang="en-US" dirty="0" smtClean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69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4864</TotalTime>
  <Words>231</Words>
  <Application>Microsoft Macintosh PowerPoint</Application>
  <PresentationFormat>全屏显示(4:3)</PresentationFormat>
  <Paragraphs>403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Default Design</vt:lpstr>
      <vt:lpstr>Output Programs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BHSFIC ddd</cp:lastModifiedBy>
  <cp:revision>497</cp:revision>
  <dcterms:created xsi:type="dcterms:W3CDTF">2003-07-04T03:08:29Z</dcterms:created>
  <dcterms:modified xsi:type="dcterms:W3CDTF">2016-03-18T01:14:23Z</dcterms:modified>
</cp:coreProperties>
</file>